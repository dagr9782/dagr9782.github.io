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webextensions/webextension7.xml" ContentType="application/vnd.ms-office.webextension+xml"/>
  <Override PartName="/ppt/webextensions/webextension8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1" r:id="rId1"/>
  </p:sldMasterIdLst>
  <p:notesMasterIdLst>
    <p:notesMasterId r:id="rId10"/>
  </p:notesMasterIdLst>
  <p:handoutMasterIdLst>
    <p:handoutMasterId r:id="rId11"/>
  </p:handoutMasterIdLst>
  <p:sldIdLst>
    <p:sldId id="264" r:id="rId2"/>
    <p:sldId id="265" r:id="rId3"/>
    <p:sldId id="266" r:id="rId4"/>
    <p:sldId id="267" r:id="rId5"/>
    <p:sldId id="268" r:id="rId6"/>
    <p:sldId id="270" r:id="rId7"/>
    <p:sldId id="269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9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92929"/>
    <a:srgbClr val="27AD54"/>
    <a:srgbClr val="1C7E3D"/>
    <a:srgbClr val="F8F8F8"/>
    <a:srgbClr val="C7DFD1"/>
    <a:srgbClr val="C0C0C0"/>
    <a:srgbClr val="4E757D"/>
    <a:srgbClr val="1C1C1C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FEE27A-8B65-480D-8AE4-E01219240CED}" v="105" dt="2025-04-24T15:32:13.0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44" y="114"/>
      </p:cViewPr>
      <p:guideLst>
        <p:guide orient="horz" pos="1729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beiro, D (Diego)" userId="b03a088a-20fd-4a44-8c89-2fedcc72cf98" providerId="ADAL" clId="{B9BF634E-5E9E-469B-A657-9F73409FFCB0}"/>
    <pc:docChg chg="custSel addSld modSld">
      <pc:chgData name="Ribeiro, D (Diego)" userId="b03a088a-20fd-4a44-8c89-2fedcc72cf98" providerId="ADAL" clId="{B9BF634E-5E9E-469B-A657-9F73409FFCB0}" dt="2024-07-08T14:03:21.377" v="13" actId="1076"/>
      <pc:docMkLst>
        <pc:docMk/>
      </pc:docMkLst>
      <pc:sldChg chg="addSp delSp modSp mod">
        <pc:chgData name="Ribeiro, D (Diego)" userId="b03a088a-20fd-4a44-8c89-2fedcc72cf98" providerId="ADAL" clId="{B9BF634E-5E9E-469B-A657-9F73409FFCB0}" dt="2024-07-08T14:01:20.383" v="9" actId="478"/>
        <pc:sldMkLst>
          <pc:docMk/>
          <pc:sldMk cId="519454030" sldId="256"/>
        </pc:sldMkLst>
        <pc:picChg chg="del">
          <ac:chgData name="Ribeiro, D (Diego)" userId="b03a088a-20fd-4a44-8c89-2fedcc72cf98" providerId="ADAL" clId="{B9BF634E-5E9E-469B-A657-9F73409FFCB0}" dt="2024-07-08T14:01:20.383" v="9" actId="478"/>
          <ac:picMkLst>
            <pc:docMk/>
            <pc:sldMk cId="519454030" sldId="256"/>
            <ac:picMk id="2" creationId="{55186A52-081C-030C-27B6-6877AD2B7DA2}"/>
          </ac:picMkLst>
        </pc:picChg>
        <pc:picChg chg="add del mod">
          <ac:chgData name="Ribeiro, D (Diego)" userId="b03a088a-20fd-4a44-8c89-2fedcc72cf98" providerId="ADAL" clId="{B9BF634E-5E9E-469B-A657-9F73409FFCB0}" dt="2024-07-08T13:58:38.671" v="2" actId="478"/>
          <ac:picMkLst>
            <pc:docMk/>
            <pc:sldMk cId="519454030" sldId="256"/>
            <ac:picMk id="6" creationId="{B707CA92-DBA5-6075-2256-32FF4F0253F6}"/>
          </ac:picMkLst>
        </pc:picChg>
        <pc:picChg chg="add del mod">
          <ac:chgData name="Ribeiro, D (Diego)" userId="b03a088a-20fd-4a44-8c89-2fedcc72cf98" providerId="ADAL" clId="{B9BF634E-5E9E-469B-A657-9F73409FFCB0}" dt="2024-07-08T13:59:32.381" v="5" actId="478"/>
          <ac:picMkLst>
            <pc:docMk/>
            <pc:sldMk cId="519454030" sldId="256"/>
            <ac:picMk id="7" creationId="{3166D468-2C06-5C6D-E010-0306925461B5}"/>
          </ac:picMkLst>
        </pc:picChg>
        <pc:picChg chg="add del mod">
          <ac:chgData name="Ribeiro, D (Diego)" userId="b03a088a-20fd-4a44-8c89-2fedcc72cf98" providerId="ADAL" clId="{B9BF634E-5E9E-469B-A657-9F73409FFCB0}" dt="2024-07-08T14:01:19.215" v="8" actId="478"/>
          <ac:picMkLst>
            <pc:docMk/>
            <pc:sldMk cId="519454030" sldId="256"/>
            <ac:picMk id="9" creationId="{5E6F758F-A2B2-DE4C-4FFD-16F89795689B}"/>
          </ac:picMkLst>
        </pc:picChg>
      </pc:sldChg>
      <pc:sldChg chg="new">
        <pc:chgData name="Ribeiro, D (Diego)" userId="b03a088a-20fd-4a44-8c89-2fedcc72cf98" providerId="ADAL" clId="{B9BF634E-5E9E-469B-A657-9F73409FFCB0}" dt="2024-07-08T14:02:24.560" v="10"/>
        <pc:sldMkLst>
          <pc:docMk/>
          <pc:sldMk cId="3548254286" sldId="262"/>
        </pc:sldMkLst>
      </pc:sldChg>
      <pc:sldChg chg="addSp modSp new mod">
        <pc:chgData name="Ribeiro, D (Diego)" userId="b03a088a-20fd-4a44-8c89-2fedcc72cf98" providerId="ADAL" clId="{B9BF634E-5E9E-469B-A657-9F73409FFCB0}" dt="2024-07-08T14:03:21.377" v="13" actId="1076"/>
        <pc:sldMkLst>
          <pc:docMk/>
          <pc:sldMk cId="1374209478" sldId="263"/>
        </pc:sldMkLst>
        <pc:picChg chg="add mod">
          <ac:chgData name="Ribeiro, D (Diego)" userId="b03a088a-20fd-4a44-8c89-2fedcc72cf98" providerId="ADAL" clId="{B9BF634E-5E9E-469B-A657-9F73409FFCB0}" dt="2024-07-08T14:03:21.377" v="13" actId="1076"/>
          <ac:picMkLst>
            <pc:docMk/>
            <pc:sldMk cId="1374209478" sldId="263"/>
            <ac:picMk id="10" creationId="{32060428-4F44-FD39-A9D4-C1A7120E6B90}"/>
          </ac:picMkLst>
        </pc:picChg>
      </pc:sldChg>
    </pc:docChg>
  </pc:docChgLst>
  <pc:docChgLst>
    <pc:chgData name="Ribeiro, D (Diego)" userId="b03a088a-20fd-4a44-8c89-2fedcc72cf98" providerId="ADAL" clId="{24FEE27A-8B65-480D-8AE4-E01219240CED}"/>
    <pc:docChg chg="undo redo custSel addSld delSld modSld sldOrd">
      <pc:chgData name="Ribeiro, D (Diego)" userId="b03a088a-20fd-4a44-8c89-2fedcc72cf98" providerId="ADAL" clId="{24FEE27A-8B65-480D-8AE4-E01219240CED}" dt="2025-04-24T15:32:13.084" v="556" actId="20577"/>
      <pc:docMkLst>
        <pc:docMk/>
      </pc:docMkLst>
      <pc:sldChg chg="del">
        <pc:chgData name="Ribeiro, D (Diego)" userId="b03a088a-20fd-4a44-8c89-2fedcc72cf98" providerId="ADAL" clId="{24FEE27A-8B65-480D-8AE4-E01219240CED}" dt="2025-04-22T16:36:53.826" v="6" actId="47"/>
        <pc:sldMkLst>
          <pc:docMk/>
          <pc:sldMk cId="519454030" sldId="256"/>
        </pc:sldMkLst>
      </pc:sldChg>
      <pc:sldChg chg="del">
        <pc:chgData name="Ribeiro, D (Diego)" userId="b03a088a-20fd-4a44-8c89-2fedcc72cf98" providerId="ADAL" clId="{24FEE27A-8B65-480D-8AE4-E01219240CED}" dt="2025-04-22T16:36:53.826" v="6" actId="47"/>
        <pc:sldMkLst>
          <pc:docMk/>
          <pc:sldMk cId="3682603091" sldId="258"/>
        </pc:sldMkLst>
      </pc:sldChg>
      <pc:sldChg chg="del">
        <pc:chgData name="Ribeiro, D (Diego)" userId="b03a088a-20fd-4a44-8c89-2fedcc72cf98" providerId="ADAL" clId="{24FEE27A-8B65-480D-8AE4-E01219240CED}" dt="2025-04-22T16:36:53.826" v="6" actId="47"/>
        <pc:sldMkLst>
          <pc:docMk/>
          <pc:sldMk cId="185687041" sldId="259"/>
        </pc:sldMkLst>
      </pc:sldChg>
      <pc:sldChg chg="del">
        <pc:chgData name="Ribeiro, D (Diego)" userId="b03a088a-20fd-4a44-8c89-2fedcc72cf98" providerId="ADAL" clId="{24FEE27A-8B65-480D-8AE4-E01219240CED}" dt="2025-04-22T16:36:53.826" v="6" actId="47"/>
        <pc:sldMkLst>
          <pc:docMk/>
          <pc:sldMk cId="2691389509" sldId="260"/>
        </pc:sldMkLst>
      </pc:sldChg>
      <pc:sldChg chg="del">
        <pc:chgData name="Ribeiro, D (Diego)" userId="b03a088a-20fd-4a44-8c89-2fedcc72cf98" providerId="ADAL" clId="{24FEE27A-8B65-480D-8AE4-E01219240CED}" dt="2025-04-22T16:36:53.826" v="6" actId="47"/>
        <pc:sldMkLst>
          <pc:docMk/>
          <pc:sldMk cId="1876158943" sldId="261"/>
        </pc:sldMkLst>
      </pc:sldChg>
      <pc:sldChg chg="del">
        <pc:chgData name="Ribeiro, D (Diego)" userId="b03a088a-20fd-4a44-8c89-2fedcc72cf98" providerId="ADAL" clId="{24FEE27A-8B65-480D-8AE4-E01219240CED}" dt="2025-04-22T16:36:53.826" v="6" actId="47"/>
        <pc:sldMkLst>
          <pc:docMk/>
          <pc:sldMk cId="3548254286" sldId="262"/>
        </pc:sldMkLst>
      </pc:sldChg>
      <pc:sldChg chg="del">
        <pc:chgData name="Ribeiro, D (Diego)" userId="b03a088a-20fd-4a44-8c89-2fedcc72cf98" providerId="ADAL" clId="{24FEE27A-8B65-480D-8AE4-E01219240CED}" dt="2025-04-22T16:36:53.826" v="6" actId="47"/>
        <pc:sldMkLst>
          <pc:docMk/>
          <pc:sldMk cId="1374209478" sldId="263"/>
        </pc:sldMkLst>
      </pc:sldChg>
      <pc:sldChg chg="addSp modSp new mod">
        <pc:chgData name="Ribeiro, D (Diego)" userId="b03a088a-20fd-4a44-8c89-2fedcc72cf98" providerId="ADAL" clId="{24FEE27A-8B65-480D-8AE4-E01219240CED}" dt="2025-04-24T09:39:10.361" v="534" actId="1037"/>
        <pc:sldMkLst>
          <pc:docMk/>
          <pc:sldMk cId="1388964048" sldId="264"/>
        </pc:sldMkLst>
        <pc:spChg chg="mod">
          <ac:chgData name="Ribeiro, D (Diego)" userId="b03a088a-20fd-4a44-8c89-2fedcc72cf98" providerId="ADAL" clId="{24FEE27A-8B65-480D-8AE4-E01219240CED}" dt="2025-04-22T16:36:35.527" v="5" actId="20577"/>
          <ac:spMkLst>
            <pc:docMk/>
            <pc:sldMk cId="1388964048" sldId="264"/>
            <ac:spMk id="6" creationId="{38576AE3-5ABE-C5B1-529B-BEE25BCBAE61}"/>
          </ac:spMkLst>
        </pc:spChg>
        <pc:picChg chg="add mod">
          <ac:chgData name="Ribeiro, D (Diego)" userId="b03a088a-20fd-4a44-8c89-2fedcc72cf98" providerId="ADAL" clId="{24FEE27A-8B65-480D-8AE4-E01219240CED}" dt="2025-04-24T09:35:40.740" v="525" actId="1076"/>
          <ac:picMkLst>
            <pc:docMk/>
            <pc:sldMk cId="1388964048" sldId="264"/>
            <ac:picMk id="10" creationId="{B095BC41-8C8F-7FC9-EDB2-EC09CB86E3E7}"/>
          </ac:picMkLst>
        </pc:picChg>
        <pc:picChg chg="add mod">
          <ac:chgData name="Ribeiro, D (Diego)" userId="b03a088a-20fd-4a44-8c89-2fedcc72cf98" providerId="ADAL" clId="{24FEE27A-8B65-480D-8AE4-E01219240CED}" dt="2025-04-24T09:39:10.361" v="534" actId="1037"/>
          <ac:picMkLst>
            <pc:docMk/>
            <pc:sldMk cId="1388964048" sldId="264"/>
            <ac:picMk id="2050" creationId="{DB80CC65-63D7-E8D6-CC20-AC52470C0270}"/>
          </ac:picMkLst>
        </pc:picChg>
      </pc:sldChg>
      <pc:sldChg chg="modSp new mod modAnim">
        <pc:chgData name="Ribeiro, D (Diego)" userId="b03a088a-20fd-4a44-8c89-2fedcc72cf98" providerId="ADAL" clId="{24FEE27A-8B65-480D-8AE4-E01219240CED}" dt="2025-04-24T14:19:34.624" v="550" actId="20577"/>
        <pc:sldMkLst>
          <pc:docMk/>
          <pc:sldMk cId="2030224722" sldId="265"/>
        </pc:sldMkLst>
        <pc:spChg chg="mod">
          <ac:chgData name="Ribeiro, D (Diego)" userId="b03a088a-20fd-4a44-8c89-2fedcc72cf98" providerId="ADAL" clId="{24FEE27A-8B65-480D-8AE4-E01219240CED}" dt="2025-04-24T14:19:18.797" v="546" actId="20577"/>
          <ac:spMkLst>
            <pc:docMk/>
            <pc:sldMk cId="2030224722" sldId="265"/>
            <ac:spMk id="2" creationId="{8D47F9E9-1566-7B34-C6AC-3F8193DE9CCB}"/>
          </ac:spMkLst>
        </pc:spChg>
        <pc:spChg chg="mod">
          <ac:chgData name="Ribeiro, D (Diego)" userId="b03a088a-20fd-4a44-8c89-2fedcc72cf98" providerId="ADAL" clId="{24FEE27A-8B65-480D-8AE4-E01219240CED}" dt="2025-04-22T16:51:19.593" v="137" actId="790"/>
          <ac:spMkLst>
            <pc:docMk/>
            <pc:sldMk cId="2030224722" sldId="265"/>
            <ac:spMk id="3" creationId="{CEAFFA52-D16B-6640-F9AB-01A2AC43C21E}"/>
          </ac:spMkLst>
        </pc:spChg>
      </pc:sldChg>
      <pc:sldChg chg="addSp delSp modSp new mod">
        <pc:chgData name="Ribeiro, D (Diego)" userId="b03a088a-20fd-4a44-8c89-2fedcc72cf98" providerId="ADAL" clId="{24FEE27A-8B65-480D-8AE4-E01219240CED}" dt="2025-04-24T15:31:55.448" v="552" actId="20577"/>
        <pc:sldMkLst>
          <pc:docMk/>
          <pc:sldMk cId="3945197859" sldId="266"/>
        </pc:sldMkLst>
        <pc:spChg chg="del">
          <ac:chgData name="Ribeiro, D (Diego)" userId="b03a088a-20fd-4a44-8c89-2fedcc72cf98" providerId="ADAL" clId="{24FEE27A-8B65-480D-8AE4-E01219240CED}" dt="2025-04-22T16:39:09.322" v="26" actId="478"/>
          <ac:spMkLst>
            <pc:docMk/>
            <pc:sldMk cId="3945197859" sldId="266"/>
            <ac:spMk id="2" creationId="{2F8AC6B5-7F3C-DE76-C0AE-F6D83313A30F}"/>
          </ac:spMkLst>
        </pc:spChg>
        <pc:spChg chg="mod">
          <ac:chgData name="Ribeiro, D (Diego)" userId="b03a088a-20fd-4a44-8c89-2fedcc72cf98" providerId="ADAL" clId="{24FEE27A-8B65-480D-8AE4-E01219240CED}" dt="2025-04-22T16:40:02.666" v="44" actId="122"/>
          <ac:spMkLst>
            <pc:docMk/>
            <pc:sldMk cId="3945197859" sldId="266"/>
            <ac:spMk id="3" creationId="{D13359B5-BBF5-C167-4EBA-E47C3408EC2A}"/>
          </ac:spMkLst>
        </pc:spChg>
        <pc:spChg chg="mod">
          <ac:chgData name="Ribeiro, D (Diego)" userId="b03a088a-20fd-4a44-8c89-2fedcc72cf98" providerId="ADAL" clId="{24FEE27A-8B65-480D-8AE4-E01219240CED}" dt="2025-04-22T16:39:26.361" v="33" actId="20577"/>
          <ac:spMkLst>
            <pc:docMk/>
            <pc:sldMk cId="3945197859" sldId="266"/>
            <ac:spMk id="4" creationId="{093B4239-5D3D-84A9-C0D0-3B67F4E54F32}"/>
          </ac:spMkLst>
        </pc:spChg>
        <pc:spChg chg="mod">
          <ac:chgData name="Ribeiro, D (Diego)" userId="b03a088a-20fd-4a44-8c89-2fedcc72cf98" providerId="ADAL" clId="{24FEE27A-8B65-480D-8AE4-E01219240CED}" dt="2025-04-24T15:31:55.448" v="552" actId="20577"/>
          <ac:spMkLst>
            <pc:docMk/>
            <pc:sldMk cId="3945197859" sldId="266"/>
            <ac:spMk id="5" creationId="{6CB99998-C22C-465B-8559-0BCA664FE2EF}"/>
          </ac:spMkLst>
        </pc:spChg>
        <pc:picChg chg="add mod">
          <ac:chgData name="Ribeiro, D (Diego)" userId="b03a088a-20fd-4a44-8c89-2fedcc72cf98" providerId="ADAL" clId="{24FEE27A-8B65-480D-8AE4-E01219240CED}" dt="2025-04-22T16:39:57.315" v="43" actId="1076"/>
          <ac:picMkLst>
            <pc:docMk/>
            <pc:sldMk cId="3945197859" sldId="266"/>
            <ac:picMk id="6" creationId="{94FCBE1F-E544-8149-86E9-8BA6A7E84BA6}"/>
          </ac:picMkLst>
        </pc:picChg>
      </pc:sldChg>
      <pc:sldChg chg="addSp delSp modSp add mod">
        <pc:chgData name="Ribeiro, D (Diego)" userId="b03a088a-20fd-4a44-8c89-2fedcc72cf98" providerId="ADAL" clId="{24FEE27A-8B65-480D-8AE4-E01219240CED}" dt="2025-04-24T15:32:07.100" v="554" actId="20577"/>
        <pc:sldMkLst>
          <pc:docMk/>
          <pc:sldMk cId="2906428997" sldId="267"/>
        </pc:sldMkLst>
        <pc:spChg chg="del">
          <ac:chgData name="Ribeiro, D (Diego)" userId="b03a088a-20fd-4a44-8c89-2fedcc72cf98" providerId="ADAL" clId="{24FEE27A-8B65-480D-8AE4-E01219240CED}" dt="2025-04-22T16:41:54.097" v="53" actId="478"/>
          <ac:spMkLst>
            <pc:docMk/>
            <pc:sldMk cId="2906428997" sldId="267"/>
            <ac:spMk id="3" creationId="{D13359B5-BBF5-C167-4EBA-E47C3408EC2A}"/>
          </ac:spMkLst>
        </pc:spChg>
        <pc:spChg chg="mod">
          <ac:chgData name="Ribeiro, D (Diego)" userId="b03a088a-20fd-4a44-8c89-2fedcc72cf98" providerId="ADAL" clId="{24FEE27A-8B65-480D-8AE4-E01219240CED}" dt="2025-04-22T16:40:20.651" v="47" actId="20577"/>
          <ac:spMkLst>
            <pc:docMk/>
            <pc:sldMk cId="2906428997" sldId="267"/>
            <ac:spMk id="4" creationId="{093B4239-5D3D-84A9-C0D0-3B67F4E54F32}"/>
          </ac:spMkLst>
        </pc:spChg>
        <pc:spChg chg="mod">
          <ac:chgData name="Ribeiro, D (Diego)" userId="b03a088a-20fd-4a44-8c89-2fedcc72cf98" providerId="ADAL" clId="{24FEE27A-8B65-480D-8AE4-E01219240CED}" dt="2025-04-24T15:32:07.100" v="554" actId="20577"/>
          <ac:spMkLst>
            <pc:docMk/>
            <pc:sldMk cId="2906428997" sldId="267"/>
            <ac:spMk id="5" creationId="{6CB99998-C22C-465B-8559-0BCA664FE2EF}"/>
          </ac:spMkLst>
        </pc:spChg>
        <pc:spChg chg="add del">
          <ac:chgData name="Ribeiro, D (Diego)" userId="b03a088a-20fd-4a44-8c89-2fedcc72cf98" providerId="ADAL" clId="{24FEE27A-8B65-480D-8AE4-E01219240CED}" dt="2025-04-22T16:40:34.040" v="50" actId="22"/>
          <ac:spMkLst>
            <pc:docMk/>
            <pc:sldMk cId="2906428997" sldId="267"/>
            <ac:spMk id="7" creationId="{385EC8F1-703E-97D5-1807-CBB901338054}"/>
          </ac:spMkLst>
        </pc:spChg>
        <pc:spChg chg="add mod">
          <ac:chgData name="Ribeiro, D (Diego)" userId="b03a088a-20fd-4a44-8c89-2fedcc72cf98" providerId="ADAL" clId="{24FEE27A-8B65-480D-8AE4-E01219240CED}" dt="2025-04-22T16:41:54.097" v="53" actId="478"/>
          <ac:spMkLst>
            <pc:docMk/>
            <pc:sldMk cId="2906428997" sldId="267"/>
            <ac:spMk id="11" creationId="{F744310B-D15A-127E-05B7-1AED0968778B}"/>
          </ac:spMkLst>
        </pc:spChg>
        <pc:picChg chg="del">
          <ac:chgData name="Ribeiro, D (Diego)" userId="b03a088a-20fd-4a44-8c89-2fedcc72cf98" providerId="ADAL" clId="{24FEE27A-8B65-480D-8AE4-E01219240CED}" dt="2025-04-22T16:40:24.566" v="48" actId="478"/>
          <ac:picMkLst>
            <pc:docMk/>
            <pc:sldMk cId="2906428997" sldId="267"/>
            <ac:picMk id="6" creationId="{94FCBE1F-E544-8149-86E9-8BA6A7E84BA6}"/>
          </ac:picMkLst>
        </pc:picChg>
        <pc:picChg chg="add mod">
          <ac:chgData name="Ribeiro, D (Diego)" userId="b03a088a-20fd-4a44-8c89-2fedcc72cf98" providerId="ADAL" clId="{24FEE27A-8B65-480D-8AE4-E01219240CED}" dt="2025-04-22T16:40:54.745" v="52" actId="1076"/>
          <ac:picMkLst>
            <pc:docMk/>
            <pc:sldMk cId="2906428997" sldId="267"/>
            <ac:picMk id="8" creationId="{193D4653-C894-AE7C-A416-6E117C1AFFEC}"/>
          </ac:picMkLst>
        </pc:picChg>
        <pc:picChg chg="add mod">
          <ac:chgData name="Ribeiro, D (Diego)" userId="b03a088a-20fd-4a44-8c89-2fedcc72cf98" providerId="ADAL" clId="{24FEE27A-8B65-480D-8AE4-E01219240CED}" dt="2025-04-22T16:40:54.745" v="52" actId="1076"/>
          <ac:picMkLst>
            <pc:docMk/>
            <pc:sldMk cId="2906428997" sldId="267"/>
            <ac:picMk id="9" creationId="{9F4D300A-8461-ABF5-4B80-0675D74009C7}"/>
          </ac:picMkLst>
        </pc:picChg>
      </pc:sldChg>
      <pc:sldChg chg="addSp delSp modSp add mod modAnim">
        <pc:chgData name="Ribeiro, D (Diego)" userId="b03a088a-20fd-4a44-8c89-2fedcc72cf98" providerId="ADAL" clId="{24FEE27A-8B65-480D-8AE4-E01219240CED}" dt="2025-04-24T15:32:13.084" v="556" actId="20577"/>
        <pc:sldMkLst>
          <pc:docMk/>
          <pc:sldMk cId="2453055151" sldId="268"/>
        </pc:sldMkLst>
        <pc:spChg chg="add mod">
          <ac:chgData name="Ribeiro, D (Diego)" userId="b03a088a-20fd-4a44-8c89-2fedcc72cf98" providerId="ADAL" clId="{24FEE27A-8B65-480D-8AE4-E01219240CED}" dt="2025-04-22T16:42:31.481" v="60"/>
          <ac:spMkLst>
            <pc:docMk/>
            <pc:sldMk cId="2453055151" sldId="268"/>
            <ac:spMk id="3" creationId="{D261BE77-D5BA-9E51-64ED-FAD584CD9EA4}"/>
          </ac:spMkLst>
        </pc:spChg>
        <pc:spChg chg="mod">
          <ac:chgData name="Ribeiro, D (Diego)" userId="b03a088a-20fd-4a44-8c89-2fedcc72cf98" providerId="ADAL" clId="{24FEE27A-8B65-480D-8AE4-E01219240CED}" dt="2025-04-22T16:42:11.245" v="57"/>
          <ac:spMkLst>
            <pc:docMk/>
            <pc:sldMk cId="2453055151" sldId="268"/>
            <ac:spMk id="4" creationId="{093B4239-5D3D-84A9-C0D0-3B67F4E54F32}"/>
          </ac:spMkLst>
        </pc:spChg>
        <pc:spChg chg="mod">
          <ac:chgData name="Ribeiro, D (Diego)" userId="b03a088a-20fd-4a44-8c89-2fedcc72cf98" providerId="ADAL" clId="{24FEE27A-8B65-480D-8AE4-E01219240CED}" dt="2025-04-24T15:32:13.084" v="556" actId="20577"/>
          <ac:spMkLst>
            <pc:docMk/>
            <pc:sldMk cId="2453055151" sldId="268"/>
            <ac:spMk id="5" creationId="{6CB99998-C22C-465B-8559-0BCA664FE2EF}"/>
          </ac:spMkLst>
        </pc:spChg>
        <pc:spChg chg="add mod">
          <ac:chgData name="Ribeiro, D (Diego)" userId="b03a088a-20fd-4a44-8c89-2fedcc72cf98" providerId="ADAL" clId="{24FEE27A-8B65-480D-8AE4-E01219240CED}" dt="2025-04-22T16:42:31.481" v="60"/>
          <ac:spMkLst>
            <pc:docMk/>
            <pc:sldMk cId="2453055151" sldId="268"/>
            <ac:spMk id="6" creationId="{391CEE0D-5F57-63DF-78A3-22697A65A1CB}"/>
          </ac:spMkLst>
        </pc:spChg>
        <pc:spChg chg="add mod">
          <ac:chgData name="Ribeiro, D (Diego)" userId="b03a088a-20fd-4a44-8c89-2fedcc72cf98" providerId="ADAL" clId="{24FEE27A-8B65-480D-8AE4-E01219240CED}" dt="2025-04-22T16:42:31.481" v="60"/>
          <ac:spMkLst>
            <pc:docMk/>
            <pc:sldMk cId="2453055151" sldId="268"/>
            <ac:spMk id="7" creationId="{2B62694D-12E5-E0BF-E139-A76532092D2F}"/>
          </ac:spMkLst>
        </pc:spChg>
        <pc:spChg chg="add mod">
          <ac:chgData name="Ribeiro, D (Diego)" userId="b03a088a-20fd-4a44-8c89-2fedcc72cf98" providerId="ADAL" clId="{24FEE27A-8B65-480D-8AE4-E01219240CED}" dt="2025-04-22T16:42:31.481" v="60"/>
          <ac:spMkLst>
            <pc:docMk/>
            <pc:sldMk cId="2453055151" sldId="268"/>
            <ac:spMk id="10" creationId="{4C43BA95-55FA-5E68-AFB0-4DD94BED9E8E}"/>
          </ac:spMkLst>
        </pc:spChg>
        <pc:spChg chg="add mod">
          <ac:chgData name="Ribeiro, D (Diego)" userId="b03a088a-20fd-4a44-8c89-2fedcc72cf98" providerId="ADAL" clId="{24FEE27A-8B65-480D-8AE4-E01219240CED}" dt="2025-04-22T16:42:31.481" v="60"/>
          <ac:spMkLst>
            <pc:docMk/>
            <pc:sldMk cId="2453055151" sldId="268"/>
            <ac:spMk id="12" creationId="{06385411-B4A3-6E0E-F61B-230DA6D8623D}"/>
          </ac:spMkLst>
        </pc:spChg>
        <pc:spChg chg="add mod">
          <ac:chgData name="Ribeiro, D (Diego)" userId="b03a088a-20fd-4a44-8c89-2fedcc72cf98" providerId="ADAL" clId="{24FEE27A-8B65-480D-8AE4-E01219240CED}" dt="2025-04-22T16:42:31.481" v="60"/>
          <ac:spMkLst>
            <pc:docMk/>
            <pc:sldMk cId="2453055151" sldId="268"/>
            <ac:spMk id="13" creationId="{A29CD6F2-BCFC-E9C8-D814-ED007A1D98E1}"/>
          </ac:spMkLst>
        </pc:spChg>
        <pc:spChg chg="add mod">
          <ac:chgData name="Ribeiro, D (Diego)" userId="b03a088a-20fd-4a44-8c89-2fedcc72cf98" providerId="ADAL" clId="{24FEE27A-8B65-480D-8AE4-E01219240CED}" dt="2025-04-22T16:42:31.481" v="60"/>
          <ac:spMkLst>
            <pc:docMk/>
            <pc:sldMk cId="2453055151" sldId="268"/>
            <ac:spMk id="14" creationId="{425294A3-0D12-F3E6-4575-ACF9F44AD323}"/>
          </ac:spMkLst>
        </pc:spChg>
        <pc:spChg chg="add mod">
          <ac:chgData name="Ribeiro, D (Diego)" userId="b03a088a-20fd-4a44-8c89-2fedcc72cf98" providerId="ADAL" clId="{24FEE27A-8B65-480D-8AE4-E01219240CED}" dt="2025-04-22T16:42:31.481" v="60"/>
          <ac:spMkLst>
            <pc:docMk/>
            <pc:sldMk cId="2453055151" sldId="268"/>
            <ac:spMk id="15" creationId="{C87BE00A-4B30-8F9B-1523-6811B32FF962}"/>
          </ac:spMkLst>
        </pc:spChg>
        <pc:spChg chg="add del mod">
          <ac:chgData name="Ribeiro, D (Diego)" userId="b03a088a-20fd-4a44-8c89-2fedcc72cf98" providerId="ADAL" clId="{24FEE27A-8B65-480D-8AE4-E01219240CED}" dt="2025-04-22T16:46:06.003" v="96" actId="478"/>
          <ac:spMkLst>
            <pc:docMk/>
            <pc:sldMk cId="2453055151" sldId="268"/>
            <ac:spMk id="16" creationId="{7C33F32E-DB16-DDFA-FF07-A44D83F6BEDF}"/>
          </ac:spMkLst>
        </pc:spChg>
        <pc:spChg chg="add mod">
          <ac:chgData name="Ribeiro, D (Diego)" userId="b03a088a-20fd-4a44-8c89-2fedcc72cf98" providerId="ADAL" clId="{24FEE27A-8B65-480D-8AE4-E01219240CED}" dt="2025-04-22T16:55:31.586" v="146" actId="1076"/>
          <ac:spMkLst>
            <pc:docMk/>
            <pc:sldMk cId="2453055151" sldId="268"/>
            <ac:spMk id="17" creationId="{90044312-64BD-96E8-7812-732769E7D0B3}"/>
          </ac:spMkLst>
        </pc:spChg>
        <pc:spChg chg="add mod">
          <ac:chgData name="Ribeiro, D (Diego)" userId="b03a088a-20fd-4a44-8c89-2fedcc72cf98" providerId="ADAL" clId="{24FEE27A-8B65-480D-8AE4-E01219240CED}" dt="2025-04-22T16:47:13.507" v="116" actId="1076"/>
          <ac:spMkLst>
            <pc:docMk/>
            <pc:sldMk cId="2453055151" sldId="268"/>
            <ac:spMk id="18" creationId="{268FB0B0-7902-3487-BC1C-E51D0AFBB9CB}"/>
          </ac:spMkLst>
        </pc:spChg>
        <pc:spChg chg="add mod">
          <ac:chgData name="Ribeiro, D (Diego)" userId="b03a088a-20fd-4a44-8c89-2fedcc72cf98" providerId="ADAL" clId="{24FEE27A-8B65-480D-8AE4-E01219240CED}" dt="2025-04-22T16:45:07.246" v="82" actId="1076"/>
          <ac:spMkLst>
            <pc:docMk/>
            <pc:sldMk cId="2453055151" sldId="268"/>
            <ac:spMk id="19" creationId="{7B925865-A77B-A684-2E23-864E93151C57}"/>
          </ac:spMkLst>
        </pc:spChg>
        <pc:spChg chg="add mod">
          <ac:chgData name="Ribeiro, D (Diego)" userId="b03a088a-20fd-4a44-8c89-2fedcc72cf98" providerId="ADAL" clId="{24FEE27A-8B65-480D-8AE4-E01219240CED}" dt="2025-04-22T16:49:39.620" v="127" actId="1076"/>
          <ac:spMkLst>
            <pc:docMk/>
            <pc:sldMk cId="2453055151" sldId="268"/>
            <ac:spMk id="20" creationId="{29FD0EE3-C9B4-B299-B330-C8600D85761A}"/>
          </ac:spMkLst>
        </pc:spChg>
        <pc:spChg chg="add mod">
          <ac:chgData name="Ribeiro, D (Diego)" userId="b03a088a-20fd-4a44-8c89-2fedcc72cf98" providerId="ADAL" clId="{24FEE27A-8B65-480D-8AE4-E01219240CED}" dt="2025-04-22T16:49:48.509" v="128" actId="1076"/>
          <ac:spMkLst>
            <pc:docMk/>
            <pc:sldMk cId="2453055151" sldId="268"/>
            <ac:spMk id="21" creationId="{E876F6D7-CB21-6F22-6119-C9ED7DBFF6F9}"/>
          </ac:spMkLst>
        </pc:spChg>
        <pc:spChg chg="add mod">
          <ac:chgData name="Ribeiro, D (Diego)" userId="b03a088a-20fd-4a44-8c89-2fedcc72cf98" providerId="ADAL" clId="{24FEE27A-8B65-480D-8AE4-E01219240CED}" dt="2025-04-22T16:47:41.564" v="122" actId="1076"/>
          <ac:spMkLst>
            <pc:docMk/>
            <pc:sldMk cId="2453055151" sldId="268"/>
            <ac:spMk id="22" creationId="{D26944B6-CA15-C77B-4CA0-90674F6A15FD}"/>
          </ac:spMkLst>
        </pc:spChg>
        <pc:spChg chg="add mod">
          <ac:chgData name="Ribeiro, D (Diego)" userId="b03a088a-20fd-4a44-8c89-2fedcc72cf98" providerId="ADAL" clId="{24FEE27A-8B65-480D-8AE4-E01219240CED}" dt="2025-04-22T16:47:28.365" v="119" actId="1076"/>
          <ac:spMkLst>
            <pc:docMk/>
            <pc:sldMk cId="2453055151" sldId="268"/>
            <ac:spMk id="23" creationId="{94693A7E-0E60-9E2D-FD82-9656A5F32A74}"/>
          </ac:spMkLst>
        </pc:spChg>
        <pc:spChg chg="add mod">
          <ac:chgData name="Ribeiro, D (Diego)" userId="b03a088a-20fd-4a44-8c89-2fedcc72cf98" providerId="ADAL" clId="{24FEE27A-8B65-480D-8AE4-E01219240CED}" dt="2025-04-22T16:45:13.291" v="84" actId="1076"/>
          <ac:spMkLst>
            <pc:docMk/>
            <pc:sldMk cId="2453055151" sldId="268"/>
            <ac:spMk id="30" creationId="{8165B376-A066-5EA6-6765-6ABC22B73628}"/>
          </ac:spMkLst>
        </pc:spChg>
        <pc:spChg chg="add mod">
          <ac:chgData name="Ribeiro, D (Diego)" userId="b03a088a-20fd-4a44-8c89-2fedcc72cf98" providerId="ADAL" clId="{24FEE27A-8B65-480D-8AE4-E01219240CED}" dt="2025-04-22T16:55:14.189" v="145"/>
          <ac:spMkLst>
            <pc:docMk/>
            <pc:sldMk cId="2453055151" sldId="268"/>
            <ac:spMk id="31" creationId="{BFD389D9-A9D4-CE22-C850-F23BD4DF25F4}"/>
          </ac:spMkLst>
        </pc:spChg>
        <pc:spChg chg="add mod">
          <ac:chgData name="Ribeiro, D (Diego)" userId="b03a088a-20fd-4a44-8c89-2fedcc72cf98" providerId="ADAL" clId="{24FEE27A-8B65-480D-8AE4-E01219240CED}" dt="2025-04-22T16:49:48.509" v="128" actId="1076"/>
          <ac:spMkLst>
            <pc:docMk/>
            <pc:sldMk cId="2453055151" sldId="268"/>
            <ac:spMk id="32" creationId="{17020D75-85D0-2AFD-B660-79304B100CD9}"/>
          </ac:spMkLst>
        </pc:spChg>
        <pc:spChg chg="add mod">
          <ac:chgData name="Ribeiro, D (Diego)" userId="b03a088a-20fd-4a44-8c89-2fedcc72cf98" providerId="ADAL" clId="{24FEE27A-8B65-480D-8AE4-E01219240CED}" dt="2025-04-22T16:47:32.685" v="120" actId="1076"/>
          <ac:spMkLst>
            <pc:docMk/>
            <pc:sldMk cId="2453055151" sldId="268"/>
            <ac:spMk id="33" creationId="{ACE568EB-C476-6CEF-C314-277EE806E45A}"/>
          </ac:spMkLst>
        </pc:spChg>
        <pc:spChg chg="add mod">
          <ac:chgData name="Ribeiro, D (Diego)" userId="b03a088a-20fd-4a44-8c89-2fedcc72cf98" providerId="ADAL" clId="{24FEE27A-8B65-480D-8AE4-E01219240CED}" dt="2025-04-22T16:46:39.456" v="106"/>
          <ac:spMkLst>
            <pc:docMk/>
            <pc:sldMk cId="2453055151" sldId="268"/>
            <ac:spMk id="34" creationId="{41C0E9FB-B095-9781-DF3B-DC92833B8FFA}"/>
          </ac:spMkLst>
        </pc:spChg>
        <pc:spChg chg="add mod">
          <ac:chgData name="Ribeiro, D (Diego)" userId="b03a088a-20fd-4a44-8c89-2fedcc72cf98" providerId="ADAL" clId="{24FEE27A-8B65-480D-8AE4-E01219240CED}" dt="2025-04-22T16:55:40.636" v="147" actId="1076"/>
          <ac:spMkLst>
            <pc:docMk/>
            <pc:sldMk cId="2453055151" sldId="268"/>
            <ac:spMk id="35" creationId="{0D330FF4-88BD-CC97-5E91-6613C42F2472}"/>
          </ac:spMkLst>
        </pc:spChg>
        <pc:picChg chg="add mod">
          <ac:chgData name="Ribeiro, D (Diego)" userId="b03a088a-20fd-4a44-8c89-2fedcc72cf98" providerId="ADAL" clId="{24FEE27A-8B65-480D-8AE4-E01219240CED}" dt="2025-04-22T16:44:08.637" v="70" actId="1076"/>
          <ac:picMkLst>
            <pc:docMk/>
            <pc:sldMk cId="2453055151" sldId="268"/>
            <ac:picMk id="2" creationId="{5F5E8714-C874-635A-B99C-AAA7C424DAC8}"/>
          </ac:picMkLst>
        </pc:picChg>
        <pc:picChg chg="del">
          <ac:chgData name="Ribeiro, D (Diego)" userId="b03a088a-20fd-4a44-8c89-2fedcc72cf98" providerId="ADAL" clId="{24FEE27A-8B65-480D-8AE4-E01219240CED}" dt="2025-04-22T16:42:03.902" v="55" actId="478"/>
          <ac:picMkLst>
            <pc:docMk/>
            <pc:sldMk cId="2453055151" sldId="268"/>
            <ac:picMk id="8" creationId="{193D4653-C894-AE7C-A416-6E117C1AFFEC}"/>
          </ac:picMkLst>
        </pc:picChg>
        <pc:picChg chg="del">
          <ac:chgData name="Ribeiro, D (Diego)" userId="b03a088a-20fd-4a44-8c89-2fedcc72cf98" providerId="ADAL" clId="{24FEE27A-8B65-480D-8AE4-E01219240CED}" dt="2025-04-22T16:42:04.574" v="56" actId="478"/>
          <ac:picMkLst>
            <pc:docMk/>
            <pc:sldMk cId="2453055151" sldId="268"/>
            <ac:picMk id="9" creationId="{9F4D300A-8461-ABF5-4B80-0675D74009C7}"/>
          </ac:picMkLst>
        </pc:picChg>
        <pc:picChg chg="add mod">
          <ac:chgData name="Ribeiro, D (Diego)" userId="b03a088a-20fd-4a44-8c89-2fedcc72cf98" providerId="ADAL" clId="{24FEE27A-8B65-480D-8AE4-E01219240CED}" dt="2025-04-22T16:47:07.745" v="114" actId="1076"/>
          <ac:picMkLst>
            <pc:docMk/>
            <pc:sldMk cId="2453055151" sldId="268"/>
            <ac:picMk id="24" creationId="{F1E9F014-5D50-5D6D-35EB-87A1FDD259C8}"/>
          </ac:picMkLst>
        </pc:picChg>
        <pc:picChg chg="add mod">
          <ac:chgData name="Ribeiro, D (Diego)" userId="b03a088a-20fd-4a44-8c89-2fedcc72cf98" providerId="ADAL" clId="{24FEE27A-8B65-480D-8AE4-E01219240CED}" dt="2025-04-22T16:50:26.069" v="131" actId="1076"/>
          <ac:picMkLst>
            <pc:docMk/>
            <pc:sldMk cId="2453055151" sldId="268"/>
            <ac:picMk id="25" creationId="{DCB075F1-5C9C-4D86-4B74-1597EF00345E}"/>
          </ac:picMkLst>
        </pc:picChg>
        <pc:picChg chg="add mod">
          <ac:chgData name="Ribeiro, D (Diego)" userId="b03a088a-20fd-4a44-8c89-2fedcc72cf98" providerId="ADAL" clId="{24FEE27A-8B65-480D-8AE4-E01219240CED}" dt="2025-04-22T16:49:39.620" v="127" actId="1076"/>
          <ac:picMkLst>
            <pc:docMk/>
            <pc:sldMk cId="2453055151" sldId="268"/>
            <ac:picMk id="26" creationId="{DAD2A379-F8FB-4111-D298-0A3C4CC6FC7E}"/>
          </ac:picMkLst>
        </pc:picChg>
        <pc:picChg chg="add mod">
          <ac:chgData name="Ribeiro, D (Diego)" userId="b03a088a-20fd-4a44-8c89-2fedcc72cf98" providerId="ADAL" clId="{24FEE27A-8B65-480D-8AE4-E01219240CED}" dt="2025-04-22T16:50:34.287" v="132" actId="1076"/>
          <ac:picMkLst>
            <pc:docMk/>
            <pc:sldMk cId="2453055151" sldId="268"/>
            <ac:picMk id="27" creationId="{0595BCC1-F55F-45BA-A1EB-5CD5DD4C7BC3}"/>
          </ac:picMkLst>
        </pc:picChg>
        <pc:picChg chg="add mod">
          <ac:chgData name="Ribeiro, D (Diego)" userId="b03a088a-20fd-4a44-8c89-2fedcc72cf98" providerId="ADAL" clId="{24FEE27A-8B65-480D-8AE4-E01219240CED}" dt="2025-04-22T16:47:36.623" v="121" actId="1076"/>
          <ac:picMkLst>
            <pc:docMk/>
            <pc:sldMk cId="2453055151" sldId="268"/>
            <ac:picMk id="28" creationId="{B33A4BEA-DA6B-EF27-A87D-8D220FFBBA65}"/>
          </ac:picMkLst>
        </pc:picChg>
        <pc:picChg chg="add mod">
          <ac:chgData name="Ribeiro, D (Diego)" userId="b03a088a-20fd-4a44-8c89-2fedcc72cf98" providerId="ADAL" clId="{24FEE27A-8B65-480D-8AE4-E01219240CED}" dt="2025-04-22T16:47:20.546" v="118" actId="1076"/>
          <ac:picMkLst>
            <pc:docMk/>
            <pc:sldMk cId="2453055151" sldId="268"/>
            <ac:picMk id="29" creationId="{A51BBCA1-5661-A601-F77B-87C3654BA35D}"/>
          </ac:picMkLst>
        </pc:picChg>
      </pc:sldChg>
      <pc:sldChg chg="addSp delSp modSp add mod ord">
        <pc:chgData name="Ribeiro, D (Diego)" userId="b03a088a-20fd-4a44-8c89-2fedcc72cf98" providerId="ADAL" clId="{24FEE27A-8B65-480D-8AE4-E01219240CED}" dt="2025-04-24T14:18:52.565" v="542" actId="20577"/>
        <pc:sldMkLst>
          <pc:docMk/>
          <pc:sldMk cId="623173955" sldId="269"/>
        </pc:sldMkLst>
        <pc:spChg chg="mod">
          <ac:chgData name="Ribeiro, D (Diego)" userId="b03a088a-20fd-4a44-8c89-2fedcc72cf98" providerId="ADAL" clId="{24FEE27A-8B65-480D-8AE4-E01219240CED}" dt="2025-04-24T09:33:44.409" v="517" actId="313"/>
          <ac:spMkLst>
            <pc:docMk/>
            <pc:sldMk cId="623173955" sldId="269"/>
            <ac:spMk id="3" creationId="{D13359B5-BBF5-C167-4EBA-E47C3408EC2A}"/>
          </ac:spMkLst>
        </pc:spChg>
        <pc:spChg chg="mod">
          <ac:chgData name="Ribeiro, D (Diego)" userId="b03a088a-20fd-4a44-8c89-2fedcc72cf98" providerId="ADAL" clId="{24FEE27A-8B65-480D-8AE4-E01219240CED}" dt="2025-04-24T07:54:55.641" v="260"/>
          <ac:spMkLst>
            <pc:docMk/>
            <pc:sldMk cId="623173955" sldId="269"/>
            <ac:spMk id="4" creationId="{093B4239-5D3D-84A9-C0D0-3B67F4E54F32}"/>
          </ac:spMkLst>
        </pc:spChg>
        <pc:spChg chg="mod">
          <ac:chgData name="Ribeiro, D (Diego)" userId="b03a088a-20fd-4a44-8c89-2fedcc72cf98" providerId="ADAL" clId="{24FEE27A-8B65-480D-8AE4-E01219240CED}" dt="2025-04-24T14:18:52.565" v="542" actId="20577"/>
          <ac:spMkLst>
            <pc:docMk/>
            <pc:sldMk cId="623173955" sldId="269"/>
            <ac:spMk id="5" creationId="{6CB99998-C22C-465B-8559-0BCA664FE2EF}"/>
          </ac:spMkLst>
        </pc:spChg>
        <pc:picChg chg="del">
          <ac:chgData name="Ribeiro, D (Diego)" userId="b03a088a-20fd-4a44-8c89-2fedcc72cf98" providerId="ADAL" clId="{24FEE27A-8B65-480D-8AE4-E01219240CED}" dt="2025-04-24T07:25:12.254" v="151" actId="478"/>
          <ac:picMkLst>
            <pc:docMk/>
            <pc:sldMk cId="623173955" sldId="269"/>
            <ac:picMk id="6" creationId="{94FCBE1F-E544-8149-86E9-8BA6A7E84BA6}"/>
          </ac:picMkLst>
        </pc:picChg>
        <pc:picChg chg="add mod modCrop">
          <ac:chgData name="Ribeiro, D (Diego)" userId="b03a088a-20fd-4a44-8c89-2fedcc72cf98" providerId="ADAL" clId="{24FEE27A-8B65-480D-8AE4-E01219240CED}" dt="2025-04-24T07:26:57.832" v="197" actId="1076"/>
          <ac:picMkLst>
            <pc:docMk/>
            <pc:sldMk cId="623173955" sldId="269"/>
            <ac:picMk id="7" creationId="{39B33C30-FE8E-1946-955A-A0A4B5CCCAAF}"/>
          </ac:picMkLst>
        </pc:picChg>
      </pc:sldChg>
      <pc:sldChg chg="addSp delSp modSp add mod">
        <pc:chgData name="Ribeiro, D (Diego)" userId="b03a088a-20fd-4a44-8c89-2fedcc72cf98" providerId="ADAL" clId="{24FEE27A-8B65-480D-8AE4-E01219240CED}" dt="2025-04-24T14:18:45.850" v="538" actId="20577"/>
        <pc:sldMkLst>
          <pc:docMk/>
          <pc:sldMk cId="2765814162" sldId="270"/>
        </pc:sldMkLst>
        <pc:spChg chg="add">
          <ac:chgData name="Ribeiro, D (Diego)" userId="b03a088a-20fd-4a44-8c89-2fedcc72cf98" providerId="ADAL" clId="{24FEE27A-8B65-480D-8AE4-E01219240CED}" dt="2025-04-24T07:58:31.813" v="320"/>
          <ac:spMkLst>
            <pc:docMk/>
            <pc:sldMk cId="2765814162" sldId="270"/>
            <ac:spMk id="2" creationId="{D52F10AB-395C-C754-5E22-2205C8A78595}"/>
          </ac:spMkLst>
        </pc:spChg>
        <pc:spChg chg="mod">
          <ac:chgData name="Ribeiro, D (Diego)" userId="b03a088a-20fd-4a44-8c89-2fedcc72cf98" providerId="ADAL" clId="{24FEE27A-8B65-480D-8AE4-E01219240CED}" dt="2025-04-24T09:25:25.481" v="461" actId="20577"/>
          <ac:spMkLst>
            <pc:docMk/>
            <pc:sldMk cId="2765814162" sldId="270"/>
            <ac:spMk id="3" creationId="{D13359B5-BBF5-C167-4EBA-E47C3408EC2A}"/>
          </ac:spMkLst>
        </pc:spChg>
        <pc:spChg chg="mod">
          <ac:chgData name="Ribeiro, D (Diego)" userId="b03a088a-20fd-4a44-8c89-2fedcc72cf98" providerId="ADAL" clId="{24FEE27A-8B65-480D-8AE4-E01219240CED}" dt="2025-04-24T14:18:45.850" v="538" actId="20577"/>
          <ac:spMkLst>
            <pc:docMk/>
            <pc:sldMk cId="2765814162" sldId="270"/>
            <ac:spMk id="5" creationId="{6CB99998-C22C-465B-8559-0BCA664FE2EF}"/>
          </ac:spMkLst>
        </pc:spChg>
        <pc:spChg chg="add mod">
          <ac:chgData name="Ribeiro, D (Diego)" userId="b03a088a-20fd-4a44-8c89-2fedcc72cf98" providerId="ADAL" clId="{24FEE27A-8B65-480D-8AE4-E01219240CED}" dt="2025-04-24T08:00:08.077" v="391" actId="790"/>
          <ac:spMkLst>
            <pc:docMk/>
            <pc:sldMk cId="2765814162" sldId="270"/>
            <ac:spMk id="8" creationId="{406003B2-21F6-A9C1-66EC-5C400D3C2854}"/>
          </ac:spMkLst>
        </pc:spChg>
        <pc:picChg chg="add mod">
          <ac:chgData name="Ribeiro, D (Diego)" userId="b03a088a-20fd-4a44-8c89-2fedcc72cf98" providerId="ADAL" clId="{24FEE27A-8B65-480D-8AE4-E01219240CED}" dt="2025-04-24T07:58:37.789" v="323" actId="1076"/>
          <ac:picMkLst>
            <pc:docMk/>
            <pc:sldMk cId="2765814162" sldId="270"/>
            <ac:picMk id="6" creationId="{5B6D973D-D72A-BD9F-4637-8C829C0602CC}"/>
          </ac:picMkLst>
        </pc:picChg>
        <pc:picChg chg="del">
          <ac:chgData name="Ribeiro, D (Diego)" userId="b03a088a-20fd-4a44-8c89-2fedcc72cf98" providerId="ADAL" clId="{24FEE27A-8B65-480D-8AE4-E01219240CED}" dt="2025-04-24T07:55:38.784" v="263" actId="478"/>
          <ac:picMkLst>
            <pc:docMk/>
            <pc:sldMk cId="2765814162" sldId="270"/>
            <ac:picMk id="7" creationId="{39B33C30-FE8E-1946-955A-A0A4B5CCCAAF}"/>
          </ac:picMkLst>
        </pc:picChg>
        <pc:picChg chg="add mod">
          <ac:chgData name="Ribeiro, D (Diego)" userId="b03a088a-20fd-4a44-8c89-2fedcc72cf98" providerId="ADAL" clId="{24FEE27A-8B65-480D-8AE4-E01219240CED}" dt="2025-04-24T07:55:46.476" v="265" actId="1076"/>
          <ac:picMkLst>
            <pc:docMk/>
            <pc:sldMk cId="2765814162" sldId="270"/>
            <ac:picMk id="1026" creationId="{E1C08BD0-496F-64D3-3ED1-9125D2A62618}"/>
          </ac:picMkLst>
        </pc:picChg>
      </pc:sldChg>
      <pc:sldChg chg="addSp modSp new mod">
        <pc:chgData name="Ribeiro, D (Diego)" userId="b03a088a-20fd-4a44-8c89-2fedcc72cf98" providerId="ADAL" clId="{24FEE27A-8B65-480D-8AE4-E01219240CED}" dt="2025-04-24T09:28:11.467" v="480" actId="1076"/>
        <pc:sldMkLst>
          <pc:docMk/>
          <pc:sldMk cId="3579132502" sldId="271"/>
        </pc:sldMkLst>
        <pc:spChg chg="mod">
          <ac:chgData name="Ribeiro, D (Diego)" userId="b03a088a-20fd-4a44-8c89-2fedcc72cf98" providerId="ADAL" clId="{24FEE27A-8B65-480D-8AE4-E01219240CED}" dt="2025-04-24T09:26:24.152" v="469" actId="20577"/>
          <ac:spMkLst>
            <pc:docMk/>
            <pc:sldMk cId="3579132502" sldId="271"/>
            <ac:spMk id="4" creationId="{2FBF54F8-89AC-2279-0E7B-28968B09A253}"/>
          </ac:spMkLst>
        </pc:spChg>
        <pc:picChg chg="add mod">
          <ac:chgData name="Ribeiro, D (Diego)" userId="b03a088a-20fd-4a44-8c89-2fedcc72cf98" providerId="ADAL" clId="{24FEE27A-8B65-480D-8AE4-E01219240CED}" dt="2025-04-24T09:28:11.467" v="480" actId="1076"/>
          <ac:picMkLst>
            <pc:docMk/>
            <pc:sldMk cId="3579132502" sldId="271"/>
            <ac:picMk id="5" creationId="{EC22BCF2-58CF-18B7-89E2-BFCAA30BB8AF}"/>
          </ac:picMkLst>
        </pc:picChg>
      </pc:sldChg>
      <pc:sldMasterChg chg="delSldLayout">
        <pc:chgData name="Ribeiro, D (Diego)" userId="b03a088a-20fd-4a44-8c89-2fedcc72cf98" providerId="ADAL" clId="{24FEE27A-8B65-480D-8AE4-E01219240CED}" dt="2025-04-22T16:36:53.826" v="6" actId="47"/>
        <pc:sldMasterMkLst>
          <pc:docMk/>
          <pc:sldMasterMk cId="3319599024" sldId="2147484031"/>
        </pc:sldMasterMkLst>
        <pc:sldLayoutChg chg="del">
          <pc:chgData name="Ribeiro, D (Diego)" userId="b03a088a-20fd-4a44-8c89-2fedcc72cf98" providerId="ADAL" clId="{24FEE27A-8B65-480D-8AE4-E01219240CED}" dt="2025-04-22T16:36:53.826" v="6" actId="47"/>
          <pc:sldLayoutMkLst>
            <pc:docMk/>
            <pc:sldMasterMk cId="3319599024" sldId="2147484031"/>
            <pc:sldLayoutMk cId="3138105434" sldId="214748421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A40FD30-69AD-BAC6-3A94-1604A5187E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6FBC50-32B1-53A0-171E-D62B5B272A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D4831-7455-44D0-AEA9-667BDB68DD21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AEB237-F939-BBF7-73A8-CD4616BA2E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5E6E40-75E4-CAFA-F5E9-70E43A2866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4A1D6-1683-4D15-BEF8-52708D84EA4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11818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A7378-1F1F-4047-8A52-3472F878449F}" type="datetimeFigureOut">
              <a:rPr lang="pt-BR" smtClean="0"/>
              <a:t>24/04/2025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116F4-4C1C-4686-AC0C-358FD80AA7B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706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opcao5_t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26">
            <a:extLst>
              <a:ext uri="{FF2B5EF4-FFF2-40B4-BE49-F238E27FC236}">
                <a16:creationId xmlns:a16="http://schemas.microsoft.com/office/drawing/2014/main" id="{8B65EB78-908F-6E6C-3945-42599F8702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25470" y="5663376"/>
            <a:ext cx="6623049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lang="pt-BR" sz="1400" smtClean="0">
                <a:solidFill>
                  <a:schemeClr val="tx2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 marL="228600" indent="0" algn="l">
              <a:buFontTx/>
              <a:buNone/>
              <a:defRPr lang="pt-BR" sz="1800" smtClean="0"/>
            </a:lvl2pPr>
            <a:lvl3pPr marL="685800" indent="0" algn="l">
              <a:buFontTx/>
              <a:buNone/>
              <a:defRPr lang="pt-BR" sz="1800" smtClean="0"/>
            </a:lvl3pPr>
            <a:lvl4pPr marL="1143000" indent="0" algn="l">
              <a:buFontTx/>
              <a:buNone/>
              <a:defRPr lang="pt-BR" smtClean="0"/>
            </a:lvl4pPr>
            <a:lvl5pPr marL="1600200" indent="0" algn="l">
              <a:buFontTx/>
              <a:buNone/>
              <a:defRPr lang="pt-BR"/>
            </a:lvl5pPr>
          </a:lstStyle>
          <a:p>
            <a:r>
              <a:rPr lang="en-US">
                <a:solidFill>
                  <a:srgbClr val="064C4C"/>
                </a:solidFill>
              </a:rPr>
              <a:t>@ lorem.com</a:t>
            </a:r>
          </a:p>
        </p:txBody>
      </p:sp>
      <p:sp>
        <p:nvSpPr>
          <p:cNvPr id="7" name="Espaço Reservado para Texto 24">
            <a:extLst>
              <a:ext uri="{FF2B5EF4-FFF2-40B4-BE49-F238E27FC236}">
                <a16:creationId xmlns:a16="http://schemas.microsoft.com/office/drawing/2014/main" id="{4CD19CCA-5816-9005-CC3F-C72ACCD46F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25471" y="5061451"/>
            <a:ext cx="6623050" cy="50013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pt-BR" sz="1400" baseline="0" smtClean="0">
                <a:solidFill>
                  <a:srgbClr val="111111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4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amet</a:t>
            </a:r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, </a:t>
            </a:r>
            <a:r>
              <a:rPr lang="en-US" sz="14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consectetur</a:t>
            </a:r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</a:t>
            </a:r>
            <a:r>
              <a:rPr lang="en-US" sz="14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adipiscing</a:t>
            </a:r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</a:t>
            </a:r>
            <a:r>
              <a:rPr lang="en-US" sz="14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elit</a:t>
            </a:r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. Sed sit </a:t>
            </a:r>
            <a:r>
              <a:rPr lang="en-US" sz="14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amet</a:t>
            </a:r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</a:t>
            </a:r>
            <a:r>
              <a:rPr lang="en-US" sz="14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felis</a:t>
            </a:r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sit </a:t>
            </a:r>
            <a:r>
              <a:rPr lang="en-US" sz="14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amet</a:t>
            </a:r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nisi semper </a:t>
            </a:r>
            <a:r>
              <a:rPr lang="en-US" sz="14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dignissim</a:t>
            </a:r>
            <a:r>
              <a:rPr lang="en-US" sz="14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. </a:t>
            </a:r>
          </a:p>
        </p:txBody>
      </p:sp>
      <p:sp>
        <p:nvSpPr>
          <p:cNvPr id="8" name="Espaço Reservado para Texto 22">
            <a:extLst>
              <a:ext uri="{FF2B5EF4-FFF2-40B4-BE49-F238E27FC236}">
                <a16:creationId xmlns:a16="http://schemas.microsoft.com/office/drawing/2014/main" id="{DEAFDB3C-4B0A-3A24-23DA-2F4B93843D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25471" y="4604859"/>
            <a:ext cx="6623050" cy="43858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>
              <a:buNone/>
              <a:defRPr lang="pt-BR" sz="2400" b="1" smtClean="0">
                <a:solidFill>
                  <a:schemeClr val="tx2"/>
                </a:solidFill>
                <a:latin typeface="Century Gothic" panose="020B0502020202020204" pitchFamily="34" charset="0"/>
                <a:cs typeface="Poppins Light" panose="00000400000000000000" pitchFamily="50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64C4C"/>
                </a:solidFill>
                <a:latin typeface="Century Gothic" panose="020B0502020202020204" pitchFamily="34" charset="0"/>
                <a:cs typeface="Poppins Light" panose="00000400000000000000" pitchFamily="50" charset="0"/>
              </a:rPr>
              <a:t>Dr. Lorem 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48D994E7-55BD-DC31-3925-917264E1B6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206" y="2642326"/>
            <a:ext cx="108944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buFontTx/>
              <a:buNone/>
              <a:defRPr kumimoji="0" lang="pt-BR" sz="2000" b="0" i="0" u="none" strike="noStrike" cap="none" spc="200" normalizeH="0" baseline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 marL="228600" indent="0" algn="ctr">
              <a:buFontTx/>
              <a:buNone/>
              <a:defRPr lang="pt-BR" sz="1800" smtClean="0"/>
            </a:lvl2pPr>
            <a:lvl3pPr marL="685800" indent="0" algn="ctr">
              <a:buFontTx/>
              <a:buNone/>
              <a:defRPr lang="pt-BR" sz="1800" smtClean="0"/>
            </a:lvl3pPr>
            <a:lvl4pPr marL="1143000" indent="0" algn="ctr">
              <a:buFontTx/>
              <a:buNone/>
              <a:defRPr lang="pt-BR" smtClean="0"/>
            </a:lvl4pPr>
            <a:lvl5pPr marL="1600200" indent="0" algn="ctr">
              <a:buFontTx/>
              <a:buNone/>
              <a:defRPr lang="pt-BR"/>
            </a:lvl5pPr>
          </a:lstStyle>
          <a:p>
            <a:pPr algn="ctr">
              <a:lnSpc>
                <a:spcPct val="100000"/>
              </a:lnSpc>
            </a:pPr>
            <a:r>
              <a:rPr lang="en-US">
                <a:solidFill>
                  <a:srgbClr val="064C4C"/>
                </a:solidFill>
              </a:rPr>
              <a:t>Sub </a:t>
            </a:r>
            <a:r>
              <a:rPr lang="en-US" err="1">
                <a:solidFill>
                  <a:srgbClr val="064C4C"/>
                </a:solidFill>
              </a:rPr>
              <a:t>título</a:t>
            </a:r>
            <a:r>
              <a:rPr lang="en-US">
                <a:solidFill>
                  <a:srgbClr val="064C4C"/>
                </a:solidFill>
              </a:rPr>
              <a:t> da </a:t>
            </a:r>
            <a:r>
              <a:rPr lang="en-US" err="1">
                <a:solidFill>
                  <a:srgbClr val="064C4C"/>
                </a:solidFill>
              </a:rPr>
              <a:t>página</a:t>
            </a:r>
            <a:r>
              <a:rPr lang="en-US">
                <a:solidFill>
                  <a:srgbClr val="064C4C"/>
                </a:solidFill>
              </a:rPr>
              <a:t> </a:t>
            </a:r>
          </a:p>
        </p:txBody>
      </p:sp>
      <p:sp>
        <p:nvSpPr>
          <p:cNvPr id="10" name="Espaço Reservado para Texto 8">
            <a:extLst>
              <a:ext uri="{FF2B5EF4-FFF2-40B4-BE49-F238E27FC236}">
                <a16:creationId xmlns:a16="http://schemas.microsoft.com/office/drawing/2014/main" id="{051F2E51-C3E4-DE36-3254-495376547C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206" y="1646904"/>
            <a:ext cx="10894423" cy="9233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algn="ctr">
              <a:buFontTx/>
              <a:buNone/>
              <a:defRPr lang="pt-BR" sz="5400" b="1" spc="-15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 marL="228600" indent="0" algn="ctr">
              <a:buFontTx/>
              <a:buNone/>
              <a:defRPr lang="pt-BR" sz="1800" smtClean="0"/>
            </a:lvl2pPr>
            <a:lvl3pPr marL="685800" indent="0" algn="ctr">
              <a:buFontTx/>
              <a:buNone/>
              <a:defRPr lang="pt-BR" sz="1800" smtClean="0"/>
            </a:lvl3pPr>
            <a:lvl4pPr marL="1143000" indent="0" algn="ctr">
              <a:buFontTx/>
              <a:buNone/>
              <a:defRPr lang="pt-BR" smtClean="0"/>
            </a:lvl4pPr>
            <a:lvl5pPr marL="1600200" indent="0" algn="ctr">
              <a:buFontTx/>
              <a:buNone/>
              <a:defRPr lang="pt-BR"/>
            </a:lvl5pPr>
          </a:lstStyle>
          <a:p>
            <a: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Estudo de Caso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2B0095F-99D7-4711-D293-9BC64EDCA4A6}"/>
              </a:ext>
            </a:extLst>
          </p:cNvPr>
          <p:cNvSpPr/>
          <p:nvPr/>
        </p:nvSpPr>
        <p:spPr>
          <a:xfrm>
            <a:off x="4980471" y="-147475"/>
            <a:ext cx="1952093" cy="358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0CC7422-25A6-8A7F-84DE-94D4EE056A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980471" y="-147475"/>
            <a:ext cx="1952093" cy="358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Texto 14">
            <a:extLst>
              <a:ext uri="{FF2B5EF4-FFF2-40B4-BE49-F238E27FC236}">
                <a16:creationId xmlns:a16="http://schemas.microsoft.com/office/drawing/2014/main" id="{9AB84076-BAC7-BABB-B99E-A6D98F607C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5680" y="4449651"/>
            <a:ext cx="1564034" cy="1492400"/>
          </a:xfrm>
          <a:prstGeom prst="rect">
            <a:avLst/>
          </a:prstGeom>
          <a:solidFill>
            <a:srgbClr val="FFFFFF"/>
          </a:solidFill>
          <a:ln>
            <a:solidFill>
              <a:schemeClr val="accent1">
                <a:alpha val="74118"/>
              </a:schemeClr>
            </a:solidFill>
            <a:prstDash val="dash"/>
          </a:ln>
        </p:spPr>
        <p:txBody>
          <a:bodyPr>
            <a:noAutofit/>
          </a:bodyPr>
          <a:lstStyle>
            <a:lvl1pPr algn="ctr">
              <a:lnSpc>
                <a:spcPts val="6400"/>
              </a:lnSpc>
              <a:spcBef>
                <a:spcPts val="0"/>
              </a:spcBef>
              <a:spcAft>
                <a:spcPts val="2400"/>
              </a:spcAft>
              <a:defRPr sz="16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QRCode</a:t>
            </a:r>
          </a:p>
        </p:txBody>
      </p:sp>
      <p:sp>
        <p:nvSpPr>
          <p:cNvPr id="13" name="Espaço Reservado para Texto 14">
            <a:extLst>
              <a:ext uri="{FF2B5EF4-FFF2-40B4-BE49-F238E27FC236}">
                <a16:creationId xmlns:a16="http://schemas.microsoft.com/office/drawing/2014/main" id="{0D0CC46E-6F9D-AE9C-72BC-B08CBEC1DE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82200" y="4931692"/>
            <a:ext cx="1002926" cy="890977"/>
          </a:xfrm>
          <a:prstGeom prst="rect">
            <a:avLst/>
          </a:prstGeom>
          <a:ln>
            <a:solidFill>
              <a:schemeClr val="accent1">
                <a:alpha val="74118"/>
              </a:schemeClr>
            </a:solidFill>
            <a:prstDash val="dash"/>
          </a:ln>
        </p:spPr>
        <p:txBody>
          <a:bodyPr>
            <a:noAutofit/>
          </a:bodyPr>
          <a:lstStyle>
            <a:lvl1pPr algn="ctr">
              <a:lnSpc>
                <a:spcPts val="2200"/>
              </a:lnSpc>
              <a:spcBef>
                <a:spcPts val="0"/>
              </a:spcBef>
              <a:defRPr sz="16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SEU</a:t>
            </a:r>
            <a:br>
              <a:rPr lang="pt-BR"/>
            </a:br>
            <a:r>
              <a:rPr lang="pt-BR"/>
              <a:t>LOGO</a:t>
            </a:r>
            <a:br>
              <a:rPr lang="pt-BR"/>
            </a:br>
            <a:r>
              <a:rPr lang="pt-BR"/>
              <a:t>AQUI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90022C5-D187-F63E-CB20-34FF835E1EC6}"/>
              </a:ext>
            </a:extLst>
          </p:cNvPr>
          <p:cNvCxnSpPr>
            <a:cxnSpLocks noGrp="1" noRot="1" noMove="1" noResize="1" noEditPoints="1" noAdjustHandles="1" noChangeArrowheads="1" noChangeShapeType="1"/>
            <a:endCxn id="17" idx="1"/>
          </p:cNvCxnSpPr>
          <p:nvPr userDrawn="1"/>
        </p:nvCxnSpPr>
        <p:spPr>
          <a:xfrm>
            <a:off x="-226704" y="6089545"/>
            <a:ext cx="97002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593DEB24-B73F-77DB-B611-A2EDEBB9B8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3323" y="5980788"/>
            <a:ext cx="1564034" cy="217514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tx2"/>
                </a:solidFill>
                <a:latin typeface="+mj-lt"/>
              </a:defRPr>
            </a:lvl1pPr>
            <a:lvl2pPr>
              <a:defRPr sz="1200">
                <a:solidFill>
                  <a:schemeClr val="tx2"/>
                </a:solidFill>
                <a:latin typeface="+mj-lt"/>
              </a:defRPr>
            </a:lvl2pPr>
            <a:lvl3pPr>
              <a:defRPr sz="1100">
                <a:solidFill>
                  <a:schemeClr val="tx2"/>
                </a:solidFill>
                <a:latin typeface="+mj-lt"/>
              </a:defRPr>
            </a:lvl3pPr>
            <a:lvl4pPr>
              <a:defRPr sz="1050">
                <a:solidFill>
                  <a:schemeClr val="tx2"/>
                </a:solidFill>
                <a:latin typeface="+mj-lt"/>
              </a:defRPr>
            </a:lvl4pPr>
            <a:lvl5pPr>
              <a:defRPr sz="105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pt-BR"/>
              <a:t>CURRÍCULO LATTES</a:t>
            </a:r>
          </a:p>
          <a:p>
            <a:pPr lvl="0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981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1"/>
      <p:bldP spid="10" grpId="0">
        <p:tmplLst>
          <p:tmpl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2" grpId="0" animBg="1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opcao10_txt_img">
    <p:bg>
      <p:bgPr>
        <a:gradFill flip="none" rotWithShape="1">
          <a:gsLst>
            <a:gs pos="0">
              <a:schemeClr val="bg2"/>
            </a:gs>
            <a:gs pos="89854">
              <a:srgbClr val="FFFFFF"/>
            </a:gs>
            <a:gs pos="11000">
              <a:srgbClr val="FFFFFF"/>
            </a:gs>
            <a:gs pos="100000">
              <a:schemeClr val="bg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ágono 1">
            <a:extLst>
              <a:ext uri="{FF2B5EF4-FFF2-40B4-BE49-F238E27FC236}">
                <a16:creationId xmlns:a16="http://schemas.microsoft.com/office/drawing/2014/main" id="{06368695-FEE0-9603-B1F4-2266FFB81333}"/>
              </a:ext>
            </a:extLst>
          </p:cNvPr>
          <p:cNvSpPr>
            <a:spLocks/>
          </p:cNvSpPr>
          <p:nvPr userDrawn="1"/>
        </p:nvSpPr>
        <p:spPr>
          <a:xfrm>
            <a:off x="6755005" y="4604287"/>
            <a:ext cx="1764632" cy="1532920"/>
          </a:xfrm>
          <a:prstGeom prst="hexagon">
            <a:avLst/>
          </a:prstGeom>
          <a:solidFill>
            <a:srgbClr val="B2B2B2">
              <a:alpha val="36863"/>
            </a:srgb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Hexágono 2">
            <a:extLst>
              <a:ext uri="{FF2B5EF4-FFF2-40B4-BE49-F238E27FC236}">
                <a16:creationId xmlns:a16="http://schemas.microsoft.com/office/drawing/2014/main" id="{7188C4C8-6141-5862-294D-1F8C8515B1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796272" y="3759761"/>
            <a:ext cx="1764632" cy="1532920"/>
          </a:xfrm>
          <a:prstGeom prst="hexagon">
            <a:avLst/>
          </a:prstGeom>
          <a:solidFill>
            <a:srgbClr val="B2B2B2">
              <a:alpha val="36863"/>
            </a:srgb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Hexágono 3">
            <a:extLst>
              <a:ext uri="{FF2B5EF4-FFF2-40B4-BE49-F238E27FC236}">
                <a16:creationId xmlns:a16="http://schemas.microsoft.com/office/drawing/2014/main" id="{65363D20-6021-BE72-84B2-E3F8931512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99576" y="1128472"/>
            <a:ext cx="1764632" cy="1532920"/>
          </a:xfrm>
          <a:prstGeom prst="hexagon">
            <a:avLst/>
          </a:prstGeom>
          <a:solidFill>
            <a:srgbClr val="B2B2B2">
              <a:alpha val="36863"/>
            </a:srgbClr>
          </a:soli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CB0F30D5-4824-D5B1-198F-A0A194F6076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25193" y="5332110"/>
            <a:ext cx="103632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Texto 25">
            <a:extLst>
              <a:ext uri="{FF2B5EF4-FFF2-40B4-BE49-F238E27FC236}">
                <a16:creationId xmlns:a16="http://schemas.microsoft.com/office/drawing/2014/main" id="{3DBE8489-0E91-FD0E-6026-C9603A4A6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0833" y="5961870"/>
            <a:ext cx="4646073" cy="2693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pt-BR" sz="1300" b="1" dirty="0" smtClean="0">
                <a:solidFill>
                  <a:schemeClr val="tx2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r>
              <a:rPr lang="en-US">
                <a:solidFill>
                  <a:srgbClr val="064C4C"/>
                </a:solidFill>
              </a:rPr>
              <a:t>@ lorem.com</a:t>
            </a:r>
          </a:p>
        </p:txBody>
      </p:sp>
      <p:sp>
        <p:nvSpPr>
          <p:cNvPr id="15" name="Espaço Reservado para Texto 23">
            <a:extLst>
              <a:ext uri="{FF2B5EF4-FFF2-40B4-BE49-F238E27FC236}">
                <a16:creationId xmlns:a16="http://schemas.microsoft.com/office/drawing/2014/main" id="{28904E24-48D0-067D-DCA3-D9ED2F4100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0834" y="5428788"/>
            <a:ext cx="4646073" cy="46935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pt-BR" sz="1300" dirty="0" smtClean="0">
                <a:solidFill>
                  <a:schemeClr val="accent1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r>
              <a:rPr lang="en-US" sz="13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Lorem ipsum dolor sit </a:t>
            </a:r>
            <a:r>
              <a:rPr lang="en-US" sz="13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amet</a:t>
            </a:r>
            <a:r>
              <a:rPr lang="en-US" sz="13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, </a:t>
            </a:r>
            <a:r>
              <a:rPr lang="en-US" sz="13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consectetur</a:t>
            </a:r>
            <a:r>
              <a:rPr lang="en-US" sz="13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</a:t>
            </a:r>
            <a:r>
              <a:rPr lang="en-US" sz="13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adipiscing</a:t>
            </a:r>
            <a:r>
              <a:rPr lang="en-US" sz="13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</a:t>
            </a:r>
            <a:r>
              <a:rPr lang="en-US" sz="13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elit</a:t>
            </a:r>
            <a:r>
              <a:rPr lang="en-US" sz="13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. Sed sit </a:t>
            </a:r>
            <a:r>
              <a:rPr lang="en-US" sz="13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amet</a:t>
            </a:r>
            <a:r>
              <a:rPr lang="en-US" sz="13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</a:t>
            </a:r>
            <a:r>
              <a:rPr lang="en-US" sz="13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felis</a:t>
            </a:r>
            <a:r>
              <a:rPr lang="en-US" sz="1300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sit </a:t>
            </a:r>
            <a:r>
              <a:rPr lang="en-US" sz="1300" err="1">
                <a:solidFill>
                  <a:srgbClr val="064C4C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amet</a:t>
            </a:r>
            <a:endParaRPr lang="en-US" sz="1300">
              <a:solidFill>
                <a:srgbClr val="064C4C"/>
              </a:solidFill>
              <a:latin typeface="Century Gothic" panose="020B0502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4" name="Espaço Reservado para Texto 21">
            <a:extLst>
              <a:ext uri="{FF2B5EF4-FFF2-40B4-BE49-F238E27FC236}">
                <a16:creationId xmlns:a16="http://schemas.microsoft.com/office/drawing/2014/main" id="{F5CA1F6F-6991-40A3-0D2E-128BDCC604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0835" y="4758472"/>
            <a:ext cx="4646073" cy="49641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pt-BR" sz="2400" b="1" dirty="0" smtClean="0">
                <a:solidFill>
                  <a:schemeClr val="tx2"/>
                </a:solidFill>
                <a:latin typeface="Century Gothic" panose="020B0502020202020204" pitchFamily="34" charset="0"/>
                <a:cs typeface="Poppins Light" panose="00000400000000000000" pitchFamily="50" charset="0"/>
              </a:defRPr>
            </a:lvl1pPr>
            <a:lvl2pPr marL="228600" indent="0">
              <a:buFontTx/>
              <a:buNone/>
              <a:defRPr lang="pt-BR" sz="1800" dirty="0" smtClean="0"/>
            </a:lvl2pPr>
            <a:lvl3pPr marL="685800" indent="0">
              <a:buFontTx/>
              <a:buNone/>
              <a:defRPr lang="pt-BR" sz="1800" dirty="0" smtClean="0"/>
            </a:lvl3pPr>
            <a:lvl4pPr marL="1143000" indent="0">
              <a:buFontTx/>
              <a:buNone/>
              <a:defRPr lang="pt-BR" dirty="0" smtClean="0"/>
            </a:lvl4pPr>
            <a:lvl5pPr marL="1600200" indent="0">
              <a:buFontTx/>
              <a:buNone/>
              <a:defRPr lang="pt-BR" dirty="0"/>
            </a:lvl5pPr>
          </a:lstStyle>
          <a:p>
            <a:pPr marL="0" lvl="0">
              <a:lnSpc>
                <a:spcPct val="130000"/>
              </a:lnSpc>
            </a:pPr>
            <a:r>
              <a:rPr lang="pt-BR"/>
              <a:t>Dr.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4AC99AA7-9610-BF1F-7958-C831C7321F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382" y="2341357"/>
            <a:ext cx="5341976" cy="331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lnSpc>
                <a:spcPts val="2160"/>
              </a:lnSpc>
              <a:defRPr kumimoji="0" lang="pt-BR" sz="1800" b="0" i="0" u="none" strike="noStrike" cap="none" spc="200" normalizeH="0" baseline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Calibri (Corpo)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marR="0" lvl="0" indent="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Subtítulo da página</a:t>
            </a:r>
          </a:p>
        </p:txBody>
      </p:sp>
      <p:sp>
        <p:nvSpPr>
          <p:cNvPr id="13" name="Espaço Reservado para Texto 17">
            <a:extLst>
              <a:ext uri="{FF2B5EF4-FFF2-40B4-BE49-F238E27FC236}">
                <a16:creationId xmlns:a16="http://schemas.microsoft.com/office/drawing/2014/main" id="{88E8FD9C-8B8C-3A2E-A270-BDC7A2392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075" y="1600695"/>
            <a:ext cx="5382788" cy="7571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lang="pt-BR" sz="54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228600" marR="0" lvl="0" indent="-2286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pt-BR"/>
              <a:t>Estudo de Caso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DD70826-7EB3-0B74-D9A4-39E48055DE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71155" y="2455016"/>
            <a:ext cx="808450" cy="1313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8" name="Espaço Reservado para Imagem 5">
            <a:extLst>
              <a:ext uri="{FF2B5EF4-FFF2-40B4-BE49-F238E27FC236}">
                <a16:creationId xmlns:a16="http://schemas.microsoft.com/office/drawing/2014/main" id="{45401309-261F-37F1-B50F-FAF626265D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/>
          </p:nvPr>
        </p:nvSpPr>
        <p:spPr>
          <a:xfrm>
            <a:off x="5928507" y="261687"/>
            <a:ext cx="6089860" cy="6334626"/>
          </a:xfrm>
          <a:custGeom>
            <a:avLst/>
            <a:gdLst>
              <a:gd name="connsiteX0" fmla="*/ 3273121 w 6089860"/>
              <a:gd name="connsiteY0" fmla="*/ 4801706 h 6334626"/>
              <a:gd name="connsiteX1" fmla="*/ 4271293 w 6089860"/>
              <a:gd name="connsiteY1" fmla="*/ 4801706 h 6334626"/>
              <a:gd name="connsiteX2" fmla="*/ 4654523 w 6089860"/>
              <a:gd name="connsiteY2" fmla="*/ 5568166 h 6334626"/>
              <a:gd name="connsiteX3" fmla="*/ 4271293 w 6089860"/>
              <a:gd name="connsiteY3" fmla="*/ 6334626 h 6334626"/>
              <a:gd name="connsiteX4" fmla="*/ 3273121 w 6089860"/>
              <a:gd name="connsiteY4" fmla="*/ 6334626 h 6334626"/>
              <a:gd name="connsiteX5" fmla="*/ 2889891 w 6089860"/>
              <a:gd name="connsiteY5" fmla="*/ 5568166 h 6334626"/>
              <a:gd name="connsiteX6" fmla="*/ 1839581 w 6089860"/>
              <a:gd name="connsiteY6" fmla="*/ 4014815 h 6334626"/>
              <a:gd name="connsiteX7" fmla="*/ 2837753 w 6089860"/>
              <a:gd name="connsiteY7" fmla="*/ 4014815 h 6334626"/>
              <a:gd name="connsiteX8" fmla="*/ 3220983 w 6089860"/>
              <a:gd name="connsiteY8" fmla="*/ 4781275 h 6334626"/>
              <a:gd name="connsiteX9" fmla="*/ 2837753 w 6089860"/>
              <a:gd name="connsiteY9" fmla="*/ 5547735 h 6334626"/>
              <a:gd name="connsiteX10" fmla="*/ 1839581 w 6089860"/>
              <a:gd name="connsiteY10" fmla="*/ 5547735 h 6334626"/>
              <a:gd name="connsiteX11" fmla="*/ 1456351 w 6089860"/>
              <a:gd name="connsiteY11" fmla="*/ 4781275 h 6334626"/>
              <a:gd name="connsiteX12" fmla="*/ 398868 w 6089860"/>
              <a:gd name="connsiteY12" fmla="*/ 3248215 h 6334626"/>
              <a:gd name="connsiteX13" fmla="*/ 1397040 w 6089860"/>
              <a:gd name="connsiteY13" fmla="*/ 3248215 h 6334626"/>
              <a:gd name="connsiteX14" fmla="*/ 1780270 w 6089860"/>
              <a:gd name="connsiteY14" fmla="*/ 4014675 h 6334626"/>
              <a:gd name="connsiteX15" fmla="*/ 1397040 w 6089860"/>
              <a:gd name="connsiteY15" fmla="*/ 4781135 h 6334626"/>
              <a:gd name="connsiteX16" fmla="*/ 398868 w 6089860"/>
              <a:gd name="connsiteY16" fmla="*/ 4781135 h 6334626"/>
              <a:gd name="connsiteX17" fmla="*/ 15638 w 6089860"/>
              <a:gd name="connsiteY17" fmla="*/ 4014675 h 6334626"/>
              <a:gd name="connsiteX18" fmla="*/ 3273121 w 6089860"/>
              <a:gd name="connsiteY18" fmla="*/ 3200440 h 6334626"/>
              <a:gd name="connsiteX19" fmla="*/ 4271293 w 6089860"/>
              <a:gd name="connsiteY19" fmla="*/ 3200440 h 6334626"/>
              <a:gd name="connsiteX20" fmla="*/ 4654523 w 6089860"/>
              <a:gd name="connsiteY20" fmla="*/ 3966900 h 6334626"/>
              <a:gd name="connsiteX21" fmla="*/ 4271293 w 6089860"/>
              <a:gd name="connsiteY21" fmla="*/ 4733360 h 6334626"/>
              <a:gd name="connsiteX22" fmla="*/ 3273121 w 6089860"/>
              <a:gd name="connsiteY22" fmla="*/ 4733360 h 6334626"/>
              <a:gd name="connsiteX23" fmla="*/ 2889891 w 6089860"/>
              <a:gd name="connsiteY23" fmla="*/ 3966900 h 6334626"/>
              <a:gd name="connsiteX24" fmla="*/ 1827661 w 6089860"/>
              <a:gd name="connsiteY24" fmla="*/ 2416966 h 6334626"/>
              <a:gd name="connsiteX25" fmla="*/ 2825833 w 6089860"/>
              <a:gd name="connsiteY25" fmla="*/ 2416966 h 6334626"/>
              <a:gd name="connsiteX26" fmla="*/ 3209063 w 6089860"/>
              <a:gd name="connsiteY26" fmla="*/ 3183425 h 6334626"/>
              <a:gd name="connsiteX27" fmla="*/ 2825833 w 6089860"/>
              <a:gd name="connsiteY27" fmla="*/ 3949885 h 6334626"/>
              <a:gd name="connsiteX28" fmla="*/ 1827661 w 6089860"/>
              <a:gd name="connsiteY28" fmla="*/ 3949885 h 6334626"/>
              <a:gd name="connsiteX29" fmla="*/ 1444431 w 6089860"/>
              <a:gd name="connsiteY29" fmla="*/ 3183425 h 6334626"/>
              <a:gd name="connsiteX30" fmla="*/ 4694390 w 6089860"/>
              <a:gd name="connsiteY30" fmla="*/ 2399807 h 6334626"/>
              <a:gd name="connsiteX31" fmla="*/ 5692562 w 6089860"/>
              <a:gd name="connsiteY31" fmla="*/ 2399807 h 6334626"/>
              <a:gd name="connsiteX32" fmla="*/ 6075792 w 6089860"/>
              <a:gd name="connsiteY32" fmla="*/ 3166268 h 6334626"/>
              <a:gd name="connsiteX33" fmla="*/ 5692562 w 6089860"/>
              <a:gd name="connsiteY33" fmla="*/ 3932727 h 6334626"/>
              <a:gd name="connsiteX34" fmla="*/ 4694390 w 6089860"/>
              <a:gd name="connsiteY34" fmla="*/ 3932727 h 6334626"/>
              <a:gd name="connsiteX35" fmla="*/ 4311160 w 6089860"/>
              <a:gd name="connsiteY35" fmla="*/ 3166268 h 6334626"/>
              <a:gd name="connsiteX36" fmla="*/ 3264198 w 6089860"/>
              <a:gd name="connsiteY36" fmla="*/ 1599177 h 6334626"/>
              <a:gd name="connsiteX37" fmla="*/ 4262370 w 6089860"/>
              <a:gd name="connsiteY37" fmla="*/ 1599177 h 6334626"/>
              <a:gd name="connsiteX38" fmla="*/ 4645600 w 6089860"/>
              <a:gd name="connsiteY38" fmla="*/ 2365636 h 6334626"/>
              <a:gd name="connsiteX39" fmla="*/ 4262370 w 6089860"/>
              <a:gd name="connsiteY39" fmla="*/ 3132095 h 6334626"/>
              <a:gd name="connsiteX40" fmla="*/ 3264198 w 6089860"/>
              <a:gd name="connsiteY40" fmla="*/ 3132095 h 6334626"/>
              <a:gd name="connsiteX41" fmla="*/ 2880968 w 6089860"/>
              <a:gd name="connsiteY41" fmla="*/ 2365636 h 6334626"/>
              <a:gd name="connsiteX42" fmla="*/ 383230 w 6089860"/>
              <a:gd name="connsiteY42" fmla="*/ 1599175 h 6334626"/>
              <a:gd name="connsiteX43" fmla="*/ 1381402 w 6089860"/>
              <a:gd name="connsiteY43" fmla="*/ 1599175 h 6334626"/>
              <a:gd name="connsiteX44" fmla="*/ 1764632 w 6089860"/>
              <a:gd name="connsiteY44" fmla="*/ 2365635 h 6334626"/>
              <a:gd name="connsiteX45" fmla="*/ 1381402 w 6089860"/>
              <a:gd name="connsiteY45" fmla="*/ 3132094 h 6334626"/>
              <a:gd name="connsiteX46" fmla="*/ 383230 w 6089860"/>
              <a:gd name="connsiteY46" fmla="*/ 3132094 h 6334626"/>
              <a:gd name="connsiteX47" fmla="*/ 0 w 6089860"/>
              <a:gd name="connsiteY47" fmla="*/ 2365635 h 6334626"/>
              <a:gd name="connsiteX48" fmla="*/ 1817641 w 6089860"/>
              <a:gd name="connsiteY48" fmla="*/ 816820 h 6334626"/>
              <a:gd name="connsiteX49" fmla="*/ 2815813 w 6089860"/>
              <a:gd name="connsiteY49" fmla="*/ 816820 h 6334626"/>
              <a:gd name="connsiteX50" fmla="*/ 3199043 w 6089860"/>
              <a:gd name="connsiteY50" fmla="*/ 1583280 h 6334626"/>
              <a:gd name="connsiteX51" fmla="*/ 2815813 w 6089860"/>
              <a:gd name="connsiteY51" fmla="*/ 2349738 h 6334626"/>
              <a:gd name="connsiteX52" fmla="*/ 1817641 w 6089860"/>
              <a:gd name="connsiteY52" fmla="*/ 2349738 h 6334626"/>
              <a:gd name="connsiteX53" fmla="*/ 1434411 w 6089860"/>
              <a:gd name="connsiteY53" fmla="*/ 1583280 h 6334626"/>
              <a:gd name="connsiteX54" fmla="*/ 4708458 w 6089860"/>
              <a:gd name="connsiteY54" fmla="*/ 812611 h 6334626"/>
              <a:gd name="connsiteX55" fmla="*/ 5706630 w 6089860"/>
              <a:gd name="connsiteY55" fmla="*/ 812611 h 6334626"/>
              <a:gd name="connsiteX56" fmla="*/ 6089860 w 6089860"/>
              <a:gd name="connsiteY56" fmla="*/ 1579071 h 6334626"/>
              <a:gd name="connsiteX57" fmla="*/ 5706630 w 6089860"/>
              <a:gd name="connsiteY57" fmla="*/ 2345531 h 6334626"/>
              <a:gd name="connsiteX58" fmla="*/ 4708458 w 6089860"/>
              <a:gd name="connsiteY58" fmla="*/ 2345531 h 6334626"/>
              <a:gd name="connsiteX59" fmla="*/ 4325228 w 6089860"/>
              <a:gd name="connsiteY59" fmla="*/ 1579071 h 6334626"/>
              <a:gd name="connsiteX60" fmla="*/ 3263943 w 6089860"/>
              <a:gd name="connsiteY60" fmla="*/ 0 h 6334626"/>
              <a:gd name="connsiteX61" fmla="*/ 4262115 w 6089860"/>
              <a:gd name="connsiteY61" fmla="*/ 0 h 6334626"/>
              <a:gd name="connsiteX62" fmla="*/ 4645345 w 6089860"/>
              <a:gd name="connsiteY62" fmla="*/ 766460 h 6334626"/>
              <a:gd name="connsiteX63" fmla="*/ 4262115 w 6089860"/>
              <a:gd name="connsiteY63" fmla="*/ 1532920 h 6334626"/>
              <a:gd name="connsiteX64" fmla="*/ 3263943 w 6089860"/>
              <a:gd name="connsiteY64" fmla="*/ 1532920 h 6334626"/>
              <a:gd name="connsiteX65" fmla="*/ 2880713 w 6089860"/>
              <a:gd name="connsiteY65" fmla="*/ 766460 h 6334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089860" h="6334626">
                <a:moveTo>
                  <a:pt x="3273121" y="4801706"/>
                </a:moveTo>
                <a:lnTo>
                  <a:pt x="4271293" y="4801706"/>
                </a:lnTo>
                <a:lnTo>
                  <a:pt x="4654523" y="5568166"/>
                </a:lnTo>
                <a:lnTo>
                  <a:pt x="4271293" y="6334626"/>
                </a:lnTo>
                <a:lnTo>
                  <a:pt x="3273121" y="6334626"/>
                </a:lnTo>
                <a:lnTo>
                  <a:pt x="2889891" y="5568166"/>
                </a:lnTo>
                <a:close/>
                <a:moveTo>
                  <a:pt x="1839581" y="4014815"/>
                </a:moveTo>
                <a:lnTo>
                  <a:pt x="2837753" y="4014815"/>
                </a:lnTo>
                <a:lnTo>
                  <a:pt x="3220983" y="4781275"/>
                </a:lnTo>
                <a:lnTo>
                  <a:pt x="2837753" y="5547735"/>
                </a:lnTo>
                <a:lnTo>
                  <a:pt x="1839581" y="5547735"/>
                </a:lnTo>
                <a:lnTo>
                  <a:pt x="1456351" y="4781275"/>
                </a:lnTo>
                <a:close/>
                <a:moveTo>
                  <a:pt x="398868" y="3248215"/>
                </a:moveTo>
                <a:lnTo>
                  <a:pt x="1397040" y="3248215"/>
                </a:lnTo>
                <a:lnTo>
                  <a:pt x="1780270" y="4014675"/>
                </a:lnTo>
                <a:lnTo>
                  <a:pt x="1397040" y="4781135"/>
                </a:lnTo>
                <a:lnTo>
                  <a:pt x="398868" y="4781135"/>
                </a:lnTo>
                <a:lnTo>
                  <a:pt x="15638" y="4014675"/>
                </a:lnTo>
                <a:close/>
                <a:moveTo>
                  <a:pt x="3273121" y="3200440"/>
                </a:moveTo>
                <a:lnTo>
                  <a:pt x="4271293" y="3200440"/>
                </a:lnTo>
                <a:lnTo>
                  <a:pt x="4654523" y="3966900"/>
                </a:lnTo>
                <a:lnTo>
                  <a:pt x="4271293" y="4733360"/>
                </a:lnTo>
                <a:lnTo>
                  <a:pt x="3273121" y="4733360"/>
                </a:lnTo>
                <a:lnTo>
                  <a:pt x="2889891" y="3966900"/>
                </a:lnTo>
                <a:close/>
                <a:moveTo>
                  <a:pt x="1827661" y="2416966"/>
                </a:moveTo>
                <a:lnTo>
                  <a:pt x="2825833" y="2416966"/>
                </a:lnTo>
                <a:lnTo>
                  <a:pt x="3209063" y="3183425"/>
                </a:lnTo>
                <a:lnTo>
                  <a:pt x="2825833" y="3949885"/>
                </a:lnTo>
                <a:lnTo>
                  <a:pt x="1827661" y="3949885"/>
                </a:lnTo>
                <a:lnTo>
                  <a:pt x="1444431" y="3183425"/>
                </a:lnTo>
                <a:close/>
                <a:moveTo>
                  <a:pt x="4694390" y="2399807"/>
                </a:moveTo>
                <a:lnTo>
                  <a:pt x="5692562" y="2399807"/>
                </a:lnTo>
                <a:lnTo>
                  <a:pt x="6075792" y="3166268"/>
                </a:lnTo>
                <a:lnTo>
                  <a:pt x="5692562" y="3932727"/>
                </a:lnTo>
                <a:lnTo>
                  <a:pt x="4694390" y="3932727"/>
                </a:lnTo>
                <a:lnTo>
                  <a:pt x="4311160" y="3166268"/>
                </a:lnTo>
                <a:close/>
                <a:moveTo>
                  <a:pt x="3264198" y="1599177"/>
                </a:moveTo>
                <a:lnTo>
                  <a:pt x="4262370" y="1599177"/>
                </a:lnTo>
                <a:lnTo>
                  <a:pt x="4645600" y="2365636"/>
                </a:lnTo>
                <a:lnTo>
                  <a:pt x="4262370" y="3132095"/>
                </a:lnTo>
                <a:lnTo>
                  <a:pt x="3264198" y="3132095"/>
                </a:lnTo>
                <a:lnTo>
                  <a:pt x="2880968" y="2365636"/>
                </a:lnTo>
                <a:close/>
                <a:moveTo>
                  <a:pt x="383230" y="1599175"/>
                </a:moveTo>
                <a:lnTo>
                  <a:pt x="1381402" y="1599175"/>
                </a:lnTo>
                <a:lnTo>
                  <a:pt x="1764632" y="2365635"/>
                </a:lnTo>
                <a:lnTo>
                  <a:pt x="1381402" y="3132094"/>
                </a:lnTo>
                <a:lnTo>
                  <a:pt x="383230" y="3132094"/>
                </a:lnTo>
                <a:lnTo>
                  <a:pt x="0" y="2365635"/>
                </a:lnTo>
                <a:close/>
                <a:moveTo>
                  <a:pt x="1817641" y="816820"/>
                </a:moveTo>
                <a:lnTo>
                  <a:pt x="2815813" y="816820"/>
                </a:lnTo>
                <a:lnTo>
                  <a:pt x="3199043" y="1583280"/>
                </a:lnTo>
                <a:lnTo>
                  <a:pt x="2815813" y="2349738"/>
                </a:lnTo>
                <a:lnTo>
                  <a:pt x="1817641" y="2349738"/>
                </a:lnTo>
                <a:lnTo>
                  <a:pt x="1434411" y="1583280"/>
                </a:lnTo>
                <a:close/>
                <a:moveTo>
                  <a:pt x="4708458" y="812611"/>
                </a:moveTo>
                <a:lnTo>
                  <a:pt x="5706630" y="812611"/>
                </a:lnTo>
                <a:lnTo>
                  <a:pt x="6089860" y="1579071"/>
                </a:lnTo>
                <a:lnTo>
                  <a:pt x="5706630" y="2345531"/>
                </a:lnTo>
                <a:lnTo>
                  <a:pt x="4708458" y="2345531"/>
                </a:lnTo>
                <a:lnTo>
                  <a:pt x="4325228" y="1579071"/>
                </a:lnTo>
                <a:close/>
                <a:moveTo>
                  <a:pt x="3263943" y="0"/>
                </a:moveTo>
                <a:lnTo>
                  <a:pt x="4262115" y="0"/>
                </a:lnTo>
                <a:lnTo>
                  <a:pt x="4645345" y="766460"/>
                </a:lnTo>
                <a:lnTo>
                  <a:pt x="4262115" y="1532920"/>
                </a:lnTo>
                <a:lnTo>
                  <a:pt x="3263943" y="1532920"/>
                </a:lnTo>
                <a:lnTo>
                  <a:pt x="2880713" y="766460"/>
                </a:ln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956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16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1"/>
      <p:bldP spid="7" grpId="0">
        <p:tmplLst>
          <p:tmpl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7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_opcao12_txt_img">
    <p:bg>
      <p:bgPr>
        <a:gradFill flip="none" rotWithShape="1">
          <a:gsLst>
            <a:gs pos="0">
              <a:schemeClr val="tx2"/>
            </a:gs>
            <a:gs pos="69000">
              <a:schemeClr val="tx2"/>
            </a:gs>
            <a:gs pos="100000">
              <a:schemeClr val="accent1">
                <a:alpha val="94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exágono 2">
            <a:extLst>
              <a:ext uri="{FF2B5EF4-FFF2-40B4-BE49-F238E27FC236}">
                <a16:creationId xmlns:a16="http://schemas.microsoft.com/office/drawing/2014/main" id="{EAC51AF4-10A7-6983-9807-E6FA2A1F1D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7332151" y="3541262"/>
            <a:ext cx="2379779" cy="2235007"/>
          </a:xfrm>
          <a:prstGeom prst="hexagon">
            <a:avLst>
              <a:gd name="adj" fmla="val 32917"/>
              <a:gd name="vf" fmla="val 115470"/>
            </a:avLst>
          </a:prstGeom>
          <a:solidFill>
            <a:schemeClr val="bg1">
              <a:alpha val="1607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Hexágono 1">
            <a:extLst>
              <a:ext uri="{FF2B5EF4-FFF2-40B4-BE49-F238E27FC236}">
                <a16:creationId xmlns:a16="http://schemas.microsoft.com/office/drawing/2014/main" id="{286C0CC3-90A0-18DB-7095-4C523DED94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8218260" y="-192958"/>
            <a:ext cx="2379779" cy="2235007"/>
          </a:xfrm>
          <a:prstGeom prst="hexagon">
            <a:avLst>
              <a:gd name="adj" fmla="val 32917"/>
              <a:gd name="vf" fmla="val 115470"/>
            </a:avLst>
          </a:prstGeom>
          <a:solidFill>
            <a:schemeClr val="bg1"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Hexágono 16">
            <a:extLst>
              <a:ext uri="{FF2B5EF4-FFF2-40B4-BE49-F238E27FC236}">
                <a16:creationId xmlns:a16="http://schemas.microsoft.com/office/drawing/2014/main" id="{69754409-9FCA-8C63-A316-64242EBACA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2105916">
            <a:off x="7180937" y="263990"/>
            <a:ext cx="3477152" cy="3021349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Hexágono 20">
            <a:extLst>
              <a:ext uri="{FF2B5EF4-FFF2-40B4-BE49-F238E27FC236}">
                <a16:creationId xmlns:a16="http://schemas.microsoft.com/office/drawing/2014/main" id="{F6ECD315-DCF1-B7F9-9FC8-6374D478F2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2105916">
            <a:off x="7016154" y="3171031"/>
            <a:ext cx="3806719" cy="3574884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C7DFD1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Hexágono 21">
            <a:extLst>
              <a:ext uri="{FF2B5EF4-FFF2-40B4-BE49-F238E27FC236}">
                <a16:creationId xmlns:a16="http://schemas.microsoft.com/office/drawing/2014/main" id="{1CA330C9-A693-73EE-965C-1EB3D9434A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2105916">
            <a:off x="6556731" y="3287727"/>
            <a:ext cx="3205270" cy="2785107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1F3539">
                <a:alpha val="47059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63CAA101-65ED-1B13-3D5B-53612073FF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>
            <p:ph type="pic" sz="quarter" idx="10"/>
          </p:nvPr>
        </p:nvSpPr>
        <p:spPr>
          <a:xfrm>
            <a:off x="6714904" y="-23637"/>
            <a:ext cx="5477096" cy="6905275"/>
          </a:xfrm>
          <a:custGeom>
            <a:avLst/>
            <a:gdLst>
              <a:gd name="connsiteX0" fmla="*/ 5339716 w 5477096"/>
              <a:gd name="connsiteY0" fmla="*/ 5409471 h 6905275"/>
              <a:gd name="connsiteX1" fmla="*/ 5477096 w 5477096"/>
              <a:gd name="connsiteY1" fmla="*/ 5494990 h 6905275"/>
              <a:gd name="connsiteX2" fmla="*/ 5477096 w 5477096"/>
              <a:gd name="connsiteY2" fmla="*/ 6905275 h 6905275"/>
              <a:gd name="connsiteX3" fmla="*/ 4297792 w 5477096"/>
              <a:gd name="connsiteY3" fmla="*/ 6905275 h 6905275"/>
              <a:gd name="connsiteX4" fmla="*/ 4297792 w 5477096"/>
              <a:gd name="connsiteY4" fmla="*/ 6058069 h 6905275"/>
              <a:gd name="connsiteX5" fmla="*/ 3181094 w 5477096"/>
              <a:gd name="connsiteY5" fmla="*/ 5396291 h 6905275"/>
              <a:gd name="connsiteX6" fmla="*/ 4223018 w 5477096"/>
              <a:gd name="connsiteY6" fmla="*/ 6044889 h 6905275"/>
              <a:gd name="connsiteX7" fmla="*/ 4223018 w 5477096"/>
              <a:gd name="connsiteY7" fmla="*/ 6905275 h 6905275"/>
              <a:gd name="connsiteX8" fmla="*/ 2139170 w 5477096"/>
              <a:gd name="connsiteY8" fmla="*/ 6905275 h 6905275"/>
              <a:gd name="connsiteX9" fmla="*/ 2139170 w 5477096"/>
              <a:gd name="connsiteY9" fmla="*/ 6044889 h 6905275"/>
              <a:gd name="connsiteX10" fmla="*/ 5477096 w 5477096"/>
              <a:gd name="connsiteY10" fmla="*/ 4404951 h 6905275"/>
              <a:gd name="connsiteX11" fmla="*/ 5477096 w 5477096"/>
              <a:gd name="connsiteY11" fmla="*/ 5425264 h 6905275"/>
              <a:gd name="connsiteX12" fmla="*/ 5359944 w 5477096"/>
              <a:gd name="connsiteY12" fmla="*/ 5352337 h 6905275"/>
              <a:gd name="connsiteX13" fmla="*/ 5359944 w 5477096"/>
              <a:gd name="connsiteY13" fmla="*/ 4477878 h 6905275"/>
              <a:gd name="connsiteX14" fmla="*/ 4252320 w 5477096"/>
              <a:gd name="connsiteY14" fmla="*/ 3808730 h 6905275"/>
              <a:gd name="connsiteX15" fmla="*/ 5294244 w 5477096"/>
              <a:gd name="connsiteY15" fmla="*/ 4457328 h 6905275"/>
              <a:gd name="connsiteX16" fmla="*/ 5294244 w 5477096"/>
              <a:gd name="connsiteY16" fmla="*/ 5331787 h 6905275"/>
              <a:gd name="connsiteX17" fmla="*/ 4252320 w 5477096"/>
              <a:gd name="connsiteY17" fmla="*/ 5980386 h 6905275"/>
              <a:gd name="connsiteX18" fmla="*/ 3210396 w 5477096"/>
              <a:gd name="connsiteY18" fmla="*/ 5331787 h 6905275"/>
              <a:gd name="connsiteX19" fmla="*/ 3210396 w 5477096"/>
              <a:gd name="connsiteY19" fmla="*/ 4457328 h 6905275"/>
              <a:gd name="connsiteX20" fmla="*/ 2108690 w 5477096"/>
              <a:gd name="connsiteY20" fmla="*/ 3808730 h 6905275"/>
              <a:gd name="connsiteX21" fmla="*/ 3150614 w 5477096"/>
              <a:gd name="connsiteY21" fmla="*/ 4457328 h 6905275"/>
              <a:gd name="connsiteX22" fmla="*/ 3150614 w 5477096"/>
              <a:gd name="connsiteY22" fmla="*/ 5331787 h 6905275"/>
              <a:gd name="connsiteX23" fmla="*/ 2108690 w 5477096"/>
              <a:gd name="connsiteY23" fmla="*/ 5980386 h 6905275"/>
              <a:gd name="connsiteX24" fmla="*/ 1066766 w 5477096"/>
              <a:gd name="connsiteY24" fmla="*/ 5331787 h 6905275"/>
              <a:gd name="connsiteX25" fmla="*/ 1066766 w 5477096"/>
              <a:gd name="connsiteY25" fmla="*/ 4457328 h 6905275"/>
              <a:gd name="connsiteX26" fmla="*/ 5330806 w 5477096"/>
              <a:gd name="connsiteY26" fmla="*/ 2221170 h 6905275"/>
              <a:gd name="connsiteX27" fmla="*/ 5477096 w 5477096"/>
              <a:gd name="connsiteY27" fmla="*/ 2312236 h 6905275"/>
              <a:gd name="connsiteX28" fmla="*/ 5477096 w 5477096"/>
              <a:gd name="connsiteY28" fmla="*/ 4301760 h 6905275"/>
              <a:gd name="connsiteX29" fmla="*/ 5330806 w 5477096"/>
              <a:gd name="connsiteY29" fmla="*/ 4392825 h 6905275"/>
              <a:gd name="connsiteX30" fmla="*/ 4288882 w 5477096"/>
              <a:gd name="connsiteY30" fmla="*/ 3744227 h 6905275"/>
              <a:gd name="connsiteX31" fmla="*/ 4288882 w 5477096"/>
              <a:gd name="connsiteY31" fmla="*/ 2869768 h 6905275"/>
              <a:gd name="connsiteX32" fmla="*/ 1041924 w 5477096"/>
              <a:gd name="connsiteY32" fmla="*/ 2221170 h 6905275"/>
              <a:gd name="connsiteX33" fmla="*/ 2083848 w 5477096"/>
              <a:gd name="connsiteY33" fmla="*/ 2869768 h 6905275"/>
              <a:gd name="connsiteX34" fmla="*/ 2083848 w 5477096"/>
              <a:gd name="connsiteY34" fmla="*/ 3744226 h 6905275"/>
              <a:gd name="connsiteX35" fmla="*/ 1041924 w 5477096"/>
              <a:gd name="connsiteY35" fmla="*/ 4392824 h 6905275"/>
              <a:gd name="connsiteX36" fmla="*/ 0 w 5477096"/>
              <a:gd name="connsiteY36" fmla="*/ 3744226 h 6905275"/>
              <a:gd name="connsiteX37" fmla="*/ 0 w 5477096"/>
              <a:gd name="connsiteY37" fmla="*/ 2869768 h 6905275"/>
              <a:gd name="connsiteX38" fmla="*/ 3186366 w 5477096"/>
              <a:gd name="connsiteY38" fmla="*/ 2207989 h 6905275"/>
              <a:gd name="connsiteX39" fmla="*/ 4228290 w 5477096"/>
              <a:gd name="connsiteY39" fmla="*/ 2856587 h 6905275"/>
              <a:gd name="connsiteX40" fmla="*/ 4228290 w 5477096"/>
              <a:gd name="connsiteY40" fmla="*/ 3731045 h 6905275"/>
              <a:gd name="connsiteX41" fmla="*/ 3186366 w 5477096"/>
              <a:gd name="connsiteY41" fmla="*/ 4379643 h 6905275"/>
              <a:gd name="connsiteX42" fmla="*/ 2144442 w 5477096"/>
              <a:gd name="connsiteY42" fmla="*/ 3731045 h 6905275"/>
              <a:gd name="connsiteX43" fmla="*/ 2144442 w 5477096"/>
              <a:gd name="connsiteY43" fmla="*/ 2856587 h 6905275"/>
              <a:gd name="connsiteX44" fmla="*/ 5477096 w 5477096"/>
              <a:gd name="connsiteY44" fmla="*/ 1183895 h 6905275"/>
              <a:gd name="connsiteX45" fmla="*/ 5477096 w 5477096"/>
              <a:gd name="connsiteY45" fmla="*/ 2213884 h 6905275"/>
              <a:gd name="connsiteX46" fmla="*/ 5352172 w 5477096"/>
              <a:gd name="connsiteY46" fmla="*/ 2136119 h 6905275"/>
              <a:gd name="connsiteX47" fmla="*/ 5352172 w 5477096"/>
              <a:gd name="connsiteY47" fmla="*/ 1261660 h 6905275"/>
              <a:gd name="connsiteX48" fmla="*/ 4244546 w 5477096"/>
              <a:gd name="connsiteY48" fmla="*/ 613062 h 6905275"/>
              <a:gd name="connsiteX49" fmla="*/ 5286470 w 5477096"/>
              <a:gd name="connsiteY49" fmla="*/ 1261660 h 6905275"/>
              <a:gd name="connsiteX50" fmla="*/ 5286470 w 5477096"/>
              <a:gd name="connsiteY50" fmla="*/ 2136118 h 6905275"/>
              <a:gd name="connsiteX51" fmla="*/ 4244546 w 5477096"/>
              <a:gd name="connsiteY51" fmla="*/ 2784716 h 6905275"/>
              <a:gd name="connsiteX52" fmla="*/ 3202622 w 5477096"/>
              <a:gd name="connsiteY52" fmla="*/ 2136118 h 6905275"/>
              <a:gd name="connsiteX53" fmla="*/ 3202622 w 5477096"/>
              <a:gd name="connsiteY53" fmla="*/ 1261660 h 6905275"/>
              <a:gd name="connsiteX54" fmla="*/ 2100916 w 5477096"/>
              <a:gd name="connsiteY54" fmla="*/ 613061 h 6905275"/>
              <a:gd name="connsiteX55" fmla="*/ 3142840 w 5477096"/>
              <a:gd name="connsiteY55" fmla="*/ 1261660 h 6905275"/>
              <a:gd name="connsiteX56" fmla="*/ 3142840 w 5477096"/>
              <a:gd name="connsiteY56" fmla="*/ 2136118 h 6905275"/>
              <a:gd name="connsiteX57" fmla="*/ 2100916 w 5477096"/>
              <a:gd name="connsiteY57" fmla="*/ 2784716 h 6905275"/>
              <a:gd name="connsiteX58" fmla="*/ 1058992 w 5477096"/>
              <a:gd name="connsiteY58" fmla="*/ 2136118 h 6905275"/>
              <a:gd name="connsiteX59" fmla="*/ 1058992 w 5477096"/>
              <a:gd name="connsiteY59" fmla="*/ 1261660 h 6905275"/>
              <a:gd name="connsiteX60" fmla="*/ 2136668 w 5477096"/>
              <a:gd name="connsiteY60" fmla="*/ 2 h 6905275"/>
              <a:gd name="connsiteX61" fmla="*/ 4220516 w 5477096"/>
              <a:gd name="connsiteY61" fmla="*/ 2 h 6905275"/>
              <a:gd name="connsiteX62" fmla="*/ 4220516 w 5477096"/>
              <a:gd name="connsiteY62" fmla="*/ 545651 h 6905275"/>
              <a:gd name="connsiteX63" fmla="*/ 3178592 w 5477096"/>
              <a:gd name="connsiteY63" fmla="*/ 1194249 h 6905275"/>
              <a:gd name="connsiteX64" fmla="*/ 2136668 w 5477096"/>
              <a:gd name="connsiteY64" fmla="*/ 545651 h 6905275"/>
              <a:gd name="connsiteX65" fmla="*/ 4295290 w 5477096"/>
              <a:gd name="connsiteY65" fmla="*/ 0 h 6905275"/>
              <a:gd name="connsiteX66" fmla="*/ 5477096 w 5477096"/>
              <a:gd name="connsiteY66" fmla="*/ 0 h 6905275"/>
              <a:gd name="connsiteX67" fmla="*/ 5477096 w 5477096"/>
              <a:gd name="connsiteY67" fmla="*/ 1120352 h 6905275"/>
              <a:gd name="connsiteX68" fmla="*/ 5337214 w 5477096"/>
              <a:gd name="connsiteY68" fmla="*/ 1207428 h 6905275"/>
              <a:gd name="connsiteX69" fmla="*/ 4295290 w 5477096"/>
              <a:gd name="connsiteY69" fmla="*/ 558831 h 690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5477096" h="6905275">
                <a:moveTo>
                  <a:pt x="5339716" y="5409471"/>
                </a:moveTo>
                <a:lnTo>
                  <a:pt x="5477096" y="5494990"/>
                </a:lnTo>
                <a:lnTo>
                  <a:pt x="5477096" y="6905275"/>
                </a:lnTo>
                <a:lnTo>
                  <a:pt x="4297792" y="6905275"/>
                </a:lnTo>
                <a:lnTo>
                  <a:pt x="4297792" y="6058069"/>
                </a:lnTo>
                <a:close/>
                <a:moveTo>
                  <a:pt x="3181094" y="5396291"/>
                </a:moveTo>
                <a:lnTo>
                  <a:pt x="4223018" y="6044889"/>
                </a:lnTo>
                <a:lnTo>
                  <a:pt x="4223018" y="6905275"/>
                </a:lnTo>
                <a:lnTo>
                  <a:pt x="2139170" y="6905275"/>
                </a:lnTo>
                <a:lnTo>
                  <a:pt x="2139170" y="6044889"/>
                </a:lnTo>
                <a:close/>
                <a:moveTo>
                  <a:pt x="5477096" y="4404951"/>
                </a:moveTo>
                <a:lnTo>
                  <a:pt x="5477096" y="5425264"/>
                </a:lnTo>
                <a:lnTo>
                  <a:pt x="5359944" y="5352337"/>
                </a:lnTo>
                <a:lnTo>
                  <a:pt x="5359944" y="4477878"/>
                </a:lnTo>
                <a:close/>
                <a:moveTo>
                  <a:pt x="4252320" y="3808730"/>
                </a:moveTo>
                <a:lnTo>
                  <a:pt x="5294244" y="4457328"/>
                </a:lnTo>
                <a:lnTo>
                  <a:pt x="5294244" y="5331787"/>
                </a:lnTo>
                <a:lnTo>
                  <a:pt x="4252320" y="5980386"/>
                </a:lnTo>
                <a:lnTo>
                  <a:pt x="3210396" y="5331787"/>
                </a:lnTo>
                <a:lnTo>
                  <a:pt x="3210396" y="4457328"/>
                </a:lnTo>
                <a:close/>
                <a:moveTo>
                  <a:pt x="2108690" y="3808730"/>
                </a:moveTo>
                <a:lnTo>
                  <a:pt x="3150614" y="4457328"/>
                </a:lnTo>
                <a:lnTo>
                  <a:pt x="3150614" y="5331787"/>
                </a:lnTo>
                <a:lnTo>
                  <a:pt x="2108690" y="5980386"/>
                </a:lnTo>
                <a:lnTo>
                  <a:pt x="1066766" y="5331787"/>
                </a:lnTo>
                <a:lnTo>
                  <a:pt x="1066766" y="4457328"/>
                </a:lnTo>
                <a:close/>
                <a:moveTo>
                  <a:pt x="5330806" y="2221170"/>
                </a:moveTo>
                <a:lnTo>
                  <a:pt x="5477096" y="2312236"/>
                </a:lnTo>
                <a:lnTo>
                  <a:pt x="5477096" y="4301760"/>
                </a:lnTo>
                <a:lnTo>
                  <a:pt x="5330806" y="4392825"/>
                </a:lnTo>
                <a:lnTo>
                  <a:pt x="4288882" y="3744227"/>
                </a:lnTo>
                <a:lnTo>
                  <a:pt x="4288882" y="2869768"/>
                </a:lnTo>
                <a:close/>
                <a:moveTo>
                  <a:pt x="1041924" y="2221170"/>
                </a:moveTo>
                <a:lnTo>
                  <a:pt x="2083848" y="2869768"/>
                </a:lnTo>
                <a:lnTo>
                  <a:pt x="2083848" y="3744226"/>
                </a:lnTo>
                <a:lnTo>
                  <a:pt x="1041924" y="4392824"/>
                </a:lnTo>
                <a:lnTo>
                  <a:pt x="0" y="3744226"/>
                </a:lnTo>
                <a:lnTo>
                  <a:pt x="0" y="2869768"/>
                </a:lnTo>
                <a:close/>
                <a:moveTo>
                  <a:pt x="3186366" y="2207989"/>
                </a:moveTo>
                <a:lnTo>
                  <a:pt x="4228290" y="2856587"/>
                </a:lnTo>
                <a:lnTo>
                  <a:pt x="4228290" y="3731045"/>
                </a:lnTo>
                <a:lnTo>
                  <a:pt x="3186366" y="4379643"/>
                </a:lnTo>
                <a:lnTo>
                  <a:pt x="2144442" y="3731045"/>
                </a:lnTo>
                <a:lnTo>
                  <a:pt x="2144442" y="2856587"/>
                </a:lnTo>
                <a:close/>
                <a:moveTo>
                  <a:pt x="5477096" y="1183895"/>
                </a:moveTo>
                <a:lnTo>
                  <a:pt x="5477096" y="2213884"/>
                </a:lnTo>
                <a:lnTo>
                  <a:pt x="5352172" y="2136119"/>
                </a:lnTo>
                <a:lnTo>
                  <a:pt x="5352172" y="1261660"/>
                </a:lnTo>
                <a:close/>
                <a:moveTo>
                  <a:pt x="4244546" y="613062"/>
                </a:moveTo>
                <a:lnTo>
                  <a:pt x="5286470" y="1261660"/>
                </a:lnTo>
                <a:lnTo>
                  <a:pt x="5286470" y="2136118"/>
                </a:lnTo>
                <a:lnTo>
                  <a:pt x="4244546" y="2784716"/>
                </a:lnTo>
                <a:lnTo>
                  <a:pt x="3202622" y="2136118"/>
                </a:lnTo>
                <a:lnTo>
                  <a:pt x="3202622" y="1261660"/>
                </a:lnTo>
                <a:close/>
                <a:moveTo>
                  <a:pt x="2100916" y="613061"/>
                </a:moveTo>
                <a:lnTo>
                  <a:pt x="3142840" y="1261660"/>
                </a:lnTo>
                <a:lnTo>
                  <a:pt x="3142840" y="2136118"/>
                </a:lnTo>
                <a:lnTo>
                  <a:pt x="2100916" y="2784716"/>
                </a:lnTo>
                <a:lnTo>
                  <a:pt x="1058992" y="2136118"/>
                </a:lnTo>
                <a:lnTo>
                  <a:pt x="1058992" y="1261660"/>
                </a:lnTo>
                <a:close/>
                <a:moveTo>
                  <a:pt x="2136668" y="2"/>
                </a:moveTo>
                <a:lnTo>
                  <a:pt x="4220516" y="2"/>
                </a:lnTo>
                <a:lnTo>
                  <a:pt x="4220516" y="545651"/>
                </a:lnTo>
                <a:lnTo>
                  <a:pt x="3178592" y="1194249"/>
                </a:lnTo>
                <a:lnTo>
                  <a:pt x="2136668" y="545651"/>
                </a:lnTo>
                <a:close/>
                <a:moveTo>
                  <a:pt x="4295290" y="0"/>
                </a:moveTo>
                <a:lnTo>
                  <a:pt x="5477096" y="0"/>
                </a:lnTo>
                <a:lnTo>
                  <a:pt x="5477096" y="1120352"/>
                </a:lnTo>
                <a:lnTo>
                  <a:pt x="5337214" y="1207428"/>
                </a:lnTo>
                <a:lnTo>
                  <a:pt x="4295290" y="558831"/>
                </a:lnTo>
                <a:close/>
              </a:path>
            </a:pathLst>
          </a:custGeom>
          <a:solidFill>
            <a:schemeClr val="tx1">
              <a:lumMod val="25000"/>
              <a:lumOff val="75000"/>
            </a:schemeClr>
          </a:solidFill>
          <a:effectLst>
            <a:outerShdw blurRad="254000" dist="114300" dir="8100000" algn="tr" rotWithShape="0">
              <a:prstClr val="black">
                <a:alpha val="20000"/>
              </a:prstClr>
            </a:outerShdw>
            <a:softEdge rad="12700"/>
          </a:effectLst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16" name="Espaço Reservado para Texto 17">
            <a:extLst>
              <a:ext uri="{FF2B5EF4-FFF2-40B4-BE49-F238E27FC236}">
                <a16:creationId xmlns:a16="http://schemas.microsoft.com/office/drawing/2014/main" id="{B023BC29-9260-400C-0EA9-3A3C571A99A6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91828" y="5789366"/>
            <a:ext cx="466859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pt-BR" sz="1200" smtClean="0">
                <a:solidFill>
                  <a:schemeClr val="bg1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/>
              <a:t>@ lorem.com</a:t>
            </a:r>
          </a:p>
        </p:txBody>
      </p:sp>
      <p:sp>
        <p:nvSpPr>
          <p:cNvPr id="14" name="Espaço Reservado para Texto 17">
            <a:extLst>
              <a:ext uri="{FF2B5EF4-FFF2-40B4-BE49-F238E27FC236}">
                <a16:creationId xmlns:a16="http://schemas.microsoft.com/office/drawing/2014/main" id="{CB12F29F-F3B0-84A7-F07C-DFB4BB236979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91829" y="5446367"/>
            <a:ext cx="4668597" cy="26930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pt-BR" sz="1300" smtClean="0">
                <a:solidFill>
                  <a:srgbClr val="FFFFFF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/>
              <a:t>Cargo/</a:t>
            </a:r>
            <a:r>
              <a:rPr lang="en-US" err="1"/>
              <a:t>especialidade</a:t>
            </a:r>
            <a:endParaRPr lang="en-US"/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2292A6D7-BD7D-8678-9C03-8F427682908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91830" y="5085081"/>
            <a:ext cx="4668597" cy="425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pt-BR" sz="2000" b="1" baseline="0" smtClean="0">
                <a:solidFill>
                  <a:schemeClr val="bg1"/>
                </a:solidFill>
                <a:latin typeface="Century Gothic" panose="020B0502020202020204" pitchFamily="34" charset="0"/>
                <a:cs typeface="Poppins Light" panose="00000400000000000000" pitchFamily="50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lvl="0">
              <a:lnSpc>
                <a:spcPct val="130000"/>
              </a:lnSpc>
            </a:pPr>
            <a:r>
              <a:rPr lang="pt-BR"/>
              <a:t>Dr. </a:t>
            </a:r>
            <a:r>
              <a:rPr lang="pt-BR" err="1"/>
              <a:t>Lorem</a:t>
            </a:r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27083AEE-E477-2B69-8AA9-EF18EE9DD93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91828" y="2392626"/>
            <a:ext cx="4334165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100"/>
              </a:lnSpc>
              <a:spcBef>
                <a:spcPts val="0"/>
              </a:spcBef>
              <a:buFontTx/>
              <a:buNone/>
              <a:defRPr kumimoji="0" lang="pt-BR" sz="1750" b="0" i="0" u="none" strike="noStrike" cap="none" spc="20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>
                <a:solidFill>
                  <a:srgbClr val="064C4C"/>
                </a:solidFill>
              </a:rPr>
              <a:t>Subtítulo</a:t>
            </a:r>
            <a:r>
              <a:rPr lang="en-US">
                <a:solidFill>
                  <a:srgbClr val="064C4C"/>
                </a:solidFill>
              </a:rPr>
              <a:t> da </a:t>
            </a:r>
            <a:r>
              <a:rPr lang="en-US" err="1">
                <a:solidFill>
                  <a:srgbClr val="064C4C"/>
                </a:solidFill>
              </a:rPr>
              <a:t>página</a:t>
            </a:r>
            <a:r>
              <a:rPr lang="en-US">
                <a:solidFill>
                  <a:srgbClr val="064C4C"/>
                </a:solidFill>
              </a:rPr>
              <a:t> 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72F39F2-9730-7DF2-CB57-EA6C17C5438E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28334" y="1474265"/>
            <a:ext cx="5376720" cy="7571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6200"/>
              </a:lnSpc>
              <a:defRPr lang="pt-BR" sz="5400" b="1" spc="-150" smtClean="0">
                <a:solidFill>
                  <a:srgbClr val="FFFFFF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err="1">
                <a:solidFill>
                  <a:srgbClr val="064C4C"/>
                </a:solidFill>
                <a:effectLst/>
              </a:rPr>
              <a:t>Estudo</a:t>
            </a:r>
            <a:r>
              <a:rPr lang="en-US" sz="5400">
                <a:solidFill>
                  <a:srgbClr val="064C4C"/>
                </a:solidFill>
                <a:effectLst/>
              </a:rPr>
              <a:t> de Caso</a:t>
            </a:r>
            <a:endParaRPr kumimoji="0" lang="en-US" sz="5400" i="0" u="none" strike="noStrike" kern="1200" cap="none" spc="-150" normalizeH="0" baseline="0" noProof="0">
              <a:ln>
                <a:noFill/>
              </a:ln>
              <a:solidFill>
                <a:srgbClr val="064C4C"/>
              </a:solidFill>
              <a:effectLst/>
              <a:uLnTx/>
              <a:uFillTx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6DD913B-69C5-A204-16A4-0ED34E599B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1686783"/>
            <a:ext cx="428335" cy="203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17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5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282 0.11134 L -0.05052 -0.01713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67" y="-6435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0.26849 -0.01274 L -4.16667E-6 -1.11111E-6 " pathEditMode="relative" rAng="0" ptsTypes="AA">
                                      <p:cBhvr>
                                        <p:cTn id="17" dur="1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620" y="1065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5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31042 -0.13635 L -4.16667E-6 2.59259E-6 " pathEditMode="relative" rAng="0" ptsTypes="AA">
                                      <p:cBhvr>
                                        <p:cTn id="22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29" y="696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decel="10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19401 0.04352 L 1.66667E-6 1.85185E-6 " pathEditMode="relative" rAng="0" ptsTypes="AA">
                                      <p:cBhvr>
                                        <p:cTn id="2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01" y="-2176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decel="100000" fill="hold" grpId="1" nodeType="withEffect">
                                  <p:stCondLst>
                                    <p:cond delay="80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Motion origin="layout" path="M 0.0556 0.00278 L 3.125E-6 7.40741E-7 " pathEditMode="relative" rAng="0" ptsTypes="AA">
                                      <p:cBhvr>
                                        <p:cTn id="4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64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2" grpId="0" animBg="1"/>
      <p:bldP spid="2" grpId="1" animBg="1"/>
      <p:bldP spid="17" grpId="0" animBg="1"/>
      <p:bldP spid="17" grpId="1" animBg="1"/>
      <p:bldP spid="21" grpId="0" animBg="1"/>
      <p:bldP spid="21" grpId="1" animBg="1"/>
      <p:bldP spid="22" grpId="0" animBg="1"/>
      <p:bldP spid="10" grpId="0" animBg="1"/>
      <p:bldP spid="16" grpId="0">
        <p:tmplLst>
          <p:tmpl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>
        <p:tmplLst>
          <p:tmpl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800"/>
                  </p:stCondLst>
                  <p:iterate type="wd">
                    <p:tmPct val="0"/>
                  </p:iterate>
                  <p:childTnLst>
                    <p:animMotion origin="layout" path="M 0.0556 0.00278 L 3.125E-6 7.40741E-7 " pathEditMode="relative" rAng="0" ptsTypes="AA">
                      <p:cBhvr>
                        <p:cTn dur="1500" fill="hold"/>
                        <p:tgtEl>
                          <p:spTgt spid="11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3164" y="0"/>
                    </p:animMotion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2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caodocaso_opcao3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5D315132-7121-CE93-E6AF-9D759530CD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0" y="0"/>
            <a:ext cx="12191999" cy="2278063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29" name="Espaço Reservado para Texto 28">
            <a:extLst>
              <a:ext uri="{FF2B5EF4-FFF2-40B4-BE49-F238E27FC236}">
                <a16:creationId xmlns:a16="http://schemas.microsoft.com/office/drawing/2014/main" id="{55C3E298-B119-073F-4B97-ADCFCA8502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/>
          </p:nvPr>
        </p:nvSpPr>
        <p:spPr>
          <a:xfrm>
            <a:off x="493713" y="-17224"/>
            <a:ext cx="5181373" cy="6240754"/>
          </a:xfrm>
          <a:prstGeom prst="rect">
            <a:avLst/>
          </a:prstGeom>
          <a:solidFill>
            <a:schemeClr val="tx2">
              <a:alpha val="94000"/>
            </a:schemeClr>
          </a:solidFill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32D11FD-BA19-31BE-B189-D7B476BDCA6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902286" y="4848866"/>
            <a:ext cx="4289714" cy="0"/>
          </a:xfrm>
          <a:prstGeom prst="line">
            <a:avLst/>
          </a:prstGeom>
          <a:ln w="9525">
            <a:solidFill>
              <a:srgbClr val="4D4D4D">
                <a:alpha val="4902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1">
            <a:extLst>
              <a:ext uri="{FF2B5EF4-FFF2-40B4-BE49-F238E27FC236}">
                <a16:creationId xmlns:a16="http://schemas.microsoft.com/office/drawing/2014/main" id="{F4574974-A1EF-AD59-64B6-29ABA38774C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027912" y="4639733"/>
            <a:ext cx="241655" cy="325117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3B1603CF-7637-BFFD-CD01-D541E37E8DD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902286" y="2904034"/>
            <a:ext cx="4289714" cy="0"/>
          </a:xfrm>
          <a:prstGeom prst="line">
            <a:avLst/>
          </a:prstGeom>
          <a:ln w="9525">
            <a:solidFill>
              <a:srgbClr val="4D4D4D">
                <a:alpha val="4902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331F03BF-66F5-FF8E-7BE4-CAD8DCF7E39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013506" y="2727548"/>
            <a:ext cx="323794" cy="287738"/>
            <a:chOff x="1473986" y="1802364"/>
            <a:chExt cx="333250" cy="283847"/>
          </a:xfrm>
          <a:solidFill>
            <a:schemeClr val="tx2"/>
          </a:solidFill>
        </p:grpSpPr>
        <p:sp>
          <p:nvSpPr>
            <p:cNvPr id="39" name="Freeform 372">
              <a:extLst>
                <a:ext uri="{FF2B5EF4-FFF2-40B4-BE49-F238E27FC236}">
                  <a16:creationId xmlns:a16="http://schemas.microsoft.com/office/drawing/2014/main" id="{9A6A6E10-073C-0F21-B17F-6E5B092C36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473986" y="1802364"/>
              <a:ext cx="210190" cy="232647"/>
            </a:xfrm>
            <a:custGeom>
              <a:avLst/>
              <a:gdLst>
                <a:gd name="T0" fmla="*/ 16 w 116"/>
                <a:gd name="T1" fmla="*/ 0 h 127"/>
                <a:gd name="T2" fmla="*/ 100 w 116"/>
                <a:gd name="T3" fmla="*/ 0 h 127"/>
                <a:gd name="T4" fmla="*/ 116 w 116"/>
                <a:gd name="T5" fmla="*/ 16 h 127"/>
                <a:gd name="T6" fmla="*/ 116 w 116"/>
                <a:gd name="T7" fmla="*/ 80 h 127"/>
                <a:gd name="T8" fmla="*/ 100 w 116"/>
                <a:gd name="T9" fmla="*/ 96 h 127"/>
                <a:gd name="T10" fmla="*/ 59 w 116"/>
                <a:gd name="T11" fmla="*/ 96 h 127"/>
                <a:gd name="T12" fmla="*/ 31 w 116"/>
                <a:gd name="T13" fmla="*/ 125 h 127"/>
                <a:gd name="T14" fmla="*/ 24 w 116"/>
                <a:gd name="T15" fmla="*/ 122 h 127"/>
                <a:gd name="T16" fmla="*/ 24 w 116"/>
                <a:gd name="T17" fmla="*/ 96 h 127"/>
                <a:gd name="T18" fmla="*/ 16 w 116"/>
                <a:gd name="T19" fmla="*/ 96 h 127"/>
                <a:gd name="T20" fmla="*/ 0 w 116"/>
                <a:gd name="T21" fmla="*/ 80 h 127"/>
                <a:gd name="T22" fmla="*/ 0 w 116"/>
                <a:gd name="T23" fmla="*/ 16 h 127"/>
                <a:gd name="T24" fmla="*/ 16 w 116"/>
                <a:gd name="T2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27">
                  <a:moveTo>
                    <a:pt x="16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9" y="0"/>
                    <a:pt x="116" y="7"/>
                    <a:pt x="116" y="16"/>
                  </a:cubicBezTo>
                  <a:cubicBezTo>
                    <a:pt x="116" y="80"/>
                    <a:pt x="116" y="80"/>
                    <a:pt x="116" y="80"/>
                  </a:cubicBezTo>
                  <a:cubicBezTo>
                    <a:pt x="116" y="89"/>
                    <a:pt x="109" y="96"/>
                    <a:pt x="100" y="96"/>
                  </a:cubicBezTo>
                  <a:cubicBezTo>
                    <a:pt x="59" y="96"/>
                    <a:pt x="59" y="96"/>
                    <a:pt x="59" y="96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28" y="127"/>
                    <a:pt x="24" y="126"/>
                    <a:pt x="24" y="12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7" y="96"/>
                    <a:pt x="0" y="89"/>
                    <a:pt x="0" y="8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noFill/>
            <a:ln w="12700" cap="flat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0" name="Freeform 373">
              <a:extLst>
                <a:ext uri="{FF2B5EF4-FFF2-40B4-BE49-F238E27FC236}">
                  <a16:creationId xmlns:a16="http://schemas.microsoft.com/office/drawing/2014/main" id="{00604649-6B65-9903-DD4E-75781DE3BA8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611418" y="1853564"/>
              <a:ext cx="195818" cy="232647"/>
            </a:xfrm>
            <a:custGeom>
              <a:avLst/>
              <a:gdLst>
                <a:gd name="T0" fmla="*/ 0 w 108"/>
                <a:gd name="T1" fmla="*/ 68 h 127"/>
                <a:gd name="T2" fmla="*/ 0 w 108"/>
                <a:gd name="T3" fmla="*/ 80 h 127"/>
                <a:gd name="T4" fmla="*/ 16 w 108"/>
                <a:gd name="T5" fmla="*/ 96 h 127"/>
                <a:gd name="T6" fmla="*/ 53 w 108"/>
                <a:gd name="T7" fmla="*/ 96 h 127"/>
                <a:gd name="T8" fmla="*/ 81 w 108"/>
                <a:gd name="T9" fmla="*/ 125 h 127"/>
                <a:gd name="T10" fmla="*/ 88 w 108"/>
                <a:gd name="T11" fmla="*/ 122 h 127"/>
                <a:gd name="T12" fmla="*/ 88 w 108"/>
                <a:gd name="T13" fmla="*/ 96 h 127"/>
                <a:gd name="T14" fmla="*/ 92 w 108"/>
                <a:gd name="T15" fmla="*/ 96 h 127"/>
                <a:gd name="T16" fmla="*/ 108 w 108"/>
                <a:gd name="T17" fmla="*/ 80 h 127"/>
                <a:gd name="T18" fmla="*/ 108 w 108"/>
                <a:gd name="T19" fmla="*/ 16 h 127"/>
                <a:gd name="T20" fmla="*/ 92 w 108"/>
                <a:gd name="T21" fmla="*/ 0 h 127"/>
                <a:gd name="T22" fmla="*/ 40 w 108"/>
                <a:gd name="T2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27">
                  <a:moveTo>
                    <a:pt x="0" y="68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89"/>
                    <a:pt x="7" y="96"/>
                    <a:pt x="16" y="96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84" y="127"/>
                    <a:pt x="88" y="126"/>
                    <a:pt x="88" y="122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92" y="96"/>
                    <a:pt x="92" y="96"/>
                    <a:pt x="92" y="96"/>
                  </a:cubicBezTo>
                  <a:cubicBezTo>
                    <a:pt x="101" y="96"/>
                    <a:pt x="108" y="89"/>
                    <a:pt x="108" y="80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7"/>
                    <a:pt x="101" y="0"/>
                    <a:pt x="92" y="0"/>
                  </a:cubicBezTo>
                  <a:cubicBezTo>
                    <a:pt x="40" y="0"/>
                    <a:pt x="40" y="0"/>
                    <a:pt x="40" y="0"/>
                  </a:cubicBezTo>
                </a:path>
              </a:pathLst>
            </a:custGeom>
            <a:solidFill>
              <a:schemeClr val="accent6"/>
            </a:solidFill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Freeform 374">
              <a:extLst>
                <a:ext uri="{FF2B5EF4-FFF2-40B4-BE49-F238E27FC236}">
                  <a16:creationId xmlns:a16="http://schemas.microsoft.com/office/drawing/2014/main" id="{6B45BE41-400A-2A8D-7981-CF7F78622B6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611418" y="1853564"/>
              <a:ext cx="51200" cy="102400"/>
            </a:xfrm>
            <a:custGeom>
              <a:avLst/>
              <a:gdLst>
                <a:gd name="T0" fmla="*/ 28 w 28"/>
                <a:gd name="T1" fmla="*/ 0 h 56"/>
                <a:gd name="T2" fmla="*/ 16 w 28"/>
                <a:gd name="T3" fmla="*/ 0 h 56"/>
                <a:gd name="T4" fmla="*/ 0 w 28"/>
                <a:gd name="T5" fmla="*/ 16 h 56"/>
                <a:gd name="T6" fmla="*/ 0 w 28"/>
                <a:gd name="T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56">
                  <a:moveTo>
                    <a:pt x="28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56"/>
                    <a:pt x="0" y="56"/>
                    <a:pt x="0" y="56"/>
                  </a:cubicBezTo>
                </a:path>
              </a:pathLst>
            </a:custGeom>
            <a:solidFill>
              <a:schemeClr val="accent6"/>
            </a:solidFill>
            <a:ln w="12700" cap="flat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Espaço Reservado para Texto 20">
            <a:extLst>
              <a:ext uri="{FF2B5EF4-FFF2-40B4-BE49-F238E27FC236}">
                <a16:creationId xmlns:a16="http://schemas.microsoft.com/office/drawing/2014/main" id="{BDCCCB8C-E3F2-A54F-D34C-124DA95F558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97586" y="5091318"/>
            <a:ext cx="5181374" cy="1311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defRPr sz="1700">
                <a:solidFill>
                  <a:srgbClr val="292929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22" name="Espaço Reservado para Texto 15">
            <a:extLst>
              <a:ext uri="{FF2B5EF4-FFF2-40B4-BE49-F238E27FC236}">
                <a16:creationId xmlns:a16="http://schemas.microsoft.com/office/drawing/2014/main" id="{FDF00919-5A51-33D8-7DF9-5553AB2D6E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97586" y="4667817"/>
            <a:ext cx="5181374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rgbClr val="292929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Histórico</a:t>
            </a:r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AE53C193-CC2A-D1C4-A643-7973D0B684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97586" y="3128429"/>
            <a:ext cx="5181374" cy="131127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defRPr sz="1700">
                <a:solidFill>
                  <a:srgbClr val="292929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45369-0633-8DDB-5BCA-95F074F725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97586" y="2727548"/>
            <a:ext cx="5181374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rgbClr val="292929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Queixa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18FE31C5-2C54-8A0F-D303-F4954EB98A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4743" y="3746165"/>
            <a:ext cx="4673599" cy="94388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2400"/>
              </a:lnSpc>
              <a:spcBef>
                <a:spcPts val="0"/>
              </a:spcBef>
              <a:defRPr sz="20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A.G.S., idade, gênero, estado civil, profissão.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C8660CB0-A6FE-AE4C-2ED1-5162CC4CB7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743" y="2586435"/>
            <a:ext cx="4673599" cy="581251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2900"/>
              </a:lnSpc>
              <a:spcBef>
                <a:spcPts val="0"/>
              </a:spcBef>
              <a:defRPr sz="3100" b="1" spc="-60" baseline="0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Apresentação</a:t>
            </a:r>
            <a:br>
              <a:rPr lang="pt-BR"/>
            </a:br>
            <a:r>
              <a:rPr lang="pt-BR"/>
              <a:t>do Caso 1</a:t>
            </a:r>
          </a:p>
        </p:txBody>
      </p:sp>
      <p:sp>
        <p:nvSpPr>
          <p:cNvPr id="35" name="Espaço Reservado para Texto 13">
            <a:extLst>
              <a:ext uri="{FF2B5EF4-FFF2-40B4-BE49-F238E27FC236}">
                <a16:creationId xmlns:a16="http://schemas.microsoft.com/office/drawing/2014/main" id="{E10DF3BB-3243-7BC7-B777-390C53C739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7599" y="1882745"/>
            <a:ext cx="4673599" cy="41522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2400"/>
              </a:lnSpc>
              <a:spcBef>
                <a:spcPts val="0"/>
              </a:spcBef>
              <a:defRPr sz="1500" b="0" spc="190" baseline="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pt-BR"/>
              <a:t>CASO CLÍNICO</a:t>
            </a:r>
          </a:p>
        </p:txBody>
      </p:sp>
    </p:spTree>
    <p:extLst>
      <p:ext uri="{BB962C8B-B14F-4D97-AF65-F5344CB8AC3E}">
        <p14:creationId xmlns:p14="http://schemas.microsoft.com/office/powerpoint/2010/main" val="418942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9" grpId="0" build="p" animBg="1">
        <p:tmplLst>
          <p:tmpl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animBg="1"/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3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caodocaso_opcao6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D1355542-5195-44A9-A98E-BA99689B3F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08744" y="0"/>
            <a:ext cx="5836647" cy="6858000"/>
          </a:xfrm>
          <a:prstGeom prst="rect">
            <a:avLst/>
          </a:prstGeom>
          <a:solidFill>
            <a:schemeClr val="bg1">
              <a:alpha val="4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C8340D61-5AE2-B77E-950E-0841B6D58E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21271312">
            <a:off x="987167" y="4806918"/>
            <a:ext cx="3013833" cy="28302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969696">
              <a:alpha val="18039"/>
            </a:srgbClr>
          </a:solidFill>
          <a:ln w="12700">
            <a:solidFill>
              <a:schemeClr val="tx2">
                <a:alpha val="50196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Hexágono 1">
            <a:extLst>
              <a:ext uri="{FF2B5EF4-FFF2-40B4-BE49-F238E27FC236}">
                <a16:creationId xmlns:a16="http://schemas.microsoft.com/office/drawing/2014/main" id="{8B4E7579-AE75-7CD0-ECF9-641BA568D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-1079417" y="4673480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969696">
              <a:alpha val="23922"/>
            </a:srgbClr>
          </a:solidFill>
          <a:ln w="12700"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A12069-3812-AFB6-9DA4-D44B5020AC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70412" y="2658811"/>
            <a:ext cx="8084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C1A0F2D8-B071-5D58-81E6-BC18AD93B40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758332" y="3774598"/>
            <a:ext cx="3987059" cy="0"/>
          </a:xfrm>
          <a:prstGeom prst="line">
            <a:avLst/>
          </a:prstGeom>
          <a:ln w="9525">
            <a:solidFill>
              <a:srgbClr val="4D4D4D">
                <a:alpha val="2902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31">
            <a:extLst>
              <a:ext uri="{FF2B5EF4-FFF2-40B4-BE49-F238E27FC236}">
                <a16:creationId xmlns:a16="http://schemas.microsoft.com/office/drawing/2014/main" id="{BBE2902F-59A3-044F-73AB-4BE0DC32EB7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6097919" y="3597127"/>
            <a:ext cx="241655" cy="325117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630A5331-CE96-2325-A42F-503646AB260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758332" y="1205569"/>
            <a:ext cx="3995788" cy="0"/>
          </a:xfrm>
          <a:prstGeom prst="line">
            <a:avLst/>
          </a:prstGeom>
          <a:ln w="9525">
            <a:solidFill>
              <a:srgbClr val="4D4D4D">
                <a:alpha val="2902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5E07EBDA-98C4-7A72-EC14-9FA2D2F743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067697" y="1052775"/>
            <a:ext cx="323794" cy="287738"/>
            <a:chOff x="1473986" y="1802364"/>
            <a:chExt cx="333250" cy="283847"/>
          </a:xfrm>
          <a:solidFill>
            <a:schemeClr val="bg1"/>
          </a:solidFill>
        </p:grpSpPr>
        <p:sp>
          <p:nvSpPr>
            <p:cNvPr id="16" name="Freeform 372">
              <a:extLst>
                <a:ext uri="{FF2B5EF4-FFF2-40B4-BE49-F238E27FC236}">
                  <a16:creationId xmlns:a16="http://schemas.microsoft.com/office/drawing/2014/main" id="{C09CA4A2-2BE7-E1F2-A80B-312488B9BE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473986" y="1802364"/>
              <a:ext cx="210190" cy="232647"/>
            </a:xfrm>
            <a:custGeom>
              <a:avLst/>
              <a:gdLst>
                <a:gd name="T0" fmla="*/ 16 w 116"/>
                <a:gd name="T1" fmla="*/ 0 h 127"/>
                <a:gd name="T2" fmla="*/ 100 w 116"/>
                <a:gd name="T3" fmla="*/ 0 h 127"/>
                <a:gd name="T4" fmla="*/ 116 w 116"/>
                <a:gd name="T5" fmla="*/ 16 h 127"/>
                <a:gd name="T6" fmla="*/ 116 w 116"/>
                <a:gd name="T7" fmla="*/ 80 h 127"/>
                <a:gd name="T8" fmla="*/ 100 w 116"/>
                <a:gd name="T9" fmla="*/ 96 h 127"/>
                <a:gd name="T10" fmla="*/ 59 w 116"/>
                <a:gd name="T11" fmla="*/ 96 h 127"/>
                <a:gd name="T12" fmla="*/ 31 w 116"/>
                <a:gd name="T13" fmla="*/ 125 h 127"/>
                <a:gd name="T14" fmla="*/ 24 w 116"/>
                <a:gd name="T15" fmla="*/ 122 h 127"/>
                <a:gd name="T16" fmla="*/ 24 w 116"/>
                <a:gd name="T17" fmla="*/ 96 h 127"/>
                <a:gd name="T18" fmla="*/ 16 w 116"/>
                <a:gd name="T19" fmla="*/ 96 h 127"/>
                <a:gd name="T20" fmla="*/ 0 w 116"/>
                <a:gd name="T21" fmla="*/ 80 h 127"/>
                <a:gd name="T22" fmla="*/ 0 w 116"/>
                <a:gd name="T23" fmla="*/ 16 h 127"/>
                <a:gd name="T24" fmla="*/ 16 w 116"/>
                <a:gd name="T2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27">
                  <a:moveTo>
                    <a:pt x="16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9" y="0"/>
                    <a:pt x="116" y="7"/>
                    <a:pt x="116" y="16"/>
                  </a:cubicBezTo>
                  <a:cubicBezTo>
                    <a:pt x="116" y="80"/>
                    <a:pt x="116" y="80"/>
                    <a:pt x="116" y="80"/>
                  </a:cubicBezTo>
                  <a:cubicBezTo>
                    <a:pt x="116" y="89"/>
                    <a:pt x="109" y="96"/>
                    <a:pt x="100" y="96"/>
                  </a:cubicBezTo>
                  <a:cubicBezTo>
                    <a:pt x="59" y="96"/>
                    <a:pt x="59" y="96"/>
                    <a:pt x="59" y="96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28" y="127"/>
                    <a:pt x="24" y="126"/>
                    <a:pt x="24" y="12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7" y="96"/>
                    <a:pt x="0" y="89"/>
                    <a:pt x="0" y="8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noFill/>
            <a:ln w="12700" cap="flat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373">
              <a:extLst>
                <a:ext uri="{FF2B5EF4-FFF2-40B4-BE49-F238E27FC236}">
                  <a16:creationId xmlns:a16="http://schemas.microsoft.com/office/drawing/2014/main" id="{D2A63F10-6A1D-46E6-AA9C-E0169D04F7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611418" y="1853564"/>
              <a:ext cx="195818" cy="232647"/>
            </a:xfrm>
            <a:custGeom>
              <a:avLst/>
              <a:gdLst>
                <a:gd name="T0" fmla="*/ 0 w 108"/>
                <a:gd name="T1" fmla="*/ 68 h 127"/>
                <a:gd name="T2" fmla="*/ 0 w 108"/>
                <a:gd name="T3" fmla="*/ 80 h 127"/>
                <a:gd name="T4" fmla="*/ 16 w 108"/>
                <a:gd name="T5" fmla="*/ 96 h 127"/>
                <a:gd name="T6" fmla="*/ 53 w 108"/>
                <a:gd name="T7" fmla="*/ 96 h 127"/>
                <a:gd name="T8" fmla="*/ 81 w 108"/>
                <a:gd name="T9" fmla="*/ 125 h 127"/>
                <a:gd name="T10" fmla="*/ 88 w 108"/>
                <a:gd name="T11" fmla="*/ 122 h 127"/>
                <a:gd name="T12" fmla="*/ 88 w 108"/>
                <a:gd name="T13" fmla="*/ 96 h 127"/>
                <a:gd name="T14" fmla="*/ 92 w 108"/>
                <a:gd name="T15" fmla="*/ 96 h 127"/>
                <a:gd name="T16" fmla="*/ 108 w 108"/>
                <a:gd name="T17" fmla="*/ 80 h 127"/>
                <a:gd name="T18" fmla="*/ 108 w 108"/>
                <a:gd name="T19" fmla="*/ 16 h 127"/>
                <a:gd name="T20" fmla="*/ 92 w 108"/>
                <a:gd name="T21" fmla="*/ 0 h 127"/>
                <a:gd name="T22" fmla="*/ 40 w 108"/>
                <a:gd name="T2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27">
                  <a:moveTo>
                    <a:pt x="0" y="68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89"/>
                    <a:pt x="7" y="96"/>
                    <a:pt x="16" y="96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84" y="127"/>
                    <a:pt x="88" y="126"/>
                    <a:pt x="88" y="122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92" y="96"/>
                    <a:pt x="92" y="96"/>
                    <a:pt x="92" y="96"/>
                  </a:cubicBezTo>
                  <a:cubicBezTo>
                    <a:pt x="101" y="96"/>
                    <a:pt x="108" y="89"/>
                    <a:pt x="108" y="80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7"/>
                    <a:pt x="101" y="0"/>
                    <a:pt x="92" y="0"/>
                  </a:cubicBezTo>
                  <a:cubicBezTo>
                    <a:pt x="40" y="0"/>
                    <a:pt x="40" y="0"/>
                    <a:pt x="40" y="0"/>
                  </a:cubicBezTo>
                </a:path>
              </a:pathLst>
            </a:custGeom>
            <a:solidFill>
              <a:schemeClr val="accent6"/>
            </a:solidFill>
            <a:ln w="12700" cap="flat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374">
              <a:extLst>
                <a:ext uri="{FF2B5EF4-FFF2-40B4-BE49-F238E27FC236}">
                  <a16:creationId xmlns:a16="http://schemas.microsoft.com/office/drawing/2014/main" id="{EBDEA6C8-A914-B27B-E3AB-D658E053A9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611418" y="1853564"/>
              <a:ext cx="51200" cy="102400"/>
            </a:xfrm>
            <a:custGeom>
              <a:avLst/>
              <a:gdLst>
                <a:gd name="T0" fmla="*/ 28 w 28"/>
                <a:gd name="T1" fmla="*/ 0 h 56"/>
                <a:gd name="T2" fmla="*/ 16 w 28"/>
                <a:gd name="T3" fmla="*/ 0 h 56"/>
                <a:gd name="T4" fmla="*/ 0 w 28"/>
                <a:gd name="T5" fmla="*/ 16 h 56"/>
                <a:gd name="T6" fmla="*/ 0 w 28"/>
                <a:gd name="T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56">
                  <a:moveTo>
                    <a:pt x="28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56"/>
                    <a:pt x="0" y="56"/>
                    <a:pt x="0" y="56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Espaço Reservado para Texto 20">
            <a:extLst>
              <a:ext uri="{FF2B5EF4-FFF2-40B4-BE49-F238E27FC236}">
                <a16:creationId xmlns:a16="http://schemas.microsoft.com/office/drawing/2014/main" id="{7C1F1AEB-4A80-19E1-F388-5A3F320CA0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51777" y="4033225"/>
            <a:ext cx="4989375" cy="253605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defRPr sz="1700">
                <a:solidFill>
                  <a:srgbClr val="4D4D4D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01F84E51-2034-84E0-020B-941AF426C3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1776" y="3609725"/>
            <a:ext cx="4989374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rgbClr val="4D4D4D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Histórico</a:t>
            </a:r>
          </a:p>
        </p:txBody>
      </p:sp>
      <p:sp>
        <p:nvSpPr>
          <p:cNvPr id="11" name="Espaço Reservado para Texto 20">
            <a:extLst>
              <a:ext uri="{FF2B5EF4-FFF2-40B4-BE49-F238E27FC236}">
                <a16:creationId xmlns:a16="http://schemas.microsoft.com/office/drawing/2014/main" id="{A6E7881D-0382-3251-5E21-8500D5268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51778" y="1468641"/>
            <a:ext cx="4989374" cy="17796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defRPr sz="1700">
                <a:solidFill>
                  <a:srgbClr val="4D4D4D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10" name="Espaço Reservado para Texto 15">
            <a:extLst>
              <a:ext uri="{FF2B5EF4-FFF2-40B4-BE49-F238E27FC236}">
                <a16:creationId xmlns:a16="http://schemas.microsoft.com/office/drawing/2014/main" id="{49D2A9C1-C8D2-4AD3-3142-D8EE09B92D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51776" y="1067760"/>
            <a:ext cx="4329081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rgbClr val="4D4D4D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Queixa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7561F4A1-3939-953A-6867-91E056C5C5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7879" y="3093346"/>
            <a:ext cx="51007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kumimoji="0" lang="pt-BR" sz="2800" b="0" i="0" u="none" strike="noStrike" cap="none" spc="20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pt-BR">
                <a:solidFill>
                  <a:srgbClr val="064C4C"/>
                </a:solidFill>
              </a:rPr>
              <a:t>A.G.S., idade, gênero, estado civil, profissão</a:t>
            </a:r>
            <a:endParaRPr lang="en-US">
              <a:solidFill>
                <a:srgbClr val="064C4C"/>
              </a:solidFill>
            </a:endParaRP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81E30576-248B-0A50-9A77-FA55E781CA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879" y="1292166"/>
            <a:ext cx="5115755" cy="120032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4500"/>
              </a:lnSpc>
              <a:defRPr lang="pt-BR" sz="45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Apresentação do Caso</a:t>
            </a:r>
          </a:p>
        </p:txBody>
      </p:sp>
    </p:spTree>
    <p:extLst>
      <p:ext uri="{BB962C8B-B14F-4D97-AF65-F5344CB8AC3E}">
        <p14:creationId xmlns:p14="http://schemas.microsoft.com/office/powerpoint/2010/main" val="615333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" grpId="0" animBg="1"/>
      <p:bldP spid="14" grpId="0" animBg="1"/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3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1"/>
      <p:bldP spid="7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caodocaso_opcao7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D1355542-5195-44A9-A98E-BA99689B3F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914533"/>
            <a:ext cx="12192000" cy="39434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A12069-3812-AFB6-9DA4-D44B5020AC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803861"/>
            <a:ext cx="12192000" cy="1913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9417EAF3-8D46-00FE-DAA8-7CDF19F9CEB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138652" y="3429000"/>
            <a:ext cx="314902" cy="235836"/>
            <a:chOff x="23077079" y="4933694"/>
            <a:chExt cx="593724" cy="446088"/>
          </a:xfrm>
          <a:noFill/>
        </p:grpSpPr>
        <p:sp>
          <p:nvSpPr>
            <p:cNvPr id="52" name="Freeform 623">
              <a:extLst>
                <a:ext uri="{FF2B5EF4-FFF2-40B4-BE49-F238E27FC236}">
                  <a16:creationId xmlns:a16="http://schemas.microsoft.com/office/drawing/2014/main" id="{1F3AC3CD-A904-D4DD-62A0-2CFA1DCE6D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23077079" y="5017832"/>
              <a:ext cx="498475" cy="361950"/>
            </a:xfrm>
            <a:custGeom>
              <a:avLst/>
              <a:gdLst>
                <a:gd name="T0" fmla="*/ 120 w 156"/>
                <a:gd name="T1" fmla="*/ 0 h 112"/>
                <a:gd name="T2" fmla="*/ 12 w 156"/>
                <a:gd name="T3" fmla="*/ 0 h 112"/>
                <a:gd name="T4" fmla="*/ 0 w 156"/>
                <a:gd name="T5" fmla="*/ 12 h 112"/>
                <a:gd name="T6" fmla="*/ 0 w 156"/>
                <a:gd name="T7" fmla="*/ 100 h 112"/>
                <a:gd name="T8" fmla="*/ 12 w 156"/>
                <a:gd name="T9" fmla="*/ 112 h 112"/>
                <a:gd name="T10" fmla="*/ 145 w 156"/>
                <a:gd name="T11" fmla="*/ 112 h 112"/>
                <a:gd name="T12" fmla="*/ 156 w 156"/>
                <a:gd name="T13" fmla="*/ 100 h 112"/>
                <a:gd name="T14" fmla="*/ 156 w 156"/>
                <a:gd name="T15" fmla="*/ 6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6" h="112">
                  <a:moveTo>
                    <a:pt x="12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6" y="112"/>
                    <a:pt x="12" y="112"/>
                  </a:cubicBezTo>
                  <a:cubicBezTo>
                    <a:pt x="145" y="112"/>
                    <a:pt x="145" y="112"/>
                    <a:pt x="145" y="112"/>
                  </a:cubicBezTo>
                  <a:cubicBezTo>
                    <a:pt x="151" y="112"/>
                    <a:pt x="156" y="107"/>
                    <a:pt x="156" y="100"/>
                  </a:cubicBezTo>
                  <a:cubicBezTo>
                    <a:pt x="156" y="60"/>
                    <a:pt x="156" y="60"/>
                    <a:pt x="156" y="60"/>
                  </a:cubicBezTo>
                </a:path>
              </a:pathLst>
            </a:custGeom>
            <a:grpFill/>
            <a:ln w="19050" cap="flat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Line 624">
              <a:extLst>
                <a:ext uri="{FF2B5EF4-FFF2-40B4-BE49-F238E27FC236}">
                  <a16:creationId xmlns:a16="http://schemas.microsoft.com/office/drawing/2014/main" id="{2B55FEB2-E01A-2AE4-1E31-A68F8386F47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23077079" y="5095619"/>
              <a:ext cx="319087" cy="0"/>
            </a:xfrm>
            <a:prstGeom prst="line">
              <a:avLst/>
            </a:prstGeom>
            <a:grpFill/>
            <a:ln w="19050" cap="flat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Line 625">
              <a:extLst>
                <a:ext uri="{FF2B5EF4-FFF2-40B4-BE49-F238E27FC236}">
                  <a16:creationId xmlns:a16="http://schemas.microsoft.com/office/drawing/2014/main" id="{1581A0FF-4BF3-2749-A559-47AF1793699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23077079" y="5173407"/>
              <a:ext cx="242887" cy="0"/>
            </a:xfrm>
            <a:prstGeom prst="line">
              <a:avLst/>
            </a:prstGeom>
            <a:grpFill/>
            <a:ln w="19050" cap="flat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Freeform 626">
              <a:extLst>
                <a:ext uri="{FF2B5EF4-FFF2-40B4-BE49-F238E27FC236}">
                  <a16:creationId xmlns:a16="http://schemas.microsoft.com/office/drawing/2014/main" id="{785F1437-833E-918F-D600-725DA808A3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23297741" y="4933694"/>
              <a:ext cx="373062" cy="377825"/>
            </a:xfrm>
            <a:custGeom>
              <a:avLst/>
              <a:gdLst>
                <a:gd name="T0" fmla="*/ 0 w 117"/>
                <a:gd name="T1" fmla="*/ 117 h 117"/>
                <a:gd name="T2" fmla="*/ 32 w 117"/>
                <a:gd name="T3" fmla="*/ 102 h 117"/>
                <a:gd name="T4" fmla="*/ 111 w 117"/>
                <a:gd name="T5" fmla="*/ 24 h 117"/>
                <a:gd name="T6" fmla="*/ 111 w 117"/>
                <a:gd name="T7" fmla="*/ 7 h 117"/>
                <a:gd name="T8" fmla="*/ 94 w 117"/>
                <a:gd name="T9" fmla="*/ 7 h 117"/>
                <a:gd name="T10" fmla="*/ 15 w 117"/>
                <a:gd name="T11" fmla="*/ 85 h 117"/>
                <a:gd name="T12" fmla="*/ 0 w 117"/>
                <a:gd name="T13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7" h="117">
                  <a:moveTo>
                    <a:pt x="0" y="117"/>
                  </a:moveTo>
                  <a:cubicBezTo>
                    <a:pt x="0" y="117"/>
                    <a:pt x="25" y="109"/>
                    <a:pt x="32" y="102"/>
                  </a:cubicBezTo>
                  <a:cubicBezTo>
                    <a:pt x="111" y="24"/>
                    <a:pt x="111" y="24"/>
                    <a:pt x="111" y="24"/>
                  </a:cubicBezTo>
                  <a:cubicBezTo>
                    <a:pt x="117" y="17"/>
                    <a:pt x="117" y="13"/>
                    <a:pt x="111" y="7"/>
                  </a:cubicBezTo>
                  <a:cubicBezTo>
                    <a:pt x="105" y="1"/>
                    <a:pt x="100" y="0"/>
                    <a:pt x="94" y="7"/>
                  </a:cubicBezTo>
                  <a:cubicBezTo>
                    <a:pt x="15" y="85"/>
                    <a:pt x="15" y="85"/>
                    <a:pt x="15" y="85"/>
                  </a:cubicBezTo>
                  <a:cubicBezTo>
                    <a:pt x="8" y="92"/>
                    <a:pt x="0" y="117"/>
                    <a:pt x="0" y="117"/>
                  </a:cubicBezTo>
                  <a:close/>
                </a:path>
              </a:pathLst>
            </a:custGeom>
            <a:grpFill/>
            <a:ln w="19050" cap="flat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Freeform 627">
              <a:extLst>
                <a:ext uri="{FF2B5EF4-FFF2-40B4-BE49-F238E27FC236}">
                  <a16:creationId xmlns:a16="http://schemas.microsoft.com/office/drawing/2014/main" id="{7F4E2A2F-D31B-81C0-80DE-9011E4E3AA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23523166" y="4992432"/>
              <a:ext cx="119062" cy="219075"/>
            </a:xfrm>
            <a:custGeom>
              <a:avLst/>
              <a:gdLst>
                <a:gd name="T0" fmla="*/ 11 w 37"/>
                <a:gd name="T1" fmla="*/ 0 h 68"/>
                <a:gd name="T2" fmla="*/ 34 w 37"/>
                <a:gd name="T3" fmla="*/ 23 h 68"/>
                <a:gd name="T4" fmla="*/ 34 w 37"/>
                <a:gd name="T5" fmla="*/ 34 h 68"/>
                <a:gd name="T6" fmla="*/ 0 w 37"/>
                <a:gd name="T7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68">
                  <a:moveTo>
                    <a:pt x="11" y="0"/>
                  </a:moveTo>
                  <a:cubicBezTo>
                    <a:pt x="34" y="23"/>
                    <a:pt x="34" y="23"/>
                    <a:pt x="34" y="23"/>
                  </a:cubicBezTo>
                  <a:cubicBezTo>
                    <a:pt x="37" y="26"/>
                    <a:pt x="37" y="31"/>
                    <a:pt x="34" y="34"/>
                  </a:cubicBezTo>
                  <a:cubicBezTo>
                    <a:pt x="0" y="68"/>
                    <a:pt x="0" y="68"/>
                    <a:pt x="0" y="68"/>
                  </a:cubicBezTo>
                </a:path>
              </a:pathLst>
            </a:custGeom>
            <a:grpFill/>
            <a:ln w="19050" cap="flat">
              <a:solidFill>
                <a:schemeClr val="accent6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Rounded Rectangle 31">
            <a:extLst>
              <a:ext uri="{FF2B5EF4-FFF2-40B4-BE49-F238E27FC236}">
                <a16:creationId xmlns:a16="http://schemas.microsoft.com/office/drawing/2014/main" id="{BBE2902F-59A3-044F-73AB-4BE0DC32EB7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4158552" y="3357973"/>
            <a:ext cx="241655" cy="325117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5E07EBDA-98C4-7A72-EC14-9FA2D2F743C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69766" y="3360106"/>
            <a:ext cx="323794" cy="287738"/>
            <a:chOff x="1473986" y="1802364"/>
            <a:chExt cx="333250" cy="283847"/>
          </a:xfrm>
          <a:solidFill>
            <a:schemeClr val="accent6"/>
          </a:solidFill>
        </p:grpSpPr>
        <p:sp>
          <p:nvSpPr>
            <p:cNvPr id="16" name="Freeform 372">
              <a:extLst>
                <a:ext uri="{FF2B5EF4-FFF2-40B4-BE49-F238E27FC236}">
                  <a16:creationId xmlns:a16="http://schemas.microsoft.com/office/drawing/2014/main" id="{C09CA4A2-2BE7-E1F2-A80B-312488B9BE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473986" y="1802364"/>
              <a:ext cx="210190" cy="232647"/>
            </a:xfrm>
            <a:custGeom>
              <a:avLst/>
              <a:gdLst>
                <a:gd name="T0" fmla="*/ 16 w 116"/>
                <a:gd name="T1" fmla="*/ 0 h 127"/>
                <a:gd name="T2" fmla="*/ 100 w 116"/>
                <a:gd name="T3" fmla="*/ 0 h 127"/>
                <a:gd name="T4" fmla="*/ 116 w 116"/>
                <a:gd name="T5" fmla="*/ 16 h 127"/>
                <a:gd name="T6" fmla="*/ 116 w 116"/>
                <a:gd name="T7" fmla="*/ 80 h 127"/>
                <a:gd name="T8" fmla="*/ 100 w 116"/>
                <a:gd name="T9" fmla="*/ 96 h 127"/>
                <a:gd name="T10" fmla="*/ 59 w 116"/>
                <a:gd name="T11" fmla="*/ 96 h 127"/>
                <a:gd name="T12" fmla="*/ 31 w 116"/>
                <a:gd name="T13" fmla="*/ 125 h 127"/>
                <a:gd name="T14" fmla="*/ 24 w 116"/>
                <a:gd name="T15" fmla="*/ 122 h 127"/>
                <a:gd name="T16" fmla="*/ 24 w 116"/>
                <a:gd name="T17" fmla="*/ 96 h 127"/>
                <a:gd name="T18" fmla="*/ 16 w 116"/>
                <a:gd name="T19" fmla="*/ 96 h 127"/>
                <a:gd name="T20" fmla="*/ 0 w 116"/>
                <a:gd name="T21" fmla="*/ 80 h 127"/>
                <a:gd name="T22" fmla="*/ 0 w 116"/>
                <a:gd name="T23" fmla="*/ 16 h 127"/>
                <a:gd name="T24" fmla="*/ 16 w 116"/>
                <a:gd name="T2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27">
                  <a:moveTo>
                    <a:pt x="16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9" y="0"/>
                    <a:pt x="116" y="7"/>
                    <a:pt x="116" y="16"/>
                  </a:cubicBezTo>
                  <a:cubicBezTo>
                    <a:pt x="116" y="80"/>
                    <a:pt x="116" y="80"/>
                    <a:pt x="116" y="80"/>
                  </a:cubicBezTo>
                  <a:cubicBezTo>
                    <a:pt x="116" y="89"/>
                    <a:pt x="109" y="96"/>
                    <a:pt x="100" y="96"/>
                  </a:cubicBezTo>
                  <a:cubicBezTo>
                    <a:pt x="59" y="96"/>
                    <a:pt x="59" y="96"/>
                    <a:pt x="59" y="96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28" y="127"/>
                    <a:pt x="24" y="126"/>
                    <a:pt x="24" y="12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7" y="96"/>
                    <a:pt x="0" y="89"/>
                    <a:pt x="0" y="8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373">
              <a:extLst>
                <a:ext uri="{FF2B5EF4-FFF2-40B4-BE49-F238E27FC236}">
                  <a16:creationId xmlns:a16="http://schemas.microsoft.com/office/drawing/2014/main" id="{D2A63F10-6A1D-46E6-AA9C-E0169D04F7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611418" y="1853564"/>
              <a:ext cx="195818" cy="232647"/>
            </a:xfrm>
            <a:custGeom>
              <a:avLst/>
              <a:gdLst>
                <a:gd name="T0" fmla="*/ 0 w 108"/>
                <a:gd name="T1" fmla="*/ 68 h 127"/>
                <a:gd name="T2" fmla="*/ 0 w 108"/>
                <a:gd name="T3" fmla="*/ 80 h 127"/>
                <a:gd name="T4" fmla="*/ 16 w 108"/>
                <a:gd name="T5" fmla="*/ 96 h 127"/>
                <a:gd name="T6" fmla="*/ 53 w 108"/>
                <a:gd name="T7" fmla="*/ 96 h 127"/>
                <a:gd name="T8" fmla="*/ 81 w 108"/>
                <a:gd name="T9" fmla="*/ 125 h 127"/>
                <a:gd name="T10" fmla="*/ 88 w 108"/>
                <a:gd name="T11" fmla="*/ 122 h 127"/>
                <a:gd name="T12" fmla="*/ 88 w 108"/>
                <a:gd name="T13" fmla="*/ 96 h 127"/>
                <a:gd name="T14" fmla="*/ 92 w 108"/>
                <a:gd name="T15" fmla="*/ 96 h 127"/>
                <a:gd name="T16" fmla="*/ 108 w 108"/>
                <a:gd name="T17" fmla="*/ 80 h 127"/>
                <a:gd name="T18" fmla="*/ 108 w 108"/>
                <a:gd name="T19" fmla="*/ 16 h 127"/>
                <a:gd name="T20" fmla="*/ 92 w 108"/>
                <a:gd name="T21" fmla="*/ 0 h 127"/>
                <a:gd name="T22" fmla="*/ 40 w 108"/>
                <a:gd name="T2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27">
                  <a:moveTo>
                    <a:pt x="0" y="68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89"/>
                    <a:pt x="7" y="96"/>
                    <a:pt x="16" y="96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84" y="127"/>
                    <a:pt x="88" y="126"/>
                    <a:pt x="88" y="122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92" y="96"/>
                    <a:pt x="92" y="96"/>
                    <a:pt x="92" y="96"/>
                  </a:cubicBezTo>
                  <a:cubicBezTo>
                    <a:pt x="101" y="96"/>
                    <a:pt x="108" y="89"/>
                    <a:pt x="108" y="80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7"/>
                    <a:pt x="101" y="0"/>
                    <a:pt x="92" y="0"/>
                  </a:cubicBezTo>
                  <a:cubicBezTo>
                    <a:pt x="40" y="0"/>
                    <a:pt x="40" y="0"/>
                    <a:pt x="40" y="0"/>
                  </a:cubicBezTo>
                </a:path>
              </a:pathLst>
            </a:custGeom>
            <a:grp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374">
              <a:extLst>
                <a:ext uri="{FF2B5EF4-FFF2-40B4-BE49-F238E27FC236}">
                  <a16:creationId xmlns:a16="http://schemas.microsoft.com/office/drawing/2014/main" id="{EBDEA6C8-A914-B27B-E3AB-D658E053A9C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611418" y="1853564"/>
              <a:ext cx="51200" cy="102400"/>
            </a:xfrm>
            <a:custGeom>
              <a:avLst/>
              <a:gdLst>
                <a:gd name="T0" fmla="*/ 28 w 28"/>
                <a:gd name="T1" fmla="*/ 0 h 56"/>
                <a:gd name="T2" fmla="*/ 16 w 28"/>
                <a:gd name="T3" fmla="*/ 0 h 56"/>
                <a:gd name="T4" fmla="*/ 0 w 28"/>
                <a:gd name="T5" fmla="*/ 16 h 56"/>
                <a:gd name="T6" fmla="*/ 0 w 28"/>
                <a:gd name="T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56">
                  <a:moveTo>
                    <a:pt x="28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56"/>
                    <a:pt x="0" y="56"/>
                    <a:pt x="0" y="56"/>
                  </a:cubicBezTo>
                </a:path>
              </a:pathLst>
            </a:custGeom>
            <a:grpFill/>
            <a:ln w="12700" cap="flat">
              <a:solidFill>
                <a:schemeClr val="tx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B913BB09-CF1E-4A1E-EB4F-67A6C737EB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357611" y="678682"/>
            <a:ext cx="6224789" cy="1404993"/>
          </a:xfrm>
          <a:prstGeom prst="roundRect">
            <a:avLst>
              <a:gd name="adj" fmla="val 9364"/>
            </a:avLst>
          </a:prstGeom>
          <a:noFill/>
          <a:ln w="19050">
            <a:solidFill>
              <a:schemeClr val="bg1">
                <a:alpha val="7607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630A5331-CE96-2325-A42F-503646AB260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47115" y="3706920"/>
            <a:ext cx="1431626" cy="0"/>
          </a:xfrm>
          <a:prstGeom prst="line">
            <a:avLst/>
          </a:prstGeom>
          <a:ln w="9525">
            <a:solidFill>
              <a:schemeClr val="bg2">
                <a:alpha val="72157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AC828142-2832-1763-E04B-986520F5A3D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610050" y="3735325"/>
            <a:ext cx="1442412" cy="0"/>
          </a:xfrm>
          <a:prstGeom prst="line">
            <a:avLst/>
          </a:prstGeom>
          <a:ln w="9525">
            <a:solidFill>
              <a:schemeClr val="bg2">
                <a:alpha val="72157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1E879BE6-8090-8A02-DCFF-2B66853CD7A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582610" y="3746609"/>
            <a:ext cx="1442412" cy="0"/>
          </a:xfrm>
          <a:prstGeom prst="line">
            <a:avLst/>
          </a:prstGeom>
          <a:ln w="9525">
            <a:solidFill>
              <a:schemeClr val="bg2">
                <a:alpha val="72157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68A64AA3-5FA6-918B-E9EF-CA96D9B50B2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-1006814" y="1425389"/>
            <a:ext cx="185392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spaço Reservado para Texto 20">
            <a:extLst>
              <a:ext uri="{FF2B5EF4-FFF2-40B4-BE49-F238E27FC236}">
                <a16:creationId xmlns:a16="http://schemas.microsoft.com/office/drawing/2014/main" id="{83A78D3F-126A-F86F-5904-3AAEB11C65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89340" y="3898899"/>
            <a:ext cx="3294972" cy="274394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defRPr sz="17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43" name="Espaço Reservado para Texto 15">
            <a:extLst>
              <a:ext uri="{FF2B5EF4-FFF2-40B4-BE49-F238E27FC236}">
                <a16:creationId xmlns:a16="http://schemas.microsoft.com/office/drawing/2014/main" id="{1259E689-D68E-F35E-0116-7C4655AE16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89341" y="3397341"/>
            <a:ext cx="3308760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 err="1"/>
              <a:t>Avaliaçao</a:t>
            </a:r>
            <a:endParaRPr lang="pt-BR"/>
          </a:p>
        </p:txBody>
      </p:sp>
      <p:sp>
        <p:nvSpPr>
          <p:cNvPr id="13" name="Espaço Reservado para Texto 20">
            <a:extLst>
              <a:ext uri="{FF2B5EF4-FFF2-40B4-BE49-F238E27FC236}">
                <a16:creationId xmlns:a16="http://schemas.microsoft.com/office/drawing/2014/main" id="{7C1F1AEB-4A80-19E1-F388-5A3F320CA0D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28225" y="3887615"/>
            <a:ext cx="3294973" cy="275523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defRPr sz="17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01F84E51-2034-84E0-020B-941AF426C39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28226" y="3386057"/>
            <a:ext cx="3308760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Histórico</a:t>
            </a:r>
          </a:p>
        </p:txBody>
      </p:sp>
      <p:sp>
        <p:nvSpPr>
          <p:cNvPr id="11" name="Espaço Reservado para Texto 20">
            <a:extLst>
              <a:ext uri="{FF2B5EF4-FFF2-40B4-BE49-F238E27FC236}">
                <a16:creationId xmlns:a16="http://schemas.microsoft.com/office/drawing/2014/main" id="{A6E7881D-0382-3251-5E21-8500D52688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3848" y="3839044"/>
            <a:ext cx="2914636" cy="280380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900"/>
              </a:lnSpc>
              <a:spcBef>
                <a:spcPts val="0"/>
              </a:spcBef>
              <a:defRPr sz="1700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10" name="Espaço Reservado para Texto 15">
            <a:extLst>
              <a:ext uri="{FF2B5EF4-FFF2-40B4-BE49-F238E27FC236}">
                <a16:creationId xmlns:a16="http://schemas.microsoft.com/office/drawing/2014/main" id="{49D2A9C1-C8D2-4AD3-3142-D8EE09B92D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847" y="3360106"/>
            <a:ext cx="2943292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00" b="1">
                <a:solidFill>
                  <a:srgbClr val="FFFFFF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Queixa</a:t>
            </a:r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7561F4A1-3939-953A-6867-91E056C5C5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8910" y="920626"/>
            <a:ext cx="57048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kumimoji="0" lang="pt-BR" sz="2800" b="0" i="0" u="none" strike="noStrike" cap="none" spc="20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pt-BR">
                <a:solidFill>
                  <a:srgbClr val="064C4C"/>
                </a:solidFill>
              </a:rPr>
              <a:t>A.G.S., idade, gênero, estado civil, profissão</a:t>
            </a:r>
            <a:endParaRPr lang="en-US">
              <a:solidFill>
                <a:srgbClr val="064C4C"/>
              </a:solidFill>
            </a:endParaRP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81E30576-248B-0A50-9A77-FA55E781CA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380" y="827709"/>
            <a:ext cx="4602526" cy="120032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ct val="100000"/>
              </a:lnSpc>
              <a:defRPr lang="pt-BR" sz="45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Apresentação</a:t>
            </a:r>
            <a:br>
              <a:rPr lang="pt-BR"/>
            </a:br>
            <a:r>
              <a:rPr lang="pt-BR"/>
              <a:t>do Caso</a:t>
            </a:r>
          </a:p>
        </p:txBody>
      </p:sp>
    </p:spTree>
    <p:extLst>
      <p:ext uri="{BB962C8B-B14F-4D97-AF65-F5344CB8AC3E}">
        <p14:creationId xmlns:p14="http://schemas.microsoft.com/office/powerpoint/2010/main" val="356210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38000" decel="5800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20000" decel="8000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48000" decel="48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43000" decel="48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40000" decel="60000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37000" decel="5700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" grpId="0" animBg="1"/>
      <p:bldP spid="14" grpId="0" animBg="1"/>
      <p:bldP spid="50" grpId="0" animBg="1"/>
      <p:bldP spid="4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4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accel="37000" decel="5700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3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2" presetClass="entr" presetSubtype="4" accel="48000" decel="4800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3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4" accel="20000" decel="8000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caodocaso_opcao4_txt_im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spaço Reservado para Imagem 34">
            <a:extLst>
              <a:ext uri="{FF2B5EF4-FFF2-40B4-BE49-F238E27FC236}">
                <a16:creationId xmlns:a16="http://schemas.microsoft.com/office/drawing/2014/main" id="{1721CCB8-CB82-FFBE-BB6C-90646A0C9E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>
          <a:xfrm>
            <a:off x="-32686" y="-28608"/>
            <a:ext cx="7037671" cy="6981858"/>
          </a:xfrm>
          <a:custGeom>
            <a:avLst/>
            <a:gdLst>
              <a:gd name="connsiteX0" fmla="*/ 2 w 7037671"/>
              <a:gd name="connsiteY0" fmla="*/ 4020015 h 6981858"/>
              <a:gd name="connsiteX1" fmla="*/ 2327940 w 7037671"/>
              <a:gd name="connsiteY1" fmla="*/ 5373839 h 6981858"/>
              <a:gd name="connsiteX2" fmla="*/ 2516540 w 7037671"/>
              <a:gd name="connsiteY2" fmla="*/ 6981857 h 6981858"/>
              <a:gd name="connsiteX3" fmla="*/ 2 w 7037671"/>
              <a:gd name="connsiteY3" fmla="*/ 6981857 h 6981858"/>
              <a:gd name="connsiteX4" fmla="*/ 4637990 w 7037671"/>
              <a:gd name="connsiteY4" fmla="*/ 3993414 h 6981858"/>
              <a:gd name="connsiteX5" fmla="*/ 6837254 w 7037671"/>
              <a:gd name="connsiteY5" fmla="*/ 5271775 h 6981858"/>
              <a:gd name="connsiteX6" fmla="*/ 7037671 w 7037671"/>
              <a:gd name="connsiteY6" fmla="*/ 6977356 h 6981858"/>
              <a:gd name="connsiteX7" fmla="*/ 7037671 w 7037671"/>
              <a:gd name="connsiteY7" fmla="*/ 6981858 h 6981858"/>
              <a:gd name="connsiteX8" fmla="*/ 2601725 w 7037671"/>
              <a:gd name="connsiteY8" fmla="*/ 6981858 h 6981858"/>
              <a:gd name="connsiteX9" fmla="*/ 2421439 w 7037671"/>
              <a:gd name="connsiteY9" fmla="*/ 5447585 h 6981858"/>
              <a:gd name="connsiteX10" fmla="*/ 0 w 7037671"/>
              <a:gd name="connsiteY10" fmla="*/ 0 h 6981858"/>
              <a:gd name="connsiteX11" fmla="*/ 5253136 w 7037671"/>
              <a:gd name="connsiteY11" fmla="*/ 0 h 6981858"/>
              <a:gd name="connsiteX12" fmla="*/ 5427513 w 7037671"/>
              <a:gd name="connsiteY12" fmla="*/ 99054 h 6981858"/>
              <a:gd name="connsiteX13" fmla="*/ 5249332 w 7037671"/>
              <a:gd name="connsiteY13" fmla="*/ 3461396 h 6981858"/>
              <a:gd name="connsiteX14" fmla="*/ 2452550 w 7037671"/>
              <a:gd name="connsiteY14" fmla="*/ 5336255 h 6981858"/>
              <a:gd name="connsiteX15" fmla="*/ 0 w 7037671"/>
              <a:gd name="connsiteY15" fmla="*/ 3943098 h 6981858"/>
              <a:gd name="connsiteX0" fmla="*/ 2 w 7037671"/>
              <a:gd name="connsiteY0" fmla="*/ 4020015 h 6981858"/>
              <a:gd name="connsiteX1" fmla="*/ 2327940 w 7037671"/>
              <a:gd name="connsiteY1" fmla="*/ 5373839 h 6981858"/>
              <a:gd name="connsiteX2" fmla="*/ 2516540 w 7037671"/>
              <a:gd name="connsiteY2" fmla="*/ 6981857 h 6981858"/>
              <a:gd name="connsiteX3" fmla="*/ 2 w 7037671"/>
              <a:gd name="connsiteY3" fmla="*/ 6981857 h 6981858"/>
              <a:gd name="connsiteX4" fmla="*/ 2 w 7037671"/>
              <a:gd name="connsiteY4" fmla="*/ 4020015 h 6981858"/>
              <a:gd name="connsiteX5" fmla="*/ 4624205 w 7037671"/>
              <a:gd name="connsiteY5" fmla="*/ 3970439 h 6981858"/>
              <a:gd name="connsiteX6" fmla="*/ 6837254 w 7037671"/>
              <a:gd name="connsiteY6" fmla="*/ 5271775 h 6981858"/>
              <a:gd name="connsiteX7" fmla="*/ 7037671 w 7037671"/>
              <a:gd name="connsiteY7" fmla="*/ 6977356 h 6981858"/>
              <a:gd name="connsiteX8" fmla="*/ 7037671 w 7037671"/>
              <a:gd name="connsiteY8" fmla="*/ 6981858 h 6981858"/>
              <a:gd name="connsiteX9" fmla="*/ 2601725 w 7037671"/>
              <a:gd name="connsiteY9" fmla="*/ 6981858 h 6981858"/>
              <a:gd name="connsiteX10" fmla="*/ 2421439 w 7037671"/>
              <a:gd name="connsiteY10" fmla="*/ 5447585 h 6981858"/>
              <a:gd name="connsiteX11" fmla="*/ 4624205 w 7037671"/>
              <a:gd name="connsiteY11" fmla="*/ 3970439 h 6981858"/>
              <a:gd name="connsiteX12" fmla="*/ 0 w 7037671"/>
              <a:gd name="connsiteY12" fmla="*/ 0 h 6981858"/>
              <a:gd name="connsiteX13" fmla="*/ 5253136 w 7037671"/>
              <a:gd name="connsiteY13" fmla="*/ 0 h 6981858"/>
              <a:gd name="connsiteX14" fmla="*/ 5427513 w 7037671"/>
              <a:gd name="connsiteY14" fmla="*/ 99054 h 6981858"/>
              <a:gd name="connsiteX15" fmla="*/ 5249332 w 7037671"/>
              <a:gd name="connsiteY15" fmla="*/ 3461396 h 6981858"/>
              <a:gd name="connsiteX16" fmla="*/ 2452550 w 7037671"/>
              <a:gd name="connsiteY16" fmla="*/ 5336255 h 6981858"/>
              <a:gd name="connsiteX17" fmla="*/ 0 w 7037671"/>
              <a:gd name="connsiteY17" fmla="*/ 3943098 h 6981858"/>
              <a:gd name="connsiteX18" fmla="*/ 0 w 7037671"/>
              <a:gd name="connsiteY18" fmla="*/ 0 h 6981858"/>
              <a:gd name="connsiteX0" fmla="*/ 2 w 7037671"/>
              <a:gd name="connsiteY0" fmla="*/ 4020015 h 6981858"/>
              <a:gd name="connsiteX1" fmla="*/ 2327940 w 7037671"/>
              <a:gd name="connsiteY1" fmla="*/ 5373839 h 6981858"/>
              <a:gd name="connsiteX2" fmla="*/ 2516540 w 7037671"/>
              <a:gd name="connsiteY2" fmla="*/ 6981857 h 6981858"/>
              <a:gd name="connsiteX3" fmla="*/ 2 w 7037671"/>
              <a:gd name="connsiteY3" fmla="*/ 6981857 h 6981858"/>
              <a:gd name="connsiteX4" fmla="*/ 2 w 7037671"/>
              <a:gd name="connsiteY4" fmla="*/ 4020015 h 6981858"/>
              <a:gd name="connsiteX5" fmla="*/ 4624205 w 7037671"/>
              <a:gd name="connsiteY5" fmla="*/ 3970439 h 6981858"/>
              <a:gd name="connsiteX6" fmla="*/ 6837254 w 7037671"/>
              <a:gd name="connsiteY6" fmla="*/ 5271775 h 6981858"/>
              <a:gd name="connsiteX7" fmla="*/ 7037671 w 7037671"/>
              <a:gd name="connsiteY7" fmla="*/ 6977356 h 6981858"/>
              <a:gd name="connsiteX8" fmla="*/ 7037671 w 7037671"/>
              <a:gd name="connsiteY8" fmla="*/ 6981858 h 6981858"/>
              <a:gd name="connsiteX9" fmla="*/ 2601725 w 7037671"/>
              <a:gd name="connsiteY9" fmla="*/ 6981858 h 6981858"/>
              <a:gd name="connsiteX10" fmla="*/ 2476579 w 7037671"/>
              <a:gd name="connsiteY10" fmla="*/ 5397041 h 6981858"/>
              <a:gd name="connsiteX11" fmla="*/ 4624205 w 7037671"/>
              <a:gd name="connsiteY11" fmla="*/ 3970439 h 6981858"/>
              <a:gd name="connsiteX12" fmla="*/ 0 w 7037671"/>
              <a:gd name="connsiteY12" fmla="*/ 0 h 6981858"/>
              <a:gd name="connsiteX13" fmla="*/ 5253136 w 7037671"/>
              <a:gd name="connsiteY13" fmla="*/ 0 h 6981858"/>
              <a:gd name="connsiteX14" fmla="*/ 5427513 w 7037671"/>
              <a:gd name="connsiteY14" fmla="*/ 99054 h 6981858"/>
              <a:gd name="connsiteX15" fmla="*/ 5249332 w 7037671"/>
              <a:gd name="connsiteY15" fmla="*/ 3461396 h 6981858"/>
              <a:gd name="connsiteX16" fmla="*/ 2452550 w 7037671"/>
              <a:gd name="connsiteY16" fmla="*/ 5336255 h 6981858"/>
              <a:gd name="connsiteX17" fmla="*/ 0 w 7037671"/>
              <a:gd name="connsiteY17" fmla="*/ 3943098 h 6981858"/>
              <a:gd name="connsiteX18" fmla="*/ 0 w 7037671"/>
              <a:gd name="connsiteY18" fmla="*/ 0 h 6981858"/>
              <a:gd name="connsiteX0" fmla="*/ 2 w 7037671"/>
              <a:gd name="connsiteY0" fmla="*/ 4020015 h 6981858"/>
              <a:gd name="connsiteX1" fmla="*/ 2396864 w 7037671"/>
              <a:gd name="connsiteY1" fmla="*/ 5410599 h 6981858"/>
              <a:gd name="connsiteX2" fmla="*/ 2516540 w 7037671"/>
              <a:gd name="connsiteY2" fmla="*/ 6981857 h 6981858"/>
              <a:gd name="connsiteX3" fmla="*/ 2 w 7037671"/>
              <a:gd name="connsiteY3" fmla="*/ 6981857 h 6981858"/>
              <a:gd name="connsiteX4" fmla="*/ 2 w 7037671"/>
              <a:gd name="connsiteY4" fmla="*/ 4020015 h 6981858"/>
              <a:gd name="connsiteX5" fmla="*/ 4624205 w 7037671"/>
              <a:gd name="connsiteY5" fmla="*/ 3970439 h 6981858"/>
              <a:gd name="connsiteX6" fmla="*/ 6837254 w 7037671"/>
              <a:gd name="connsiteY6" fmla="*/ 5271775 h 6981858"/>
              <a:gd name="connsiteX7" fmla="*/ 7037671 w 7037671"/>
              <a:gd name="connsiteY7" fmla="*/ 6977356 h 6981858"/>
              <a:gd name="connsiteX8" fmla="*/ 7037671 w 7037671"/>
              <a:gd name="connsiteY8" fmla="*/ 6981858 h 6981858"/>
              <a:gd name="connsiteX9" fmla="*/ 2601725 w 7037671"/>
              <a:gd name="connsiteY9" fmla="*/ 6981858 h 6981858"/>
              <a:gd name="connsiteX10" fmla="*/ 2476579 w 7037671"/>
              <a:gd name="connsiteY10" fmla="*/ 5397041 h 6981858"/>
              <a:gd name="connsiteX11" fmla="*/ 4624205 w 7037671"/>
              <a:gd name="connsiteY11" fmla="*/ 3970439 h 6981858"/>
              <a:gd name="connsiteX12" fmla="*/ 0 w 7037671"/>
              <a:gd name="connsiteY12" fmla="*/ 0 h 6981858"/>
              <a:gd name="connsiteX13" fmla="*/ 5253136 w 7037671"/>
              <a:gd name="connsiteY13" fmla="*/ 0 h 6981858"/>
              <a:gd name="connsiteX14" fmla="*/ 5427513 w 7037671"/>
              <a:gd name="connsiteY14" fmla="*/ 99054 h 6981858"/>
              <a:gd name="connsiteX15" fmla="*/ 5249332 w 7037671"/>
              <a:gd name="connsiteY15" fmla="*/ 3461396 h 6981858"/>
              <a:gd name="connsiteX16" fmla="*/ 2452550 w 7037671"/>
              <a:gd name="connsiteY16" fmla="*/ 5336255 h 6981858"/>
              <a:gd name="connsiteX17" fmla="*/ 0 w 7037671"/>
              <a:gd name="connsiteY17" fmla="*/ 3943098 h 6981858"/>
              <a:gd name="connsiteX18" fmla="*/ 0 w 7037671"/>
              <a:gd name="connsiteY18" fmla="*/ 0 h 698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037671" h="6981858">
                <a:moveTo>
                  <a:pt x="2" y="4020015"/>
                </a:moveTo>
                <a:lnTo>
                  <a:pt x="2396864" y="5410599"/>
                </a:lnTo>
                <a:lnTo>
                  <a:pt x="2516540" y="6981857"/>
                </a:lnTo>
                <a:lnTo>
                  <a:pt x="2" y="6981857"/>
                </a:lnTo>
                <a:lnTo>
                  <a:pt x="2" y="4020015"/>
                </a:lnTo>
                <a:close/>
                <a:moveTo>
                  <a:pt x="4624205" y="3970439"/>
                </a:moveTo>
                <a:lnTo>
                  <a:pt x="6837254" y="5271775"/>
                </a:lnTo>
                <a:lnTo>
                  <a:pt x="7037671" y="6977356"/>
                </a:lnTo>
                <a:lnTo>
                  <a:pt x="7037671" y="6981858"/>
                </a:lnTo>
                <a:lnTo>
                  <a:pt x="2601725" y="6981858"/>
                </a:lnTo>
                <a:lnTo>
                  <a:pt x="2476579" y="5397041"/>
                </a:lnTo>
                <a:lnTo>
                  <a:pt x="4624205" y="3970439"/>
                </a:lnTo>
                <a:close/>
                <a:moveTo>
                  <a:pt x="0" y="0"/>
                </a:moveTo>
                <a:lnTo>
                  <a:pt x="5253136" y="0"/>
                </a:lnTo>
                <a:lnTo>
                  <a:pt x="5427513" y="99054"/>
                </a:lnTo>
                <a:lnTo>
                  <a:pt x="5249332" y="3461396"/>
                </a:lnTo>
                <a:lnTo>
                  <a:pt x="2452550" y="5336255"/>
                </a:lnTo>
                <a:lnTo>
                  <a:pt x="0" y="3943098"/>
                </a:lnTo>
                <a:lnTo>
                  <a:pt x="0" y="0"/>
                </a:lnTo>
                <a:close/>
              </a:path>
            </a:pathLst>
          </a:custGeom>
          <a:solidFill>
            <a:srgbClr val="C0C0C0"/>
          </a:solidFill>
          <a:effectLst>
            <a:outerShdw blurRad="431800" dist="50800" sx="102000" sy="102000" algn="ctr" rotWithShape="0">
              <a:prstClr val="black">
                <a:alpha val="30000"/>
              </a:prstClr>
            </a:outerShdw>
          </a:effectLst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  <a:endParaRPr lang="pt-BR"/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16C1467E-1D64-B54E-B068-00615DFA123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680912" y="4939177"/>
            <a:ext cx="1442412" cy="0"/>
          </a:xfrm>
          <a:prstGeom prst="line">
            <a:avLst/>
          </a:prstGeom>
          <a:ln w="9525">
            <a:solidFill>
              <a:schemeClr val="tx2">
                <a:alpha val="1882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31">
            <a:extLst>
              <a:ext uri="{FF2B5EF4-FFF2-40B4-BE49-F238E27FC236}">
                <a16:creationId xmlns:a16="http://schemas.microsoft.com/office/drawing/2014/main" id="{926A0F6B-721F-E956-3052-3D26DA8CE7D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7146709" y="4569727"/>
            <a:ext cx="241655" cy="325117"/>
          </a:xfrm>
          <a:custGeom>
            <a:avLst/>
            <a:gdLst/>
            <a:ahLst/>
            <a:cxnLst/>
            <a:rect l="l" t="t" r="r" b="b"/>
            <a:pathLst>
              <a:path w="2273269" h="3232141">
                <a:moveTo>
                  <a:pt x="1301358" y="1224998"/>
                </a:moveTo>
                <a:cubicBezTo>
                  <a:pt x="1288512" y="1224739"/>
                  <a:pt x="1275404" y="1226994"/>
                  <a:pt x="1262722" y="1232060"/>
                </a:cubicBezTo>
                <a:cubicBezTo>
                  <a:pt x="1224020" y="1247517"/>
                  <a:pt x="1200469" y="1284678"/>
                  <a:pt x="1200858" y="1323955"/>
                </a:cubicBezTo>
                <a:lnTo>
                  <a:pt x="1068969" y="1816173"/>
                </a:lnTo>
                <a:lnTo>
                  <a:pt x="975827" y="1468563"/>
                </a:lnTo>
                <a:cubicBezTo>
                  <a:pt x="965224" y="1428990"/>
                  <a:pt x="932065" y="1401484"/>
                  <a:pt x="893889" y="1396168"/>
                </a:cubicBezTo>
                <a:cubicBezTo>
                  <a:pt x="887581" y="1395290"/>
                  <a:pt x="881136" y="1395017"/>
                  <a:pt x="874749" y="1397368"/>
                </a:cubicBezTo>
                <a:lnTo>
                  <a:pt x="873048" y="1397069"/>
                </a:lnTo>
                <a:cubicBezTo>
                  <a:pt x="871822" y="1397102"/>
                  <a:pt x="870599" y="1397158"/>
                  <a:pt x="869409" y="1397702"/>
                </a:cubicBezTo>
                <a:lnTo>
                  <a:pt x="854690" y="1398625"/>
                </a:lnTo>
                <a:cubicBezTo>
                  <a:pt x="852870" y="1399112"/>
                  <a:pt x="851076" y="1399648"/>
                  <a:pt x="849610" y="1401148"/>
                </a:cubicBezTo>
                <a:cubicBezTo>
                  <a:pt x="820426" y="1408603"/>
                  <a:pt x="795399" y="1429720"/>
                  <a:pt x="783580" y="1459921"/>
                </a:cubicBezTo>
                <a:lnTo>
                  <a:pt x="576552" y="1988920"/>
                </a:lnTo>
                <a:lnTo>
                  <a:pt x="360960" y="1988920"/>
                </a:lnTo>
                <a:cubicBezTo>
                  <a:pt x="306335" y="1988920"/>
                  <a:pt x="262052" y="2033203"/>
                  <a:pt x="262052" y="2087828"/>
                </a:cubicBezTo>
                <a:cubicBezTo>
                  <a:pt x="262052" y="2142453"/>
                  <a:pt x="306335" y="2186736"/>
                  <a:pt x="360960" y="2186736"/>
                </a:cubicBezTo>
                <a:lnTo>
                  <a:pt x="624414" y="2186736"/>
                </a:lnTo>
                <a:cubicBezTo>
                  <a:pt x="655679" y="2194749"/>
                  <a:pt x="687884" y="2184847"/>
                  <a:pt x="710155" y="2162843"/>
                </a:cubicBezTo>
                <a:cubicBezTo>
                  <a:pt x="728043" y="2149675"/>
                  <a:pt x="740236" y="2129868"/>
                  <a:pt x="742804" y="2106901"/>
                </a:cubicBezTo>
                <a:lnTo>
                  <a:pt x="861090" y="1804659"/>
                </a:lnTo>
                <a:lnTo>
                  <a:pt x="967256" y="2200878"/>
                </a:lnTo>
                <a:cubicBezTo>
                  <a:pt x="956121" y="2251327"/>
                  <a:pt x="986997" y="2301788"/>
                  <a:pt x="1037612" y="2315350"/>
                </a:cubicBezTo>
                <a:cubicBezTo>
                  <a:pt x="1044252" y="2317129"/>
                  <a:pt x="1050915" y="2318189"/>
                  <a:pt x="1057633" y="2316605"/>
                </a:cubicBezTo>
                <a:cubicBezTo>
                  <a:pt x="1061264" y="2317900"/>
                  <a:pt x="1065062" y="2318350"/>
                  <a:pt x="1068971" y="2317315"/>
                </a:cubicBezTo>
                <a:cubicBezTo>
                  <a:pt x="1072878" y="2318349"/>
                  <a:pt x="1076674" y="2317900"/>
                  <a:pt x="1080303" y="2316605"/>
                </a:cubicBezTo>
                <a:lnTo>
                  <a:pt x="1100326" y="2315350"/>
                </a:lnTo>
                <a:cubicBezTo>
                  <a:pt x="1150941" y="2301788"/>
                  <a:pt x="1181817" y="2251327"/>
                  <a:pt x="1170682" y="2200878"/>
                </a:cubicBezTo>
                <a:lnTo>
                  <a:pt x="1320238" y="1642726"/>
                </a:lnTo>
                <a:lnTo>
                  <a:pt x="1513977" y="2127797"/>
                </a:lnTo>
                <a:cubicBezTo>
                  <a:pt x="1531567" y="2171838"/>
                  <a:pt x="1577262" y="2196260"/>
                  <a:pt x="1621871" y="2186737"/>
                </a:cubicBezTo>
                <a:lnTo>
                  <a:pt x="1878495" y="2186737"/>
                </a:lnTo>
                <a:cubicBezTo>
                  <a:pt x="1933120" y="2186737"/>
                  <a:pt x="1977403" y="2142454"/>
                  <a:pt x="1977403" y="2087829"/>
                </a:cubicBezTo>
                <a:cubicBezTo>
                  <a:pt x="1977403" y="2033204"/>
                  <a:pt x="1933120" y="1988921"/>
                  <a:pt x="1878495" y="1988921"/>
                </a:cubicBezTo>
                <a:lnTo>
                  <a:pt x="1671520" y="1988921"/>
                </a:lnTo>
                <a:lnTo>
                  <a:pt x="1391261" y="1287226"/>
                </a:lnTo>
                <a:cubicBezTo>
                  <a:pt x="1376065" y="1249180"/>
                  <a:pt x="1339894" y="1225775"/>
                  <a:pt x="1301358" y="1224998"/>
                </a:cubicBezTo>
                <a:close/>
                <a:moveTo>
                  <a:pt x="335892" y="524745"/>
                </a:moveTo>
                <a:lnTo>
                  <a:pt x="1937377" y="524745"/>
                </a:lnTo>
                <a:cubicBezTo>
                  <a:pt x="1996486" y="524745"/>
                  <a:pt x="2044403" y="572662"/>
                  <a:pt x="2044403" y="631771"/>
                </a:cubicBezTo>
                <a:lnTo>
                  <a:pt x="2044403" y="2898384"/>
                </a:lnTo>
                <a:cubicBezTo>
                  <a:pt x="2044403" y="2957493"/>
                  <a:pt x="1996486" y="3005410"/>
                  <a:pt x="1937377" y="3005410"/>
                </a:cubicBezTo>
                <a:lnTo>
                  <a:pt x="335892" y="3005410"/>
                </a:lnTo>
                <a:cubicBezTo>
                  <a:pt x="276783" y="3005410"/>
                  <a:pt x="228866" y="2957493"/>
                  <a:pt x="228866" y="2898384"/>
                </a:cubicBezTo>
                <a:lnTo>
                  <a:pt x="228866" y="631771"/>
                </a:lnTo>
                <a:cubicBezTo>
                  <a:pt x="228866" y="572662"/>
                  <a:pt x="276783" y="524745"/>
                  <a:pt x="335892" y="524745"/>
                </a:cubicBezTo>
                <a:close/>
                <a:moveTo>
                  <a:pt x="245659" y="437009"/>
                </a:moveTo>
                <a:cubicBezTo>
                  <a:pt x="179890" y="437009"/>
                  <a:pt x="126573" y="490326"/>
                  <a:pt x="126573" y="556095"/>
                </a:cubicBezTo>
                <a:lnTo>
                  <a:pt x="126573" y="2974061"/>
                </a:lnTo>
                <a:cubicBezTo>
                  <a:pt x="126573" y="3039830"/>
                  <a:pt x="179890" y="3093147"/>
                  <a:pt x="245659" y="3093147"/>
                </a:cubicBezTo>
                <a:lnTo>
                  <a:pt x="2027611" y="3093147"/>
                </a:lnTo>
                <a:cubicBezTo>
                  <a:pt x="2093380" y="3093147"/>
                  <a:pt x="2146697" y="3039830"/>
                  <a:pt x="2146697" y="2974061"/>
                </a:cubicBezTo>
                <a:lnTo>
                  <a:pt x="2146697" y="556095"/>
                </a:lnTo>
                <a:cubicBezTo>
                  <a:pt x="2146697" y="490326"/>
                  <a:pt x="2093380" y="437009"/>
                  <a:pt x="2027611" y="437009"/>
                </a:cubicBezTo>
                <a:close/>
                <a:moveTo>
                  <a:pt x="974181" y="0"/>
                </a:moveTo>
                <a:lnTo>
                  <a:pt x="1299087" y="0"/>
                </a:lnTo>
                <a:cubicBezTo>
                  <a:pt x="1327680" y="0"/>
                  <a:pt x="1350860" y="23180"/>
                  <a:pt x="1350860" y="51773"/>
                </a:cubicBezTo>
                <a:lnTo>
                  <a:pt x="1350860" y="155306"/>
                </a:lnTo>
                <a:lnTo>
                  <a:pt x="1381614" y="155306"/>
                </a:lnTo>
                <a:cubicBezTo>
                  <a:pt x="1410207" y="155306"/>
                  <a:pt x="1433387" y="178486"/>
                  <a:pt x="1433387" y="207079"/>
                </a:cubicBezTo>
                <a:lnTo>
                  <a:pt x="1433387" y="298015"/>
                </a:lnTo>
                <a:lnTo>
                  <a:pt x="2081269" y="298015"/>
                </a:lnTo>
                <a:cubicBezTo>
                  <a:pt x="2187308" y="298015"/>
                  <a:pt x="2273269" y="383976"/>
                  <a:pt x="2273269" y="490015"/>
                </a:cubicBezTo>
                <a:lnTo>
                  <a:pt x="2273269" y="3040141"/>
                </a:lnTo>
                <a:cubicBezTo>
                  <a:pt x="2273269" y="3146180"/>
                  <a:pt x="2187308" y="3232141"/>
                  <a:pt x="2081269" y="3232141"/>
                </a:cubicBezTo>
                <a:lnTo>
                  <a:pt x="192000" y="3232141"/>
                </a:lnTo>
                <a:cubicBezTo>
                  <a:pt x="85961" y="3232141"/>
                  <a:pt x="0" y="3146180"/>
                  <a:pt x="0" y="3040141"/>
                </a:cubicBezTo>
                <a:lnTo>
                  <a:pt x="0" y="490015"/>
                </a:lnTo>
                <a:cubicBezTo>
                  <a:pt x="0" y="383976"/>
                  <a:pt x="85961" y="298015"/>
                  <a:pt x="192000" y="298015"/>
                </a:cubicBezTo>
                <a:lnTo>
                  <a:pt x="839881" y="298015"/>
                </a:lnTo>
                <a:lnTo>
                  <a:pt x="839881" y="207079"/>
                </a:lnTo>
                <a:cubicBezTo>
                  <a:pt x="839881" y="178486"/>
                  <a:pt x="863061" y="155306"/>
                  <a:pt x="891654" y="155306"/>
                </a:cubicBezTo>
                <a:lnTo>
                  <a:pt x="922408" y="155306"/>
                </a:lnTo>
                <a:lnTo>
                  <a:pt x="922408" y="51773"/>
                </a:lnTo>
                <a:cubicBezTo>
                  <a:pt x="922408" y="23180"/>
                  <a:pt x="945588" y="0"/>
                  <a:pt x="97418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7B729B32-BE1E-F8FE-1B47-D02F467A582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657853" y="3008335"/>
            <a:ext cx="837430" cy="0"/>
          </a:xfrm>
          <a:prstGeom prst="line">
            <a:avLst/>
          </a:prstGeom>
          <a:ln w="9525">
            <a:solidFill>
              <a:schemeClr val="tx2">
                <a:alpha val="18824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604BB432-4B19-5E2A-2D7A-B4932BA93EF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060979" y="2661521"/>
            <a:ext cx="323793" cy="287737"/>
            <a:chOff x="1473986" y="1802364"/>
            <a:chExt cx="333249" cy="283846"/>
          </a:xfrm>
          <a:solidFill>
            <a:schemeClr val="tx2"/>
          </a:solidFill>
        </p:grpSpPr>
        <p:sp>
          <p:nvSpPr>
            <p:cNvPr id="46" name="Freeform 372">
              <a:extLst>
                <a:ext uri="{FF2B5EF4-FFF2-40B4-BE49-F238E27FC236}">
                  <a16:creationId xmlns:a16="http://schemas.microsoft.com/office/drawing/2014/main" id="{46E2B956-9E4F-47CB-8AFD-2A488DE0170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473986" y="1802364"/>
              <a:ext cx="210190" cy="232647"/>
            </a:xfrm>
            <a:custGeom>
              <a:avLst/>
              <a:gdLst>
                <a:gd name="T0" fmla="*/ 16 w 116"/>
                <a:gd name="T1" fmla="*/ 0 h 127"/>
                <a:gd name="T2" fmla="*/ 100 w 116"/>
                <a:gd name="T3" fmla="*/ 0 h 127"/>
                <a:gd name="T4" fmla="*/ 116 w 116"/>
                <a:gd name="T5" fmla="*/ 16 h 127"/>
                <a:gd name="T6" fmla="*/ 116 w 116"/>
                <a:gd name="T7" fmla="*/ 80 h 127"/>
                <a:gd name="T8" fmla="*/ 100 w 116"/>
                <a:gd name="T9" fmla="*/ 96 h 127"/>
                <a:gd name="T10" fmla="*/ 59 w 116"/>
                <a:gd name="T11" fmla="*/ 96 h 127"/>
                <a:gd name="T12" fmla="*/ 31 w 116"/>
                <a:gd name="T13" fmla="*/ 125 h 127"/>
                <a:gd name="T14" fmla="*/ 24 w 116"/>
                <a:gd name="T15" fmla="*/ 122 h 127"/>
                <a:gd name="T16" fmla="*/ 24 w 116"/>
                <a:gd name="T17" fmla="*/ 96 h 127"/>
                <a:gd name="T18" fmla="*/ 16 w 116"/>
                <a:gd name="T19" fmla="*/ 96 h 127"/>
                <a:gd name="T20" fmla="*/ 0 w 116"/>
                <a:gd name="T21" fmla="*/ 80 h 127"/>
                <a:gd name="T22" fmla="*/ 0 w 116"/>
                <a:gd name="T23" fmla="*/ 16 h 127"/>
                <a:gd name="T24" fmla="*/ 16 w 116"/>
                <a:gd name="T2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6" h="127">
                  <a:moveTo>
                    <a:pt x="16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9" y="0"/>
                    <a:pt x="116" y="7"/>
                    <a:pt x="116" y="16"/>
                  </a:cubicBezTo>
                  <a:cubicBezTo>
                    <a:pt x="116" y="80"/>
                    <a:pt x="116" y="80"/>
                    <a:pt x="116" y="80"/>
                  </a:cubicBezTo>
                  <a:cubicBezTo>
                    <a:pt x="116" y="89"/>
                    <a:pt x="109" y="96"/>
                    <a:pt x="100" y="96"/>
                  </a:cubicBezTo>
                  <a:cubicBezTo>
                    <a:pt x="59" y="96"/>
                    <a:pt x="59" y="96"/>
                    <a:pt x="59" y="96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28" y="127"/>
                    <a:pt x="24" y="126"/>
                    <a:pt x="24" y="122"/>
                  </a:cubicBezTo>
                  <a:cubicBezTo>
                    <a:pt x="24" y="96"/>
                    <a:pt x="24" y="96"/>
                    <a:pt x="24" y="96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7" y="96"/>
                    <a:pt x="0" y="89"/>
                    <a:pt x="0" y="8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lose/>
                </a:path>
              </a:pathLst>
            </a:custGeom>
            <a:noFill/>
            <a:ln w="12700" cap="flat">
              <a:solidFill>
                <a:schemeClr val="accent6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Freeform 373">
              <a:extLst>
                <a:ext uri="{FF2B5EF4-FFF2-40B4-BE49-F238E27FC236}">
                  <a16:creationId xmlns:a16="http://schemas.microsoft.com/office/drawing/2014/main" id="{4BDA2254-FDC1-3BF4-A4E5-B06653EFE93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611417" y="1853563"/>
              <a:ext cx="195818" cy="232647"/>
            </a:xfrm>
            <a:custGeom>
              <a:avLst/>
              <a:gdLst>
                <a:gd name="T0" fmla="*/ 0 w 108"/>
                <a:gd name="T1" fmla="*/ 68 h 127"/>
                <a:gd name="T2" fmla="*/ 0 w 108"/>
                <a:gd name="T3" fmla="*/ 80 h 127"/>
                <a:gd name="T4" fmla="*/ 16 w 108"/>
                <a:gd name="T5" fmla="*/ 96 h 127"/>
                <a:gd name="T6" fmla="*/ 53 w 108"/>
                <a:gd name="T7" fmla="*/ 96 h 127"/>
                <a:gd name="T8" fmla="*/ 81 w 108"/>
                <a:gd name="T9" fmla="*/ 125 h 127"/>
                <a:gd name="T10" fmla="*/ 88 w 108"/>
                <a:gd name="T11" fmla="*/ 122 h 127"/>
                <a:gd name="T12" fmla="*/ 88 w 108"/>
                <a:gd name="T13" fmla="*/ 96 h 127"/>
                <a:gd name="T14" fmla="*/ 92 w 108"/>
                <a:gd name="T15" fmla="*/ 96 h 127"/>
                <a:gd name="T16" fmla="*/ 108 w 108"/>
                <a:gd name="T17" fmla="*/ 80 h 127"/>
                <a:gd name="T18" fmla="*/ 108 w 108"/>
                <a:gd name="T19" fmla="*/ 16 h 127"/>
                <a:gd name="T20" fmla="*/ 92 w 108"/>
                <a:gd name="T21" fmla="*/ 0 h 127"/>
                <a:gd name="T22" fmla="*/ 40 w 108"/>
                <a:gd name="T23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8" h="127">
                  <a:moveTo>
                    <a:pt x="0" y="68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89"/>
                    <a:pt x="7" y="96"/>
                    <a:pt x="16" y="96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84" y="127"/>
                    <a:pt x="88" y="126"/>
                    <a:pt x="88" y="122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92" y="96"/>
                    <a:pt x="92" y="96"/>
                    <a:pt x="92" y="96"/>
                  </a:cubicBezTo>
                  <a:cubicBezTo>
                    <a:pt x="101" y="96"/>
                    <a:pt x="108" y="89"/>
                    <a:pt x="108" y="80"/>
                  </a:cubicBezTo>
                  <a:cubicBezTo>
                    <a:pt x="108" y="16"/>
                    <a:pt x="108" y="16"/>
                    <a:pt x="108" y="16"/>
                  </a:cubicBezTo>
                  <a:cubicBezTo>
                    <a:pt x="108" y="7"/>
                    <a:pt x="101" y="0"/>
                    <a:pt x="92" y="0"/>
                  </a:cubicBezTo>
                  <a:cubicBezTo>
                    <a:pt x="40" y="0"/>
                    <a:pt x="40" y="0"/>
                    <a:pt x="40" y="0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 374">
              <a:extLst>
                <a:ext uri="{FF2B5EF4-FFF2-40B4-BE49-F238E27FC236}">
                  <a16:creationId xmlns:a16="http://schemas.microsoft.com/office/drawing/2014/main" id="{0AAD9E32-8281-C16F-C74E-752F18D1D72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604021" y="1853563"/>
              <a:ext cx="51200" cy="102400"/>
            </a:xfrm>
            <a:custGeom>
              <a:avLst/>
              <a:gdLst>
                <a:gd name="T0" fmla="*/ 28 w 28"/>
                <a:gd name="T1" fmla="*/ 0 h 56"/>
                <a:gd name="T2" fmla="*/ 16 w 28"/>
                <a:gd name="T3" fmla="*/ 0 h 56"/>
                <a:gd name="T4" fmla="*/ 0 w 28"/>
                <a:gd name="T5" fmla="*/ 16 h 56"/>
                <a:gd name="T6" fmla="*/ 0 w 28"/>
                <a:gd name="T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56">
                  <a:moveTo>
                    <a:pt x="28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7"/>
                    <a:pt x="0" y="16"/>
                  </a:cubicBezTo>
                  <a:cubicBezTo>
                    <a:pt x="0" y="56"/>
                    <a:pt x="0" y="56"/>
                    <a:pt x="0" y="56"/>
                  </a:cubicBezTo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Retângulo 37">
            <a:extLst>
              <a:ext uri="{FF2B5EF4-FFF2-40B4-BE49-F238E27FC236}">
                <a16:creationId xmlns:a16="http://schemas.microsoft.com/office/drawing/2014/main" id="{511C06C6-51BF-3E26-EF29-F40FC46E32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64868" y="1777087"/>
            <a:ext cx="161599" cy="2657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Espaço Reservado para Texto 20">
            <a:extLst>
              <a:ext uri="{FF2B5EF4-FFF2-40B4-BE49-F238E27FC236}">
                <a16:creationId xmlns:a16="http://schemas.microsoft.com/office/drawing/2014/main" id="{29A557D6-C72E-F358-AAD0-1E18C21196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87642" y="5013410"/>
            <a:ext cx="4248137" cy="164288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800"/>
              </a:lnSpc>
              <a:spcBef>
                <a:spcPts val="0"/>
              </a:spcBef>
              <a:defRPr sz="1700">
                <a:solidFill>
                  <a:srgbClr val="292929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42" name="Espaço Reservado para Texto 15">
            <a:extLst>
              <a:ext uri="{FF2B5EF4-FFF2-40B4-BE49-F238E27FC236}">
                <a16:creationId xmlns:a16="http://schemas.microsoft.com/office/drawing/2014/main" id="{A315B584-92B0-F2CA-5B5D-F8EF2A81D94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87643" y="4589909"/>
            <a:ext cx="4428138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 b="1">
                <a:solidFill>
                  <a:srgbClr val="292929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HISTÓRICO</a:t>
            </a:r>
          </a:p>
        </p:txBody>
      </p:sp>
      <p:sp>
        <p:nvSpPr>
          <p:cNvPr id="41" name="Espaço Reservado para Texto 20">
            <a:extLst>
              <a:ext uri="{FF2B5EF4-FFF2-40B4-BE49-F238E27FC236}">
                <a16:creationId xmlns:a16="http://schemas.microsoft.com/office/drawing/2014/main" id="{15FD04A5-5ECE-B0B1-64BA-E6C8BBFC81C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64584" y="3062402"/>
            <a:ext cx="4248137" cy="138857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1800"/>
              </a:lnSpc>
              <a:spcBef>
                <a:spcPts val="0"/>
              </a:spcBef>
              <a:defRPr sz="1700">
                <a:solidFill>
                  <a:srgbClr val="292929"/>
                </a:solidFill>
                <a:latin typeface="+mj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40" name="Espaço Reservado para Texto 15">
            <a:extLst>
              <a:ext uri="{FF2B5EF4-FFF2-40B4-BE49-F238E27FC236}">
                <a16:creationId xmlns:a16="http://schemas.microsoft.com/office/drawing/2014/main" id="{BC05AC97-CDAB-A9E9-B927-8454AD4FA0C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64583" y="2661521"/>
            <a:ext cx="4428141" cy="39052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 b="1">
                <a:solidFill>
                  <a:srgbClr val="292929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QUEIXA</a:t>
            </a:r>
          </a:p>
        </p:txBody>
      </p:sp>
      <p:sp>
        <p:nvSpPr>
          <p:cNvPr id="39" name="Espaço Reservado para Texto 13">
            <a:extLst>
              <a:ext uri="{FF2B5EF4-FFF2-40B4-BE49-F238E27FC236}">
                <a16:creationId xmlns:a16="http://schemas.microsoft.com/office/drawing/2014/main" id="{E189531F-F0B1-8FB2-FD45-5A4F58E1C2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11462" y="1707703"/>
            <a:ext cx="5701259" cy="90191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400"/>
              </a:lnSpc>
              <a:spcBef>
                <a:spcPts val="0"/>
              </a:spcBef>
              <a:defRPr sz="2000" b="1">
                <a:solidFill>
                  <a:srgbClr val="292929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A.G.S., idade, gênero, estado civil, profissão.</a:t>
            </a:r>
          </a:p>
        </p:txBody>
      </p:sp>
      <p:sp>
        <p:nvSpPr>
          <p:cNvPr id="36" name="Espaço Reservado para Texto 11">
            <a:extLst>
              <a:ext uri="{FF2B5EF4-FFF2-40B4-BE49-F238E27FC236}">
                <a16:creationId xmlns:a16="http://schemas.microsoft.com/office/drawing/2014/main" id="{BAA11C62-2BB5-EF5E-3D58-5BD011DB60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999" y="448579"/>
            <a:ext cx="5716722" cy="122614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3900"/>
              </a:lnSpc>
              <a:spcBef>
                <a:spcPts val="0"/>
              </a:spcBef>
              <a:defRPr sz="3800" b="1" spc="-60" baseline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Apresentação do</a:t>
            </a:r>
            <a:br>
              <a:rPr lang="pt-BR"/>
            </a:br>
            <a:r>
              <a:rPr lang="pt-BR"/>
              <a:t>Caso</a:t>
            </a:r>
          </a:p>
        </p:txBody>
      </p:sp>
    </p:spTree>
    <p:extLst>
      <p:ext uri="{BB962C8B-B14F-4D97-AF65-F5344CB8AC3E}">
        <p14:creationId xmlns:p14="http://schemas.microsoft.com/office/powerpoint/2010/main" val="185402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5" presetClass="path" presetSubtype="0" accel="49333" decel="49333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6432 2.22222E-6 L 2.08333E-6 2.22222E-6 " pathEditMode="relative" rAng="0" ptsTypes="AA">
                                      <p:cBhvr>
                                        <p:cTn id="2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16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5" presetClass="path" presetSubtype="0" accel="50000" decel="50000" fill="hold" grpId="1" nodeType="withEffect">
                                  <p:stCondLst>
                                    <p:cond delay="1750"/>
                                  </p:stCondLst>
                                  <p:childTnLst>
                                    <p:animMotion origin="layout" path="M 0.06771 0.00047 L -0.00104 -0.00069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38" y="-6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9545 -0.00116 L -3.75E-6 3.7037E-6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9" y="46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5" presetClass="path" presetSubtype="0" accel="50000" decel="50000" fill="hold" grpId="1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6614 -7.40741E-7 L 3.125E-6 -7.40741E-7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7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4" grpId="0" animBg="1"/>
      <p:bldP spid="44" grpId="1" animBg="1"/>
      <p:bldP spid="38" grpId="0" animBg="1"/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3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35" presetClass="path" presetSubtype="0" accel="50000" decel="50000" fill="hold" nodeType="withEffect">
                  <p:stCondLst>
                    <p:cond delay="2700"/>
                  </p:stCondLst>
                  <p:childTnLst>
                    <p:animMotion origin="layout" path="M 0.06614 -7.40741E-7 L 3.125E-6 -7.40741E-7 " pathEditMode="relative" rAng="0" ptsTypes="AA">
                      <p:cBhvr>
                        <p:cTn dur="1000" fill="hold"/>
                        <p:tgtEl>
                          <p:spTgt spid="42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3307" y="0"/>
                    </p:animMotion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1" build="p">
        <p:tmplLst>
          <p:tmpl lvl="1">
            <p:tnLst>
              <p:par>
                <p:cTn presetID="35" presetClass="path" presetSubtype="0" accel="50000" decel="50000" fill="hold" nodeType="withEffect">
                  <p:stCondLst>
                    <p:cond delay="1750"/>
                  </p:stCondLst>
                  <p:childTnLst>
                    <p:animMotion origin="layout" path="M 0.06771 0.00047 L -0.00104 -0.00069 " pathEditMode="relative" rAng="0" ptsTypes="AA">
                      <p:cBhvr>
                        <p:cTn dur="1000" fill="hold"/>
                        <p:tgtEl>
                          <p:spTgt spid="40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3438" y="-69"/>
                    </p:animMotion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caodocaso_opcao16_t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vre: Forma 7">
            <a:extLst>
              <a:ext uri="{FF2B5EF4-FFF2-40B4-BE49-F238E27FC236}">
                <a16:creationId xmlns:a16="http://schemas.microsoft.com/office/drawing/2014/main" id="{5829E438-6444-01CE-6739-AFFABBC19B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47380" y="-66330"/>
            <a:ext cx="12239379" cy="6966534"/>
          </a:xfrm>
          <a:custGeom>
            <a:avLst/>
            <a:gdLst>
              <a:gd name="connsiteX0" fmla="*/ 0 w 12192000"/>
              <a:gd name="connsiteY0" fmla="*/ 0 h 6841441"/>
              <a:gd name="connsiteX1" fmla="*/ 5576271 w 12192000"/>
              <a:gd name="connsiteY1" fmla="*/ 0 h 6841441"/>
              <a:gd name="connsiteX2" fmla="*/ 5595999 w 12192000"/>
              <a:gd name="connsiteY2" fmla="*/ 9864 h 6841441"/>
              <a:gd name="connsiteX3" fmla="*/ 5615727 w 12192000"/>
              <a:gd name="connsiteY3" fmla="*/ 0 h 6841441"/>
              <a:gd name="connsiteX4" fmla="*/ 5988694 w 12192000"/>
              <a:gd name="connsiteY4" fmla="*/ 0 h 6841441"/>
              <a:gd name="connsiteX5" fmla="*/ 5988694 w 12192000"/>
              <a:gd name="connsiteY5" fmla="*/ 1941 h 6841441"/>
              <a:gd name="connsiteX6" fmla="*/ 6046890 w 12192000"/>
              <a:gd name="connsiteY6" fmla="*/ 31039 h 6841441"/>
              <a:gd name="connsiteX7" fmla="*/ 6105088 w 12192000"/>
              <a:gd name="connsiteY7" fmla="*/ 1941 h 6841441"/>
              <a:gd name="connsiteX8" fmla="*/ 6105088 w 12192000"/>
              <a:gd name="connsiteY8" fmla="*/ 0 h 6841441"/>
              <a:gd name="connsiteX9" fmla="*/ 6377071 w 12192000"/>
              <a:gd name="connsiteY9" fmla="*/ 0 h 6841441"/>
              <a:gd name="connsiteX10" fmla="*/ 6377071 w 12192000"/>
              <a:gd name="connsiteY10" fmla="*/ 64778 h 6841441"/>
              <a:gd name="connsiteX11" fmla="*/ 6487747 w 12192000"/>
              <a:gd name="connsiteY11" fmla="*/ 120116 h 6841441"/>
              <a:gd name="connsiteX12" fmla="*/ 6598424 w 12192000"/>
              <a:gd name="connsiteY12" fmla="*/ 64778 h 6841441"/>
              <a:gd name="connsiteX13" fmla="*/ 6598424 w 12192000"/>
              <a:gd name="connsiteY13" fmla="*/ 0 h 6841441"/>
              <a:gd name="connsiteX14" fmla="*/ 6841226 w 12192000"/>
              <a:gd name="connsiteY14" fmla="*/ 0 h 6841441"/>
              <a:gd name="connsiteX15" fmla="*/ 6841226 w 12192000"/>
              <a:gd name="connsiteY15" fmla="*/ 115072 h 6841441"/>
              <a:gd name="connsiteX16" fmla="*/ 7017187 w 12192000"/>
              <a:gd name="connsiteY16" fmla="*/ 203051 h 6841441"/>
              <a:gd name="connsiteX17" fmla="*/ 7193148 w 12192000"/>
              <a:gd name="connsiteY17" fmla="*/ 115072 h 6841441"/>
              <a:gd name="connsiteX18" fmla="*/ 7193148 w 12192000"/>
              <a:gd name="connsiteY18" fmla="*/ 0 h 6841441"/>
              <a:gd name="connsiteX19" fmla="*/ 7400472 w 12192000"/>
              <a:gd name="connsiteY19" fmla="*/ 0 h 6841441"/>
              <a:gd name="connsiteX20" fmla="*/ 7400472 w 12192000"/>
              <a:gd name="connsiteY20" fmla="*/ 147008 h 6841441"/>
              <a:gd name="connsiteX21" fmla="*/ 7627825 w 12192000"/>
              <a:gd name="connsiteY21" fmla="*/ 260684 h 6841441"/>
              <a:gd name="connsiteX22" fmla="*/ 7855178 w 12192000"/>
              <a:gd name="connsiteY22" fmla="*/ 147008 h 6841441"/>
              <a:gd name="connsiteX23" fmla="*/ 7855178 w 12192000"/>
              <a:gd name="connsiteY23" fmla="*/ 0 h 6841441"/>
              <a:gd name="connsiteX24" fmla="*/ 8000409 w 12192000"/>
              <a:gd name="connsiteY24" fmla="*/ 0 h 6841441"/>
              <a:gd name="connsiteX25" fmla="*/ 8000409 w 12192000"/>
              <a:gd name="connsiteY25" fmla="*/ 139008 h 6841441"/>
              <a:gd name="connsiteX26" fmla="*/ 8231621 w 12192000"/>
              <a:gd name="connsiteY26" fmla="*/ 254614 h 6841441"/>
              <a:gd name="connsiteX27" fmla="*/ 8231621 w 12192000"/>
              <a:gd name="connsiteY27" fmla="*/ 585155 h 6841441"/>
              <a:gd name="connsiteX28" fmla="*/ 8504234 w 12192000"/>
              <a:gd name="connsiteY28" fmla="*/ 721461 h 6841441"/>
              <a:gd name="connsiteX29" fmla="*/ 8776846 w 12192000"/>
              <a:gd name="connsiteY29" fmla="*/ 585155 h 6841441"/>
              <a:gd name="connsiteX30" fmla="*/ 8776846 w 12192000"/>
              <a:gd name="connsiteY30" fmla="*/ 256891 h 6841441"/>
              <a:gd name="connsiteX31" fmla="*/ 8823870 w 12192000"/>
              <a:gd name="connsiteY31" fmla="*/ 280403 h 6841441"/>
              <a:gd name="connsiteX32" fmla="*/ 9098814 w 12192000"/>
              <a:gd name="connsiteY32" fmla="*/ 142932 h 6841441"/>
              <a:gd name="connsiteX33" fmla="*/ 9098814 w 12192000"/>
              <a:gd name="connsiteY33" fmla="*/ 0 h 6841441"/>
              <a:gd name="connsiteX34" fmla="*/ 9104238 w 12192000"/>
              <a:gd name="connsiteY34" fmla="*/ 0 h 6841441"/>
              <a:gd name="connsiteX35" fmla="*/ 9104238 w 12192000"/>
              <a:gd name="connsiteY35" fmla="*/ 136619 h 6841441"/>
              <a:gd name="connsiteX36" fmla="*/ 9379180 w 12192000"/>
              <a:gd name="connsiteY36" fmla="*/ 274090 h 6841441"/>
              <a:gd name="connsiteX37" fmla="*/ 9654122 w 12192000"/>
              <a:gd name="connsiteY37" fmla="*/ 136619 h 6841441"/>
              <a:gd name="connsiteX38" fmla="*/ 9654122 w 12192000"/>
              <a:gd name="connsiteY38" fmla="*/ 0 h 6841441"/>
              <a:gd name="connsiteX39" fmla="*/ 9659864 w 12192000"/>
              <a:gd name="connsiteY39" fmla="*/ 0 h 6841441"/>
              <a:gd name="connsiteX40" fmla="*/ 9659864 w 12192000"/>
              <a:gd name="connsiteY40" fmla="*/ 136619 h 6841441"/>
              <a:gd name="connsiteX41" fmla="*/ 9934806 w 12192000"/>
              <a:gd name="connsiteY41" fmla="*/ 274090 h 6841441"/>
              <a:gd name="connsiteX42" fmla="*/ 10209748 w 12192000"/>
              <a:gd name="connsiteY42" fmla="*/ 136619 h 6841441"/>
              <a:gd name="connsiteX43" fmla="*/ 10209748 w 12192000"/>
              <a:gd name="connsiteY43" fmla="*/ 0 h 6841441"/>
              <a:gd name="connsiteX44" fmla="*/ 10214134 w 12192000"/>
              <a:gd name="connsiteY44" fmla="*/ 0 h 6841441"/>
              <a:gd name="connsiteX45" fmla="*/ 10214134 w 12192000"/>
              <a:gd name="connsiteY45" fmla="*/ 139825 h 6841441"/>
              <a:gd name="connsiteX46" fmla="*/ 10489076 w 12192000"/>
              <a:gd name="connsiteY46" fmla="*/ 277296 h 6841441"/>
              <a:gd name="connsiteX47" fmla="*/ 10764018 w 12192000"/>
              <a:gd name="connsiteY47" fmla="*/ 139825 h 6841441"/>
              <a:gd name="connsiteX48" fmla="*/ 10764018 w 12192000"/>
              <a:gd name="connsiteY48" fmla="*/ 0 h 6841441"/>
              <a:gd name="connsiteX49" fmla="*/ 10765222 w 12192000"/>
              <a:gd name="connsiteY49" fmla="*/ 0 h 6841441"/>
              <a:gd name="connsiteX50" fmla="*/ 10765222 w 12192000"/>
              <a:gd name="connsiteY50" fmla="*/ 137721 h 6841441"/>
              <a:gd name="connsiteX51" fmla="*/ 11040164 w 12192000"/>
              <a:gd name="connsiteY51" fmla="*/ 275192 h 6841441"/>
              <a:gd name="connsiteX52" fmla="*/ 11315108 w 12192000"/>
              <a:gd name="connsiteY52" fmla="*/ 137721 h 6841441"/>
              <a:gd name="connsiteX53" fmla="*/ 11315108 w 12192000"/>
              <a:gd name="connsiteY53" fmla="*/ 0 h 6841441"/>
              <a:gd name="connsiteX54" fmla="*/ 11321132 w 12192000"/>
              <a:gd name="connsiteY54" fmla="*/ 0 h 6841441"/>
              <a:gd name="connsiteX55" fmla="*/ 11321132 w 12192000"/>
              <a:gd name="connsiteY55" fmla="*/ 129011 h 6841441"/>
              <a:gd name="connsiteX56" fmla="*/ 11596074 w 12192000"/>
              <a:gd name="connsiteY56" fmla="*/ 266482 h 6841441"/>
              <a:gd name="connsiteX57" fmla="*/ 11871016 w 12192000"/>
              <a:gd name="connsiteY57" fmla="*/ 129011 h 6841441"/>
              <a:gd name="connsiteX58" fmla="*/ 11871016 w 12192000"/>
              <a:gd name="connsiteY58" fmla="*/ 0 h 6841441"/>
              <a:gd name="connsiteX59" fmla="*/ 11877040 w 12192000"/>
              <a:gd name="connsiteY59" fmla="*/ 0 h 6841441"/>
              <a:gd name="connsiteX60" fmla="*/ 11877040 w 12192000"/>
              <a:gd name="connsiteY60" fmla="*/ 120301 h 6841441"/>
              <a:gd name="connsiteX61" fmla="*/ 12151982 w 12192000"/>
              <a:gd name="connsiteY61" fmla="*/ 257772 h 6841441"/>
              <a:gd name="connsiteX62" fmla="*/ 12192000 w 12192000"/>
              <a:gd name="connsiteY62" fmla="*/ 237763 h 6841441"/>
              <a:gd name="connsiteX63" fmla="*/ 12192000 w 12192000"/>
              <a:gd name="connsiteY63" fmla="*/ 247228 h 6841441"/>
              <a:gd name="connsiteX64" fmla="*/ 12163522 w 12192000"/>
              <a:gd name="connsiteY64" fmla="*/ 261467 h 6841441"/>
              <a:gd name="connsiteX65" fmla="*/ 12163522 w 12192000"/>
              <a:gd name="connsiteY65" fmla="*/ 603124 h 6841441"/>
              <a:gd name="connsiteX66" fmla="*/ 12192000 w 12192000"/>
              <a:gd name="connsiteY66" fmla="*/ 617363 h 6841441"/>
              <a:gd name="connsiteX67" fmla="*/ 12192000 w 12192000"/>
              <a:gd name="connsiteY67" fmla="*/ 632583 h 6841441"/>
              <a:gd name="connsiteX68" fmla="*/ 12159340 w 12192000"/>
              <a:gd name="connsiteY68" fmla="*/ 616253 h 6841441"/>
              <a:gd name="connsiteX69" fmla="*/ 11884398 w 12192000"/>
              <a:gd name="connsiteY69" fmla="*/ 753723 h 6841441"/>
              <a:gd name="connsiteX70" fmla="*/ 11884398 w 12192000"/>
              <a:gd name="connsiteY70" fmla="*/ 1095379 h 6841441"/>
              <a:gd name="connsiteX71" fmla="*/ 12159340 w 12192000"/>
              <a:gd name="connsiteY71" fmla="*/ 1232854 h 6841441"/>
              <a:gd name="connsiteX72" fmla="*/ 12192000 w 12192000"/>
              <a:gd name="connsiteY72" fmla="*/ 1216524 h 6841441"/>
              <a:gd name="connsiteX73" fmla="*/ 12192000 w 12192000"/>
              <a:gd name="connsiteY73" fmla="*/ 1226930 h 6841441"/>
              <a:gd name="connsiteX74" fmla="*/ 12166052 w 12192000"/>
              <a:gd name="connsiteY74" fmla="*/ 1239904 h 6841441"/>
              <a:gd name="connsiteX75" fmla="*/ 12166052 w 12192000"/>
              <a:gd name="connsiteY75" fmla="*/ 1581560 h 6841441"/>
              <a:gd name="connsiteX76" fmla="*/ 12192000 w 12192000"/>
              <a:gd name="connsiteY76" fmla="*/ 1594534 h 6841441"/>
              <a:gd name="connsiteX77" fmla="*/ 12192000 w 12192000"/>
              <a:gd name="connsiteY77" fmla="*/ 1605162 h 6841441"/>
              <a:gd name="connsiteX78" fmla="*/ 12161674 w 12192000"/>
              <a:gd name="connsiteY78" fmla="*/ 1589999 h 6841441"/>
              <a:gd name="connsiteX79" fmla="*/ 11886732 w 12192000"/>
              <a:gd name="connsiteY79" fmla="*/ 1727472 h 6841441"/>
              <a:gd name="connsiteX80" fmla="*/ 11886732 w 12192000"/>
              <a:gd name="connsiteY80" fmla="*/ 2069130 h 6841441"/>
              <a:gd name="connsiteX81" fmla="*/ 12161674 w 12192000"/>
              <a:gd name="connsiteY81" fmla="*/ 2206593 h 6841441"/>
              <a:gd name="connsiteX82" fmla="*/ 12192000 w 12192000"/>
              <a:gd name="connsiteY82" fmla="*/ 2191431 h 6841441"/>
              <a:gd name="connsiteX83" fmla="*/ 12192000 w 12192000"/>
              <a:gd name="connsiteY83" fmla="*/ 2194541 h 6841441"/>
              <a:gd name="connsiteX84" fmla="*/ 12163522 w 12192000"/>
              <a:gd name="connsiteY84" fmla="*/ 2208779 h 6841441"/>
              <a:gd name="connsiteX85" fmla="*/ 12163522 w 12192000"/>
              <a:gd name="connsiteY85" fmla="*/ 2550435 h 6841441"/>
              <a:gd name="connsiteX86" fmla="*/ 12192000 w 12192000"/>
              <a:gd name="connsiteY86" fmla="*/ 2564674 h 6841441"/>
              <a:gd name="connsiteX87" fmla="*/ 12192000 w 12192000"/>
              <a:gd name="connsiteY87" fmla="*/ 2570515 h 6841441"/>
              <a:gd name="connsiteX88" fmla="*/ 12160420 w 12192000"/>
              <a:gd name="connsiteY88" fmla="*/ 2554725 h 6841441"/>
              <a:gd name="connsiteX89" fmla="*/ 11885478 w 12192000"/>
              <a:gd name="connsiteY89" fmla="*/ 2692195 h 6841441"/>
              <a:gd name="connsiteX90" fmla="*/ 11885478 w 12192000"/>
              <a:gd name="connsiteY90" fmla="*/ 3033852 h 6841441"/>
              <a:gd name="connsiteX91" fmla="*/ 12160420 w 12192000"/>
              <a:gd name="connsiteY91" fmla="*/ 3171325 h 6841441"/>
              <a:gd name="connsiteX92" fmla="*/ 12192000 w 12192000"/>
              <a:gd name="connsiteY92" fmla="*/ 3155535 h 6841441"/>
              <a:gd name="connsiteX93" fmla="*/ 12192000 w 12192000"/>
              <a:gd name="connsiteY93" fmla="*/ 3158643 h 6841441"/>
              <a:gd name="connsiteX94" fmla="*/ 12162268 w 12192000"/>
              <a:gd name="connsiteY94" fmla="*/ 3173509 h 6841441"/>
              <a:gd name="connsiteX95" fmla="*/ 12162268 w 12192000"/>
              <a:gd name="connsiteY95" fmla="*/ 3515165 h 6841441"/>
              <a:gd name="connsiteX96" fmla="*/ 12192000 w 12192000"/>
              <a:gd name="connsiteY96" fmla="*/ 3530030 h 6841441"/>
              <a:gd name="connsiteX97" fmla="*/ 12192000 w 12192000"/>
              <a:gd name="connsiteY97" fmla="*/ 3533344 h 6841441"/>
              <a:gd name="connsiteX98" fmla="*/ 12157684 w 12192000"/>
              <a:gd name="connsiteY98" fmla="*/ 3516188 h 6841441"/>
              <a:gd name="connsiteX99" fmla="*/ 11882742 w 12192000"/>
              <a:gd name="connsiteY99" fmla="*/ 3653644 h 6841441"/>
              <a:gd name="connsiteX100" fmla="*/ 11882742 w 12192000"/>
              <a:gd name="connsiteY100" fmla="*/ 3995303 h 6841441"/>
              <a:gd name="connsiteX101" fmla="*/ 12157684 w 12192000"/>
              <a:gd name="connsiteY101" fmla="*/ 4132767 h 6841441"/>
              <a:gd name="connsiteX102" fmla="*/ 12192000 w 12192000"/>
              <a:gd name="connsiteY102" fmla="*/ 4115610 h 6841441"/>
              <a:gd name="connsiteX103" fmla="*/ 12192000 w 12192000"/>
              <a:gd name="connsiteY103" fmla="*/ 4118719 h 6841441"/>
              <a:gd name="connsiteX104" fmla="*/ 12159532 w 12192000"/>
              <a:gd name="connsiteY104" fmla="*/ 4134952 h 6841441"/>
              <a:gd name="connsiteX105" fmla="*/ 12159532 w 12192000"/>
              <a:gd name="connsiteY105" fmla="*/ 4476609 h 6841441"/>
              <a:gd name="connsiteX106" fmla="*/ 12192000 w 12192000"/>
              <a:gd name="connsiteY106" fmla="*/ 4492843 h 6841441"/>
              <a:gd name="connsiteX107" fmla="*/ 12192000 w 12192000"/>
              <a:gd name="connsiteY107" fmla="*/ 4498615 h 6841441"/>
              <a:gd name="connsiteX108" fmla="*/ 12153910 w 12192000"/>
              <a:gd name="connsiteY108" fmla="*/ 4479570 h 6841441"/>
              <a:gd name="connsiteX109" fmla="*/ 11878968 w 12192000"/>
              <a:gd name="connsiteY109" fmla="*/ 4617041 h 6841441"/>
              <a:gd name="connsiteX110" fmla="*/ 11878968 w 12192000"/>
              <a:gd name="connsiteY110" fmla="*/ 4958698 h 6841441"/>
              <a:gd name="connsiteX111" fmla="*/ 12153910 w 12192000"/>
              <a:gd name="connsiteY111" fmla="*/ 5096169 h 6841441"/>
              <a:gd name="connsiteX112" fmla="*/ 12192000 w 12192000"/>
              <a:gd name="connsiteY112" fmla="*/ 5077124 h 6841441"/>
              <a:gd name="connsiteX113" fmla="*/ 12192000 w 12192000"/>
              <a:gd name="connsiteY113" fmla="*/ 5080233 h 6841441"/>
              <a:gd name="connsiteX114" fmla="*/ 12155758 w 12192000"/>
              <a:gd name="connsiteY114" fmla="*/ 5098354 h 6841441"/>
              <a:gd name="connsiteX115" fmla="*/ 12155758 w 12192000"/>
              <a:gd name="connsiteY115" fmla="*/ 5440011 h 6841441"/>
              <a:gd name="connsiteX116" fmla="*/ 12192000 w 12192000"/>
              <a:gd name="connsiteY116" fmla="*/ 5458132 h 6841441"/>
              <a:gd name="connsiteX117" fmla="*/ 12192000 w 12192000"/>
              <a:gd name="connsiteY117" fmla="*/ 5459801 h 6841441"/>
              <a:gd name="connsiteX118" fmla="*/ 12155604 w 12192000"/>
              <a:gd name="connsiteY118" fmla="*/ 5441603 h 6841441"/>
              <a:gd name="connsiteX119" fmla="*/ 11880662 w 12192000"/>
              <a:gd name="connsiteY119" fmla="*/ 5579074 h 6841441"/>
              <a:gd name="connsiteX120" fmla="*/ 11880662 w 12192000"/>
              <a:gd name="connsiteY120" fmla="*/ 5920731 h 6841441"/>
              <a:gd name="connsiteX121" fmla="*/ 12155604 w 12192000"/>
              <a:gd name="connsiteY121" fmla="*/ 6058202 h 6841441"/>
              <a:gd name="connsiteX122" fmla="*/ 12192000 w 12192000"/>
              <a:gd name="connsiteY122" fmla="*/ 6040004 h 6841441"/>
              <a:gd name="connsiteX123" fmla="*/ 12192000 w 12192000"/>
              <a:gd name="connsiteY123" fmla="*/ 6043113 h 6841441"/>
              <a:gd name="connsiteX124" fmla="*/ 12157452 w 12192000"/>
              <a:gd name="connsiteY124" fmla="*/ 6060387 h 6841441"/>
              <a:gd name="connsiteX125" fmla="*/ 12157452 w 12192000"/>
              <a:gd name="connsiteY125" fmla="*/ 6402044 h 6841441"/>
              <a:gd name="connsiteX126" fmla="*/ 12192000 w 12192000"/>
              <a:gd name="connsiteY126" fmla="*/ 6419318 h 6841441"/>
              <a:gd name="connsiteX127" fmla="*/ 12192000 w 12192000"/>
              <a:gd name="connsiteY127" fmla="*/ 6425493 h 6841441"/>
              <a:gd name="connsiteX128" fmla="*/ 12155366 w 12192000"/>
              <a:gd name="connsiteY128" fmla="*/ 6407176 h 6841441"/>
              <a:gd name="connsiteX129" fmla="*/ 11880424 w 12192000"/>
              <a:gd name="connsiteY129" fmla="*/ 6544647 h 6841441"/>
              <a:gd name="connsiteX130" fmla="*/ 11880424 w 12192000"/>
              <a:gd name="connsiteY130" fmla="*/ 6841441 h 6841441"/>
              <a:gd name="connsiteX131" fmla="*/ 11872256 w 12192000"/>
              <a:gd name="connsiteY131" fmla="*/ 6841441 h 6841441"/>
              <a:gd name="connsiteX132" fmla="*/ 11872256 w 12192000"/>
              <a:gd name="connsiteY132" fmla="*/ 6545809 h 6841441"/>
              <a:gd name="connsiteX133" fmla="*/ 11597312 w 12192000"/>
              <a:gd name="connsiteY133" fmla="*/ 6408338 h 6841441"/>
              <a:gd name="connsiteX134" fmla="*/ 11322370 w 12192000"/>
              <a:gd name="connsiteY134" fmla="*/ 6545809 h 6841441"/>
              <a:gd name="connsiteX135" fmla="*/ 11322370 w 12192000"/>
              <a:gd name="connsiteY135" fmla="*/ 6841441 h 6841441"/>
              <a:gd name="connsiteX136" fmla="*/ 11316898 w 12192000"/>
              <a:gd name="connsiteY136" fmla="*/ 6841441 h 6841441"/>
              <a:gd name="connsiteX137" fmla="*/ 11316898 w 12192000"/>
              <a:gd name="connsiteY137" fmla="*/ 6545809 h 6841441"/>
              <a:gd name="connsiteX138" fmla="*/ 11041954 w 12192000"/>
              <a:gd name="connsiteY138" fmla="*/ 6408338 h 6841441"/>
              <a:gd name="connsiteX139" fmla="*/ 10767012 w 12192000"/>
              <a:gd name="connsiteY139" fmla="*/ 6545809 h 6841441"/>
              <a:gd name="connsiteX140" fmla="*/ 10767012 w 12192000"/>
              <a:gd name="connsiteY140" fmla="*/ 6841441 h 6841441"/>
              <a:gd name="connsiteX141" fmla="*/ 10755754 w 12192000"/>
              <a:gd name="connsiteY141" fmla="*/ 6841441 h 6841441"/>
              <a:gd name="connsiteX142" fmla="*/ 10755754 w 12192000"/>
              <a:gd name="connsiteY142" fmla="*/ 6546467 h 6841441"/>
              <a:gd name="connsiteX143" fmla="*/ 10480812 w 12192000"/>
              <a:gd name="connsiteY143" fmla="*/ 6408996 h 6841441"/>
              <a:gd name="connsiteX144" fmla="*/ 10205870 w 12192000"/>
              <a:gd name="connsiteY144" fmla="*/ 6546467 h 6841441"/>
              <a:gd name="connsiteX145" fmla="*/ 10205870 w 12192000"/>
              <a:gd name="connsiteY145" fmla="*/ 6841441 h 6841441"/>
              <a:gd name="connsiteX146" fmla="*/ 10194300 w 12192000"/>
              <a:gd name="connsiteY146" fmla="*/ 6841441 h 6841441"/>
              <a:gd name="connsiteX147" fmla="*/ 10194300 w 12192000"/>
              <a:gd name="connsiteY147" fmla="*/ 6547320 h 6841441"/>
              <a:gd name="connsiteX148" fmla="*/ 9919358 w 12192000"/>
              <a:gd name="connsiteY148" fmla="*/ 6409849 h 6841441"/>
              <a:gd name="connsiteX149" fmla="*/ 9644416 w 12192000"/>
              <a:gd name="connsiteY149" fmla="*/ 6547320 h 6841441"/>
              <a:gd name="connsiteX150" fmla="*/ 9644416 w 12192000"/>
              <a:gd name="connsiteY150" fmla="*/ 6841441 h 6841441"/>
              <a:gd name="connsiteX151" fmla="*/ 9621690 w 12192000"/>
              <a:gd name="connsiteY151" fmla="*/ 6841441 h 6841441"/>
              <a:gd name="connsiteX152" fmla="*/ 9621690 w 12192000"/>
              <a:gd name="connsiteY152" fmla="*/ 6547318 h 6841441"/>
              <a:gd name="connsiteX153" fmla="*/ 9346748 w 12192000"/>
              <a:gd name="connsiteY153" fmla="*/ 6409847 h 6841441"/>
              <a:gd name="connsiteX154" fmla="*/ 9071806 w 12192000"/>
              <a:gd name="connsiteY154" fmla="*/ 6547318 h 6841441"/>
              <a:gd name="connsiteX155" fmla="*/ 9071806 w 12192000"/>
              <a:gd name="connsiteY155" fmla="*/ 6841441 h 6841441"/>
              <a:gd name="connsiteX156" fmla="*/ 9029992 w 12192000"/>
              <a:gd name="connsiteY156" fmla="*/ 6841441 h 6841441"/>
              <a:gd name="connsiteX157" fmla="*/ 9029992 w 12192000"/>
              <a:gd name="connsiteY157" fmla="*/ 6573201 h 6841441"/>
              <a:gd name="connsiteX158" fmla="*/ 8778934 w 12192000"/>
              <a:gd name="connsiteY158" fmla="*/ 6447672 h 6841441"/>
              <a:gd name="connsiteX159" fmla="*/ 8527878 w 12192000"/>
              <a:gd name="connsiteY159" fmla="*/ 6573201 h 6841441"/>
              <a:gd name="connsiteX160" fmla="*/ 8527878 w 12192000"/>
              <a:gd name="connsiteY160" fmla="*/ 6841441 h 6841441"/>
              <a:gd name="connsiteX161" fmla="*/ 8471218 w 12192000"/>
              <a:gd name="connsiteY161" fmla="*/ 6841441 h 6841441"/>
              <a:gd name="connsiteX162" fmla="*/ 8471218 w 12192000"/>
              <a:gd name="connsiteY162" fmla="*/ 6573201 h 6841441"/>
              <a:gd name="connsiteX163" fmla="*/ 8220161 w 12192000"/>
              <a:gd name="connsiteY163" fmla="*/ 6447672 h 6841441"/>
              <a:gd name="connsiteX164" fmla="*/ 7969104 w 12192000"/>
              <a:gd name="connsiteY164" fmla="*/ 6573200 h 6841441"/>
              <a:gd name="connsiteX165" fmla="*/ 7969104 w 12192000"/>
              <a:gd name="connsiteY165" fmla="*/ 6841441 h 6841441"/>
              <a:gd name="connsiteX166" fmla="*/ 7844075 w 12192000"/>
              <a:gd name="connsiteY166" fmla="*/ 6841441 h 6841441"/>
              <a:gd name="connsiteX167" fmla="*/ 7844075 w 12192000"/>
              <a:gd name="connsiteY167" fmla="*/ 6593710 h 6841441"/>
              <a:gd name="connsiteX168" fmla="*/ 7618049 w 12192000"/>
              <a:gd name="connsiteY168" fmla="*/ 6480697 h 6841441"/>
              <a:gd name="connsiteX169" fmla="*/ 7392023 w 12192000"/>
              <a:gd name="connsiteY169" fmla="*/ 6593710 h 6841441"/>
              <a:gd name="connsiteX170" fmla="*/ 7392023 w 12192000"/>
              <a:gd name="connsiteY170" fmla="*/ 6841440 h 6841441"/>
              <a:gd name="connsiteX171" fmla="*/ 7306727 w 12192000"/>
              <a:gd name="connsiteY171" fmla="*/ 6841440 h 6841441"/>
              <a:gd name="connsiteX172" fmla="*/ 7306727 w 12192000"/>
              <a:gd name="connsiteY172" fmla="*/ 6617702 h 6841441"/>
              <a:gd name="connsiteX173" fmla="*/ 7119316 w 12192000"/>
              <a:gd name="connsiteY173" fmla="*/ 6523997 h 6841441"/>
              <a:gd name="connsiteX174" fmla="*/ 6931906 w 12192000"/>
              <a:gd name="connsiteY174" fmla="*/ 6617702 h 6841441"/>
              <a:gd name="connsiteX175" fmla="*/ 6931906 w 12192000"/>
              <a:gd name="connsiteY175" fmla="*/ 6841440 h 6841441"/>
              <a:gd name="connsiteX176" fmla="*/ 6680641 w 12192000"/>
              <a:gd name="connsiteY176" fmla="*/ 6841440 h 6841441"/>
              <a:gd name="connsiteX177" fmla="*/ 6787730 w 12192000"/>
              <a:gd name="connsiteY177" fmla="*/ 6787896 h 6841441"/>
              <a:gd name="connsiteX178" fmla="*/ 6787730 w 12192000"/>
              <a:gd name="connsiteY178" fmla="*/ 6632771 h 6841441"/>
              <a:gd name="connsiteX179" fmla="*/ 6662896 w 12192000"/>
              <a:gd name="connsiteY179" fmla="*/ 6570353 h 6841441"/>
              <a:gd name="connsiteX180" fmla="*/ 6538060 w 12192000"/>
              <a:gd name="connsiteY180" fmla="*/ 6632771 h 6841441"/>
              <a:gd name="connsiteX181" fmla="*/ 6538060 w 12192000"/>
              <a:gd name="connsiteY181" fmla="*/ 6787896 h 6841441"/>
              <a:gd name="connsiteX182" fmla="*/ 6645150 w 12192000"/>
              <a:gd name="connsiteY182" fmla="*/ 6841440 h 6841441"/>
              <a:gd name="connsiteX183" fmla="*/ 0 w 12192000"/>
              <a:gd name="connsiteY183" fmla="*/ 6841440 h 6841441"/>
              <a:gd name="connsiteX184" fmla="*/ 0 w 12192000"/>
              <a:gd name="connsiteY184" fmla="*/ 0 h 6841441"/>
              <a:gd name="connsiteX185" fmla="*/ 7389391 w 12192000"/>
              <a:gd name="connsiteY185" fmla="*/ 205243 h 6841441"/>
              <a:gd name="connsiteX186" fmla="*/ 7172551 w 12192000"/>
              <a:gd name="connsiteY186" fmla="*/ 313663 h 6841441"/>
              <a:gd name="connsiteX187" fmla="*/ 7172551 w 12192000"/>
              <a:gd name="connsiteY187" fmla="*/ 578755 h 6841441"/>
              <a:gd name="connsiteX188" fmla="*/ 7389391 w 12192000"/>
              <a:gd name="connsiteY188" fmla="*/ 687175 h 6841441"/>
              <a:gd name="connsiteX189" fmla="*/ 7606231 w 12192000"/>
              <a:gd name="connsiteY189" fmla="*/ 578755 h 6841441"/>
              <a:gd name="connsiteX190" fmla="*/ 7606231 w 12192000"/>
              <a:gd name="connsiteY190" fmla="*/ 313663 h 6841441"/>
              <a:gd name="connsiteX191" fmla="*/ 7389391 w 12192000"/>
              <a:gd name="connsiteY191" fmla="*/ 205243 h 6841441"/>
              <a:gd name="connsiteX192" fmla="*/ 7646842 w 12192000"/>
              <a:gd name="connsiteY192" fmla="*/ 669848 h 6841441"/>
              <a:gd name="connsiteX193" fmla="*/ 7413751 w 12192000"/>
              <a:gd name="connsiteY193" fmla="*/ 786394 h 6841441"/>
              <a:gd name="connsiteX194" fmla="*/ 7413751 w 12192000"/>
              <a:gd name="connsiteY194" fmla="*/ 1076042 h 6841441"/>
              <a:gd name="connsiteX195" fmla="*/ 7646842 w 12192000"/>
              <a:gd name="connsiteY195" fmla="*/ 1192587 h 6841441"/>
              <a:gd name="connsiteX196" fmla="*/ 7879933 w 12192000"/>
              <a:gd name="connsiteY196" fmla="*/ 1076042 h 6841441"/>
              <a:gd name="connsiteX197" fmla="*/ 7879933 w 12192000"/>
              <a:gd name="connsiteY197" fmla="*/ 786394 h 6841441"/>
              <a:gd name="connsiteX198" fmla="*/ 7646842 w 12192000"/>
              <a:gd name="connsiteY198" fmla="*/ 669848 h 6841441"/>
              <a:gd name="connsiteX199" fmla="*/ 7940703 w 12192000"/>
              <a:gd name="connsiteY199" fmla="*/ 1122051 h 6841441"/>
              <a:gd name="connsiteX200" fmla="*/ 7700739 w 12192000"/>
              <a:gd name="connsiteY200" fmla="*/ 1242034 h 6841441"/>
              <a:gd name="connsiteX201" fmla="*/ 7700739 w 12192000"/>
              <a:gd name="connsiteY201" fmla="*/ 1540223 h 6841441"/>
              <a:gd name="connsiteX202" fmla="*/ 7940703 w 12192000"/>
              <a:gd name="connsiteY202" fmla="*/ 1660205 h 6841441"/>
              <a:gd name="connsiteX203" fmla="*/ 8180667 w 12192000"/>
              <a:gd name="connsiteY203" fmla="*/ 1540223 h 6841441"/>
              <a:gd name="connsiteX204" fmla="*/ 8180667 w 12192000"/>
              <a:gd name="connsiteY204" fmla="*/ 1242034 h 6841441"/>
              <a:gd name="connsiteX205" fmla="*/ 7940703 w 12192000"/>
              <a:gd name="connsiteY205" fmla="*/ 1122051 h 6841441"/>
              <a:gd name="connsiteX206" fmla="*/ 8201287 w 12192000"/>
              <a:gd name="connsiteY206" fmla="*/ 1612403 h 6841441"/>
              <a:gd name="connsiteX207" fmla="*/ 7953314 w 12192000"/>
              <a:gd name="connsiteY207" fmla="*/ 1736391 h 6841441"/>
              <a:gd name="connsiteX208" fmla="*/ 7953314 w 12192000"/>
              <a:gd name="connsiteY208" fmla="*/ 2044532 h 6841441"/>
              <a:gd name="connsiteX209" fmla="*/ 8201287 w 12192000"/>
              <a:gd name="connsiteY209" fmla="*/ 2168518 h 6841441"/>
              <a:gd name="connsiteX210" fmla="*/ 8449260 w 12192000"/>
              <a:gd name="connsiteY210" fmla="*/ 2044532 h 6841441"/>
              <a:gd name="connsiteX211" fmla="*/ 8449260 w 12192000"/>
              <a:gd name="connsiteY211" fmla="*/ 1736391 h 6841441"/>
              <a:gd name="connsiteX212" fmla="*/ 8201287 w 12192000"/>
              <a:gd name="connsiteY212" fmla="*/ 1612403 h 6841441"/>
              <a:gd name="connsiteX213" fmla="*/ 8496994 w 12192000"/>
              <a:gd name="connsiteY213" fmla="*/ 2094462 h 6841441"/>
              <a:gd name="connsiteX214" fmla="*/ 8245789 w 12192000"/>
              <a:gd name="connsiteY214" fmla="*/ 2220059 h 6841441"/>
              <a:gd name="connsiteX215" fmla="*/ 8245789 w 12192000"/>
              <a:gd name="connsiteY215" fmla="*/ 2532222 h 6841441"/>
              <a:gd name="connsiteX216" fmla="*/ 8496994 w 12192000"/>
              <a:gd name="connsiteY216" fmla="*/ 2657824 h 6841441"/>
              <a:gd name="connsiteX217" fmla="*/ 8748200 w 12192000"/>
              <a:gd name="connsiteY217" fmla="*/ 2532222 h 6841441"/>
              <a:gd name="connsiteX218" fmla="*/ 8748200 w 12192000"/>
              <a:gd name="connsiteY218" fmla="*/ 2220059 h 6841441"/>
              <a:gd name="connsiteX219" fmla="*/ 8496994 w 12192000"/>
              <a:gd name="connsiteY219" fmla="*/ 2094462 h 6841441"/>
              <a:gd name="connsiteX220" fmla="*/ 8789348 w 12192000"/>
              <a:gd name="connsiteY220" fmla="*/ 2550912 h 6841441"/>
              <a:gd name="connsiteX221" fmla="*/ 8514406 w 12192000"/>
              <a:gd name="connsiteY221" fmla="*/ 2688383 h 6841441"/>
              <a:gd name="connsiteX222" fmla="*/ 8514406 w 12192000"/>
              <a:gd name="connsiteY222" fmla="*/ 3030042 h 6841441"/>
              <a:gd name="connsiteX223" fmla="*/ 8789348 w 12192000"/>
              <a:gd name="connsiteY223" fmla="*/ 3167514 h 6841441"/>
              <a:gd name="connsiteX224" fmla="*/ 9064292 w 12192000"/>
              <a:gd name="connsiteY224" fmla="*/ 3030042 h 6841441"/>
              <a:gd name="connsiteX225" fmla="*/ 9064292 w 12192000"/>
              <a:gd name="connsiteY225" fmla="*/ 2688383 h 6841441"/>
              <a:gd name="connsiteX226" fmla="*/ 8789348 w 12192000"/>
              <a:gd name="connsiteY226" fmla="*/ 2550912 h 6841441"/>
              <a:gd name="connsiteX227" fmla="*/ 6871905 w 12192000"/>
              <a:gd name="connsiteY227" fmla="*/ 279543 h 6841441"/>
              <a:gd name="connsiteX228" fmla="*/ 6713713 w 12192000"/>
              <a:gd name="connsiteY228" fmla="*/ 358639 h 6841441"/>
              <a:gd name="connsiteX229" fmla="*/ 6713713 w 12192000"/>
              <a:gd name="connsiteY229" fmla="*/ 552611 h 6841441"/>
              <a:gd name="connsiteX230" fmla="*/ 6871905 w 12192000"/>
              <a:gd name="connsiteY230" fmla="*/ 631707 h 6841441"/>
              <a:gd name="connsiteX231" fmla="*/ 7030097 w 12192000"/>
              <a:gd name="connsiteY231" fmla="*/ 552611 h 6841441"/>
              <a:gd name="connsiteX232" fmla="*/ 7030097 w 12192000"/>
              <a:gd name="connsiteY232" fmla="*/ 358639 h 6841441"/>
              <a:gd name="connsiteX233" fmla="*/ 6871905 w 12192000"/>
              <a:gd name="connsiteY233" fmla="*/ 279543 h 6841441"/>
              <a:gd name="connsiteX234" fmla="*/ 6437375 w 12192000"/>
              <a:gd name="connsiteY234" fmla="*/ 305710 h 6841441"/>
              <a:gd name="connsiteX235" fmla="*/ 6326697 w 12192000"/>
              <a:gd name="connsiteY235" fmla="*/ 361049 h 6841441"/>
              <a:gd name="connsiteX236" fmla="*/ 6326697 w 12192000"/>
              <a:gd name="connsiteY236" fmla="*/ 498580 h 6841441"/>
              <a:gd name="connsiteX237" fmla="*/ 6437375 w 12192000"/>
              <a:gd name="connsiteY237" fmla="*/ 553918 h 6841441"/>
              <a:gd name="connsiteX238" fmla="*/ 6548051 w 12192000"/>
              <a:gd name="connsiteY238" fmla="*/ 498580 h 6841441"/>
              <a:gd name="connsiteX239" fmla="*/ 6548051 w 12192000"/>
              <a:gd name="connsiteY239" fmla="*/ 361049 h 6841441"/>
              <a:gd name="connsiteX240" fmla="*/ 6437375 w 12192000"/>
              <a:gd name="connsiteY240" fmla="*/ 305710 h 6841441"/>
              <a:gd name="connsiteX241" fmla="*/ 6042859 w 12192000"/>
              <a:gd name="connsiteY241" fmla="*/ 330664 h 6841441"/>
              <a:gd name="connsiteX242" fmla="*/ 5964138 w 12192000"/>
              <a:gd name="connsiteY242" fmla="*/ 370025 h 6841441"/>
              <a:gd name="connsiteX243" fmla="*/ 5964138 w 12192000"/>
              <a:gd name="connsiteY243" fmla="*/ 466549 h 6841441"/>
              <a:gd name="connsiteX244" fmla="*/ 6042859 w 12192000"/>
              <a:gd name="connsiteY244" fmla="*/ 505909 h 6841441"/>
              <a:gd name="connsiteX245" fmla="*/ 6121579 w 12192000"/>
              <a:gd name="connsiteY245" fmla="*/ 466549 h 6841441"/>
              <a:gd name="connsiteX246" fmla="*/ 6121579 w 12192000"/>
              <a:gd name="connsiteY246" fmla="*/ 370025 h 6841441"/>
              <a:gd name="connsiteX247" fmla="*/ 6042859 w 12192000"/>
              <a:gd name="connsiteY247" fmla="*/ 330664 h 6841441"/>
              <a:gd name="connsiteX248" fmla="*/ 5035413 w 12192000"/>
              <a:gd name="connsiteY248" fmla="*/ 340251 h 6841441"/>
              <a:gd name="connsiteX249" fmla="*/ 5011069 w 12192000"/>
              <a:gd name="connsiteY249" fmla="*/ 352423 h 6841441"/>
              <a:gd name="connsiteX250" fmla="*/ 5011069 w 12192000"/>
              <a:gd name="connsiteY250" fmla="*/ 382272 h 6841441"/>
              <a:gd name="connsiteX251" fmla="*/ 5035413 w 12192000"/>
              <a:gd name="connsiteY251" fmla="*/ 394444 h 6841441"/>
              <a:gd name="connsiteX252" fmla="*/ 5059756 w 12192000"/>
              <a:gd name="connsiteY252" fmla="*/ 382272 h 6841441"/>
              <a:gd name="connsiteX253" fmla="*/ 5059756 w 12192000"/>
              <a:gd name="connsiteY253" fmla="*/ 352423 h 6841441"/>
              <a:gd name="connsiteX254" fmla="*/ 5035413 w 12192000"/>
              <a:gd name="connsiteY254" fmla="*/ 340251 h 6841441"/>
              <a:gd name="connsiteX255" fmla="*/ 5651732 w 12192000"/>
              <a:gd name="connsiteY255" fmla="*/ 357904 h 6841441"/>
              <a:gd name="connsiteX256" fmla="*/ 5602101 w 12192000"/>
              <a:gd name="connsiteY256" fmla="*/ 382720 h 6841441"/>
              <a:gd name="connsiteX257" fmla="*/ 5602101 w 12192000"/>
              <a:gd name="connsiteY257" fmla="*/ 443579 h 6841441"/>
              <a:gd name="connsiteX258" fmla="*/ 5651732 w 12192000"/>
              <a:gd name="connsiteY258" fmla="*/ 468395 h 6841441"/>
              <a:gd name="connsiteX259" fmla="*/ 5701365 w 12192000"/>
              <a:gd name="connsiteY259" fmla="*/ 443579 h 6841441"/>
              <a:gd name="connsiteX260" fmla="*/ 5701365 w 12192000"/>
              <a:gd name="connsiteY260" fmla="*/ 382720 h 6841441"/>
              <a:gd name="connsiteX261" fmla="*/ 5651732 w 12192000"/>
              <a:gd name="connsiteY261" fmla="*/ 357904 h 6841441"/>
              <a:gd name="connsiteX262" fmla="*/ 7090666 w 12192000"/>
              <a:gd name="connsiteY262" fmla="*/ 719033 h 6841441"/>
              <a:gd name="connsiteX263" fmla="*/ 6914705 w 12192000"/>
              <a:gd name="connsiteY263" fmla="*/ 807014 h 6841441"/>
              <a:gd name="connsiteX264" fmla="*/ 6914705 w 12192000"/>
              <a:gd name="connsiteY264" fmla="*/ 1025670 h 6841441"/>
              <a:gd name="connsiteX265" fmla="*/ 7090666 w 12192000"/>
              <a:gd name="connsiteY265" fmla="*/ 1113650 h 6841441"/>
              <a:gd name="connsiteX266" fmla="*/ 7266628 w 12192000"/>
              <a:gd name="connsiteY266" fmla="*/ 1025670 h 6841441"/>
              <a:gd name="connsiteX267" fmla="*/ 7266628 w 12192000"/>
              <a:gd name="connsiteY267" fmla="*/ 807014 h 6841441"/>
              <a:gd name="connsiteX268" fmla="*/ 7090666 w 12192000"/>
              <a:gd name="connsiteY268" fmla="*/ 719033 h 6841441"/>
              <a:gd name="connsiteX269" fmla="*/ 6552413 w 12192000"/>
              <a:gd name="connsiteY269" fmla="*/ 749776 h 6841441"/>
              <a:gd name="connsiteX270" fmla="*/ 6427283 w 12192000"/>
              <a:gd name="connsiteY270" fmla="*/ 812341 h 6841441"/>
              <a:gd name="connsiteX271" fmla="*/ 6427283 w 12192000"/>
              <a:gd name="connsiteY271" fmla="*/ 967832 h 6841441"/>
              <a:gd name="connsiteX272" fmla="*/ 6552413 w 12192000"/>
              <a:gd name="connsiteY272" fmla="*/ 1030397 h 6841441"/>
              <a:gd name="connsiteX273" fmla="*/ 6677544 w 12192000"/>
              <a:gd name="connsiteY273" fmla="*/ 967832 h 6841441"/>
              <a:gd name="connsiteX274" fmla="*/ 6677544 w 12192000"/>
              <a:gd name="connsiteY274" fmla="*/ 812341 h 6841441"/>
              <a:gd name="connsiteX275" fmla="*/ 6552413 w 12192000"/>
              <a:gd name="connsiteY275" fmla="*/ 749776 h 6841441"/>
              <a:gd name="connsiteX276" fmla="*/ 5301405 w 12192000"/>
              <a:gd name="connsiteY276" fmla="*/ 760293 h 6841441"/>
              <a:gd name="connsiteX277" fmla="*/ 5257596 w 12192000"/>
              <a:gd name="connsiteY277" fmla="*/ 782198 h 6841441"/>
              <a:gd name="connsiteX278" fmla="*/ 5257596 w 12192000"/>
              <a:gd name="connsiteY278" fmla="*/ 836637 h 6841441"/>
              <a:gd name="connsiteX279" fmla="*/ 5301405 w 12192000"/>
              <a:gd name="connsiteY279" fmla="*/ 858541 h 6841441"/>
              <a:gd name="connsiteX280" fmla="*/ 5345215 w 12192000"/>
              <a:gd name="connsiteY280" fmla="*/ 836637 h 6841441"/>
              <a:gd name="connsiteX281" fmla="*/ 5345215 w 12192000"/>
              <a:gd name="connsiteY281" fmla="*/ 782198 h 6841441"/>
              <a:gd name="connsiteX282" fmla="*/ 5301405 w 12192000"/>
              <a:gd name="connsiteY282" fmla="*/ 760293 h 6841441"/>
              <a:gd name="connsiteX283" fmla="*/ 6125829 w 12192000"/>
              <a:gd name="connsiteY283" fmla="*/ 786049 h 6841441"/>
              <a:gd name="connsiteX284" fmla="*/ 6047686 w 12192000"/>
              <a:gd name="connsiteY284" fmla="*/ 825121 h 6841441"/>
              <a:gd name="connsiteX285" fmla="*/ 6047686 w 12192000"/>
              <a:gd name="connsiteY285" fmla="*/ 922224 h 6841441"/>
              <a:gd name="connsiteX286" fmla="*/ 6125829 w 12192000"/>
              <a:gd name="connsiteY286" fmla="*/ 961295 h 6841441"/>
              <a:gd name="connsiteX287" fmla="*/ 6203972 w 12192000"/>
              <a:gd name="connsiteY287" fmla="*/ 922224 h 6841441"/>
              <a:gd name="connsiteX288" fmla="*/ 6203972 w 12192000"/>
              <a:gd name="connsiteY288" fmla="*/ 825121 h 6841441"/>
              <a:gd name="connsiteX289" fmla="*/ 6125829 w 12192000"/>
              <a:gd name="connsiteY289" fmla="*/ 786049 h 6841441"/>
              <a:gd name="connsiteX290" fmla="*/ 5696868 w 12192000"/>
              <a:gd name="connsiteY290" fmla="*/ 803296 h 6841441"/>
              <a:gd name="connsiteX291" fmla="*/ 5647236 w 12192000"/>
              <a:gd name="connsiteY291" fmla="*/ 828112 h 6841441"/>
              <a:gd name="connsiteX292" fmla="*/ 5647236 w 12192000"/>
              <a:gd name="connsiteY292" fmla="*/ 888971 h 6841441"/>
              <a:gd name="connsiteX293" fmla="*/ 5696868 w 12192000"/>
              <a:gd name="connsiteY293" fmla="*/ 913787 h 6841441"/>
              <a:gd name="connsiteX294" fmla="*/ 5746501 w 12192000"/>
              <a:gd name="connsiteY294" fmla="*/ 888971 h 6841441"/>
              <a:gd name="connsiteX295" fmla="*/ 5746501 w 12192000"/>
              <a:gd name="connsiteY295" fmla="*/ 828112 h 6841441"/>
              <a:gd name="connsiteX296" fmla="*/ 5696868 w 12192000"/>
              <a:gd name="connsiteY296" fmla="*/ 803296 h 6841441"/>
              <a:gd name="connsiteX297" fmla="*/ 7392479 w 12192000"/>
              <a:gd name="connsiteY297" fmla="*/ 1210725 h 6841441"/>
              <a:gd name="connsiteX298" fmla="*/ 7216518 w 12192000"/>
              <a:gd name="connsiteY298" fmla="*/ 1298706 h 6841441"/>
              <a:gd name="connsiteX299" fmla="*/ 7216518 w 12192000"/>
              <a:gd name="connsiteY299" fmla="*/ 1517362 h 6841441"/>
              <a:gd name="connsiteX300" fmla="*/ 7392479 w 12192000"/>
              <a:gd name="connsiteY300" fmla="*/ 1605343 h 6841441"/>
              <a:gd name="connsiteX301" fmla="*/ 7568441 w 12192000"/>
              <a:gd name="connsiteY301" fmla="*/ 1517362 h 6841441"/>
              <a:gd name="connsiteX302" fmla="*/ 7568441 w 12192000"/>
              <a:gd name="connsiteY302" fmla="*/ 1298706 h 6841441"/>
              <a:gd name="connsiteX303" fmla="*/ 7392479 w 12192000"/>
              <a:gd name="connsiteY303" fmla="*/ 1210725 h 6841441"/>
              <a:gd name="connsiteX304" fmla="*/ 6884305 w 12192000"/>
              <a:gd name="connsiteY304" fmla="*/ 1236466 h 6841441"/>
              <a:gd name="connsiteX305" fmla="*/ 6751191 w 12192000"/>
              <a:gd name="connsiteY305" fmla="*/ 1303023 h 6841441"/>
              <a:gd name="connsiteX306" fmla="*/ 6751191 w 12192000"/>
              <a:gd name="connsiteY306" fmla="*/ 1468435 h 6841441"/>
              <a:gd name="connsiteX307" fmla="*/ 6884305 w 12192000"/>
              <a:gd name="connsiteY307" fmla="*/ 1534992 h 6841441"/>
              <a:gd name="connsiteX308" fmla="*/ 7017419 w 12192000"/>
              <a:gd name="connsiteY308" fmla="*/ 1468435 h 6841441"/>
              <a:gd name="connsiteX309" fmla="*/ 7017419 w 12192000"/>
              <a:gd name="connsiteY309" fmla="*/ 1303023 h 6841441"/>
              <a:gd name="connsiteX310" fmla="*/ 6884305 w 12192000"/>
              <a:gd name="connsiteY310" fmla="*/ 1236466 h 6841441"/>
              <a:gd name="connsiteX311" fmla="*/ 6463689 w 12192000"/>
              <a:gd name="connsiteY311" fmla="*/ 1253927 h 6841441"/>
              <a:gd name="connsiteX312" fmla="*/ 6353013 w 12192000"/>
              <a:gd name="connsiteY312" fmla="*/ 1309266 h 6841441"/>
              <a:gd name="connsiteX313" fmla="*/ 6353013 w 12192000"/>
              <a:gd name="connsiteY313" fmla="*/ 1446797 h 6841441"/>
              <a:gd name="connsiteX314" fmla="*/ 6463689 w 12192000"/>
              <a:gd name="connsiteY314" fmla="*/ 1502135 h 6841441"/>
              <a:gd name="connsiteX315" fmla="*/ 6574366 w 12192000"/>
              <a:gd name="connsiteY315" fmla="*/ 1446797 h 6841441"/>
              <a:gd name="connsiteX316" fmla="*/ 6574366 w 12192000"/>
              <a:gd name="connsiteY316" fmla="*/ 1309266 h 6841441"/>
              <a:gd name="connsiteX317" fmla="*/ 6463689 w 12192000"/>
              <a:gd name="connsiteY317" fmla="*/ 1253927 h 6841441"/>
              <a:gd name="connsiteX318" fmla="*/ 5600525 w 12192000"/>
              <a:gd name="connsiteY318" fmla="*/ 1281091 h 6841441"/>
              <a:gd name="connsiteX319" fmla="*/ 5556716 w 12192000"/>
              <a:gd name="connsiteY319" fmla="*/ 1302996 h 6841441"/>
              <a:gd name="connsiteX320" fmla="*/ 5556716 w 12192000"/>
              <a:gd name="connsiteY320" fmla="*/ 1357435 h 6841441"/>
              <a:gd name="connsiteX321" fmla="*/ 5600525 w 12192000"/>
              <a:gd name="connsiteY321" fmla="*/ 1379339 h 6841441"/>
              <a:gd name="connsiteX322" fmla="*/ 5644334 w 12192000"/>
              <a:gd name="connsiteY322" fmla="*/ 1357435 h 6841441"/>
              <a:gd name="connsiteX323" fmla="*/ 5644334 w 12192000"/>
              <a:gd name="connsiteY323" fmla="*/ 1302996 h 6841441"/>
              <a:gd name="connsiteX324" fmla="*/ 5600525 w 12192000"/>
              <a:gd name="connsiteY324" fmla="*/ 1281091 h 6841441"/>
              <a:gd name="connsiteX325" fmla="*/ 6045074 w 12192000"/>
              <a:gd name="connsiteY325" fmla="*/ 1290362 h 6841441"/>
              <a:gd name="connsiteX326" fmla="*/ 5966930 w 12192000"/>
              <a:gd name="connsiteY326" fmla="*/ 1329434 h 6841441"/>
              <a:gd name="connsiteX327" fmla="*/ 5966930 w 12192000"/>
              <a:gd name="connsiteY327" fmla="*/ 1426537 h 6841441"/>
              <a:gd name="connsiteX328" fmla="*/ 6045074 w 12192000"/>
              <a:gd name="connsiteY328" fmla="*/ 1465608 h 6841441"/>
              <a:gd name="connsiteX329" fmla="*/ 6123216 w 12192000"/>
              <a:gd name="connsiteY329" fmla="*/ 1426537 h 6841441"/>
              <a:gd name="connsiteX330" fmla="*/ 6123216 w 12192000"/>
              <a:gd name="connsiteY330" fmla="*/ 1329434 h 6841441"/>
              <a:gd name="connsiteX331" fmla="*/ 6045074 w 12192000"/>
              <a:gd name="connsiteY331" fmla="*/ 1290362 h 6841441"/>
              <a:gd name="connsiteX332" fmla="*/ 7594823 w 12192000"/>
              <a:gd name="connsiteY332" fmla="*/ 1646840 h 6841441"/>
              <a:gd name="connsiteX333" fmla="*/ 7389025 w 12192000"/>
              <a:gd name="connsiteY333" fmla="*/ 1749739 h 6841441"/>
              <a:gd name="connsiteX334" fmla="*/ 7389025 w 12192000"/>
              <a:gd name="connsiteY334" fmla="*/ 2005471 h 6841441"/>
              <a:gd name="connsiteX335" fmla="*/ 7594823 w 12192000"/>
              <a:gd name="connsiteY335" fmla="*/ 2108370 h 6841441"/>
              <a:gd name="connsiteX336" fmla="*/ 7800621 w 12192000"/>
              <a:gd name="connsiteY336" fmla="*/ 2005471 h 6841441"/>
              <a:gd name="connsiteX337" fmla="*/ 7800621 w 12192000"/>
              <a:gd name="connsiteY337" fmla="*/ 1749739 h 6841441"/>
              <a:gd name="connsiteX338" fmla="*/ 7594823 w 12192000"/>
              <a:gd name="connsiteY338" fmla="*/ 1646840 h 6841441"/>
              <a:gd name="connsiteX339" fmla="*/ 7058790 w 12192000"/>
              <a:gd name="connsiteY339" fmla="*/ 1715791 h 6841441"/>
              <a:gd name="connsiteX340" fmla="*/ 6925676 w 12192000"/>
              <a:gd name="connsiteY340" fmla="*/ 1782347 h 6841441"/>
              <a:gd name="connsiteX341" fmla="*/ 6925676 w 12192000"/>
              <a:gd name="connsiteY341" fmla="*/ 1947759 h 6841441"/>
              <a:gd name="connsiteX342" fmla="*/ 7058790 w 12192000"/>
              <a:gd name="connsiteY342" fmla="*/ 2014317 h 6841441"/>
              <a:gd name="connsiteX343" fmla="*/ 7191904 w 12192000"/>
              <a:gd name="connsiteY343" fmla="*/ 1947759 h 6841441"/>
              <a:gd name="connsiteX344" fmla="*/ 7191904 w 12192000"/>
              <a:gd name="connsiteY344" fmla="*/ 1782347 h 6841441"/>
              <a:gd name="connsiteX345" fmla="*/ 7058790 w 12192000"/>
              <a:gd name="connsiteY345" fmla="*/ 1715791 h 6841441"/>
              <a:gd name="connsiteX346" fmla="*/ 6581841 w 12192000"/>
              <a:gd name="connsiteY346" fmla="*/ 1717460 h 6841441"/>
              <a:gd name="connsiteX347" fmla="*/ 6492245 w 12192000"/>
              <a:gd name="connsiteY347" fmla="*/ 1762258 h 6841441"/>
              <a:gd name="connsiteX348" fmla="*/ 6492245 w 12192000"/>
              <a:gd name="connsiteY348" fmla="*/ 1873594 h 6841441"/>
              <a:gd name="connsiteX349" fmla="*/ 6581841 w 12192000"/>
              <a:gd name="connsiteY349" fmla="*/ 1918392 h 6841441"/>
              <a:gd name="connsiteX350" fmla="*/ 6671438 w 12192000"/>
              <a:gd name="connsiteY350" fmla="*/ 1873594 h 6841441"/>
              <a:gd name="connsiteX351" fmla="*/ 6671438 w 12192000"/>
              <a:gd name="connsiteY351" fmla="*/ 1762258 h 6841441"/>
              <a:gd name="connsiteX352" fmla="*/ 6581841 w 12192000"/>
              <a:gd name="connsiteY352" fmla="*/ 1717460 h 6841441"/>
              <a:gd name="connsiteX353" fmla="*/ 6230891 w 12192000"/>
              <a:gd name="connsiteY353" fmla="*/ 1755112 h 6841441"/>
              <a:gd name="connsiteX354" fmla="*/ 6155978 w 12192000"/>
              <a:gd name="connsiteY354" fmla="*/ 1792569 h 6841441"/>
              <a:gd name="connsiteX355" fmla="*/ 6155978 w 12192000"/>
              <a:gd name="connsiteY355" fmla="*/ 1885658 h 6841441"/>
              <a:gd name="connsiteX356" fmla="*/ 6230891 w 12192000"/>
              <a:gd name="connsiteY356" fmla="*/ 1923115 h 6841441"/>
              <a:gd name="connsiteX357" fmla="*/ 6305805 w 12192000"/>
              <a:gd name="connsiteY357" fmla="*/ 1885658 h 6841441"/>
              <a:gd name="connsiteX358" fmla="*/ 6305805 w 12192000"/>
              <a:gd name="connsiteY358" fmla="*/ 1792569 h 6841441"/>
              <a:gd name="connsiteX359" fmla="*/ 6230891 w 12192000"/>
              <a:gd name="connsiteY359" fmla="*/ 1755112 h 6841441"/>
              <a:gd name="connsiteX360" fmla="*/ 5903569 w 12192000"/>
              <a:gd name="connsiteY360" fmla="*/ 1755113 h 6841441"/>
              <a:gd name="connsiteX361" fmla="*/ 5859760 w 12192000"/>
              <a:gd name="connsiteY361" fmla="*/ 1777018 h 6841441"/>
              <a:gd name="connsiteX362" fmla="*/ 5859760 w 12192000"/>
              <a:gd name="connsiteY362" fmla="*/ 1831457 h 6841441"/>
              <a:gd name="connsiteX363" fmla="*/ 5903569 w 12192000"/>
              <a:gd name="connsiteY363" fmla="*/ 1853361 h 6841441"/>
              <a:gd name="connsiteX364" fmla="*/ 5947378 w 12192000"/>
              <a:gd name="connsiteY364" fmla="*/ 1831457 h 6841441"/>
              <a:gd name="connsiteX365" fmla="*/ 5947378 w 12192000"/>
              <a:gd name="connsiteY365" fmla="*/ 1777018 h 6841441"/>
              <a:gd name="connsiteX366" fmla="*/ 5903569 w 12192000"/>
              <a:gd name="connsiteY366" fmla="*/ 1755113 h 6841441"/>
              <a:gd name="connsiteX367" fmla="*/ 5438959 w 12192000"/>
              <a:gd name="connsiteY367" fmla="*/ 1773893 h 6841441"/>
              <a:gd name="connsiteX368" fmla="*/ 5414615 w 12192000"/>
              <a:gd name="connsiteY368" fmla="*/ 1786065 h 6841441"/>
              <a:gd name="connsiteX369" fmla="*/ 5414615 w 12192000"/>
              <a:gd name="connsiteY369" fmla="*/ 1815914 h 6841441"/>
              <a:gd name="connsiteX370" fmla="*/ 5438959 w 12192000"/>
              <a:gd name="connsiteY370" fmla="*/ 1828086 h 6841441"/>
              <a:gd name="connsiteX371" fmla="*/ 5463302 w 12192000"/>
              <a:gd name="connsiteY371" fmla="*/ 1815914 h 6841441"/>
              <a:gd name="connsiteX372" fmla="*/ 5463302 w 12192000"/>
              <a:gd name="connsiteY372" fmla="*/ 1786065 h 6841441"/>
              <a:gd name="connsiteX373" fmla="*/ 5438959 w 12192000"/>
              <a:gd name="connsiteY373" fmla="*/ 1773893 h 6841441"/>
              <a:gd name="connsiteX374" fmla="*/ 7904930 w 12192000"/>
              <a:gd name="connsiteY374" fmla="*/ 2128392 h 6841441"/>
              <a:gd name="connsiteX375" fmla="*/ 7688203 w 12192000"/>
              <a:gd name="connsiteY375" fmla="*/ 2236755 h 6841441"/>
              <a:gd name="connsiteX376" fmla="*/ 7688203 w 12192000"/>
              <a:gd name="connsiteY376" fmla="*/ 2506069 h 6841441"/>
              <a:gd name="connsiteX377" fmla="*/ 7904930 w 12192000"/>
              <a:gd name="connsiteY377" fmla="*/ 2614433 h 6841441"/>
              <a:gd name="connsiteX378" fmla="*/ 8121658 w 12192000"/>
              <a:gd name="connsiteY378" fmla="*/ 2506069 h 6841441"/>
              <a:gd name="connsiteX379" fmla="*/ 8121658 w 12192000"/>
              <a:gd name="connsiteY379" fmla="*/ 2236755 h 6841441"/>
              <a:gd name="connsiteX380" fmla="*/ 7904930 w 12192000"/>
              <a:gd name="connsiteY380" fmla="*/ 2128392 h 6841441"/>
              <a:gd name="connsiteX381" fmla="*/ 8203982 w 12192000"/>
              <a:gd name="connsiteY381" fmla="*/ 2590848 h 6841441"/>
              <a:gd name="connsiteX382" fmla="*/ 7958742 w 12192000"/>
              <a:gd name="connsiteY382" fmla="*/ 2713468 h 6841441"/>
              <a:gd name="connsiteX383" fmla="*/ 7958742 w 12192000"/>
              <a:gd name="connsiteY383" fmla="*/ 3018216 h 6841441"/>
              <a:gd name="connsiteX384" fmla="*/ 8203982 w 12192000"/>
              <a:gd name="connsiteY384" fmla="*/ 3140836 h 6841441"/>
              <a:gd name="connsiteX385" fmla="*/ 8449222 w 12192000"/>
              <a:gd name="connsiteY385" fmla="*/ 3018216 h 6841441"/>
              <a:gd name="connsiteX386" fmla="*/ 8449222 w 12192000"/>
              <a:gd name="connsiteY386" fmla="*/ 2713468 h 6841441"/>
              <a:gd name="connsiteX387" fmla="*/ 8203982 w 12192000"/>
              <a:gd name="connsiteY387" fmla="*/ 2590848 h 6841441"/>
              <a:gd name="connsiteX388" fmla="*/ 8482026 w 12192000"/>
              <a:gd name="connsiteY388" fmla="*/ 3037978 h 6841441"/>
              <a:gd name="connsiteX389" fmla="*/ 8207084 w 12192000"/>
              <a:gd name="connsiteY389" fmla="*/ 3175450 h 6841441"/>
              <a:gd name="connsiteX390" fmla="*/ 8207084 w 12192000"/>
              <a:gd name="connsiteY390" fmla="*/ 3517106 h 6841441"/>
              <a:gd name="connsiteX391" fmla="*/ 8482026 w 12192000"/>
              <a:gd name="connsiteY391" fmla="*/ 3654564 h 6841441"/>
              <a:gd name="connsiteX392" fmla="*/ 8506982 w 12192000"/>
              <a:gd name="connsiteY392" fmla="*/ 3642086 h 6841441"/>
              <a:gd name="connsiteX393" fmla="*/ 8506982 w 12192000"/>
              <a:gd name="connsiteY393" fmla="*/ 3982453 h 6841441"/>
              <a:gd name="connsiteX394" fmla="*/ 8781924 w 12192000"/>
              <a:gd name="connsiteY394" fmla="*/ 4119924 h 6841441"/>
              <a:gd name="connsiteX395" fmla="*/ 9056868 w 12192000"/>
              <a:gd name="connsiteY395" fmla="*/ 3982453 h 6841441"/>
              <a:gd name="connsiteX396" fmla="*/ 9056868 w 12192000"/>
              <a:gd name="connsiteY396" fmla="*/ 3640797 h 6841441"/>
              <a:gd name="connsiteX397" fmla="*/ 8781924 w 12192000"/>
              <a:gd name="connsiteY397" fmla="*/ 3503341 h 6841441"/>
              <a:gd name="connsiteX398" fmla="*/ 8756968 w 12192000"/>
              <a:gd name="connsiteY398" fmla="*/ 3515818 h 6841441"/>
              <a:gd name="connsiteX399" fmla="*/ 8756968 w 12192000"/>
              <a:gd name="connsiteY399" fmla="*/ 3175450 h 6841441"/>
              <a:gd name="connsiteX400" fmla="*/ 8482026 w 12192000"/>
              <a:gd name="connsiteY400" fmla="*/ 3037978 h 6841441"/>
              <a:gd name="connsiteX401" fmla="*/ 9070218 w 12192000"/>
              <a:gd name="connsiteY401" fmla="*/ 3996141 h 6841441"/>
              <a:gd name="connsiteX402" fmla="*/ 8795276 w 12192000"/>
              <a:gd name="connsiteY402" fmla="*/ 4133611 h 6841441"/>
              <a:gd name="connsiteX403" fmla="*/ 8795276 w 12192000"/>
              <a:gd name="connsiteY403" fmla="*/ 4475268 h 6841441"/>
              <a:gd name="connsiteX404" fmla="*/ 9070218 w 12192000"/>
              <a:gd name="connsiteY404" fmla="*/ 4612739 h 6841441"/>
              <a:gd name="connsiteX405" fmla="*/ 9345160 w 12192000"/>
              <a:gd name="connsiteY405" fmla="*/ 4475268 h 6841441"/>
              <a:gd name="connsiteX406" fmla="*/ 9345160 w 12192000"/>
              <a:gd name="connsiteY406" fmla="*/ 4133611 h 6841441"/>
              <a:gd name="connsiteX407" fmla="*/ 9070218 w 12192000"/>
              <a:gd name="connsiteY407" fmla="*/ 3996141 h 6841441"/>
              <a:gd name="connsiteX408" fmla="*/ 9362552 w 12192000"/>
              <a:gd name="connsiteY408" fmla="*/ 4482404 h 6841441"/>
              <a:gd name="connsiteX409" fmla="*/ 9087610 w 12192000"/>
              <a:gd name="connsiteY409" fmla="*/ 4619875 h 6841441"/>
              <a:gd name="connsiteX410" fmla="*/ 9087610 w 12192000"/>
              <a:gd name="connsiteY410" fmla="*/ 4961532 h 6841441"/>
              <a:gd name="connsiteX411" fmla="*/ 9362552 w 12192000"/>
              <a:gd name="connsiteY411" fmla="*/ 5099003 h 6841441"/>
              <a:gd name="connsiteX412" fmla="*/ 9637494 w 12192000"/>
              <a:gd name="connsiteY412" fmla="*/ 4961532 h 6841441"/>
              <a:gd name="connsiteX413" fmla="*/ 9637494 w 12192000"/>
              <a:gd name="connsiteY413" fmla="*/ 4619875 h 6841441"/>
              <a:gd name="connsiteX414" fmla="*/ 9362552 w 12192000"/>
              <a:gd name="connsiteY414" fmla="*/ 4482404 h 6841441"/>
              <a:gd name="connsiteX415" fmla="*/ 9647676 w 12192000"/>
              <a:gd name="connsiteY415" fmla="*/ 4968147 h 6841441"/>
              <a:gd name="connsiteX416" fmla="*/ 9372734 w 12192000"/>
              <a:gd name="connsiteY416" fmla="*/ 5105618 h 6841441"/>
              <a:gd name="connsiteX417" fmla="*/ 9372734 w 12192000"/>
              <a:gd name="connsiteY417" fmla="*/ 5447275 h 6841441"/>
              <a:gd name="connsiteX418" fmla="*/ 9647676 w 12192000"/>
              <a:gd name="connsiteY418" fmla="*/ 5584746 h 6841441"/>
              <a:gd name="connsiteX419" fmla="*/ 9922620 w 12192000"/>
              <a:gd name="connsiteY419" fmla="*/ 5447275 h 6841441"/>
              <a:gd name="connsiteX420" fmla="*/ 9922620 w 12192000"/>
              <a:gd name="connsiteY420" fmla="*/ 5105618 h 6841441"/>
              <a:gd name="connsiteX421" fmla="*/ 9647676 w 12192000"/>
              <a:gd name="connsiteY421" fmla="*/ 4968147 h 6841441"/>
              <a:gd name="connsiteX422" fmla="*/ 9919444 w 12192000"/>
              <a:gd name="connsiteY422" fmla="*/ 5449461 h 6841441"/>
              <a:gd name="connsiteX423" fmla="*/ 9644500 w 12192000"/>
              <a:gd name="connsiteY423" fmla="*/ 5586933 h 6841441"/>
              <a:gd name="connsiteX424" fmla="*/ 9644500 w 12192000"/>
              <a:gd name="connsiteY424" fmla="*/ 5928589 h 6841441"/>
              <a:gd name="connsiteX425" fmla="*/ 9919444 w 12192000"/>
              <a:gd name="connsiteY425" fmla="*/ 6066060 h 6841441"/>
              <a:gd name="connsiteX426" fmla="*/ 10194386 w 12192000"/>
              <a:gd name="connsiteY426" fmla="*/ 5928589 h 6841441"/>
              <a:gd name="connsiteX427" fmla="*/ 10194386 w 12192000"/>
              <a:gd name="connsiteY427" fmla="*/ 5586933 h 6841441"/>
              <a:gd name="connsiteX428" fmla="*/ 9919444 w 12192000"/>
              <a:gd name="connsiteY428" fmla="*/ 5449461 h 6841441"/>
              <a:gd name="connsiteX429" fmla="*/ 10199386 w 12192000"/>
              <a:gd name="connsiteY429" fmla="*/ 5927898 h 6841441"/>
              <a:gd name="connsiteX430" fmla="*/ 9924444 w 12192000"/>
              <a:gd name="connsiteY430" fmla="*/ 6065370 h 6841441"/>
              <a:gd name="connsiteX431" fmla="*/ 9924444 w 12192000"/>
              <a:gd name="connsiteY431" fmla="*/ 6407026 h 6841441"/>
              <a:gd name="connsiteX432" fmla="*/ 10199386 w 12192000"/>
              <a:gd name="connsiteY432" fmla="*/ 6544497 h 6841441"/>
              <a:gd name="connsiteX433" fmla="*/ 10474330 w 12192000"/>
              <a:gd name="connsiteY433" fmla="*/ 6407026 h 6841441"/>
              <a:gd name="connsiteX434" fmla="*/ 10474330 w 12192000"/>
              <a:gd name="connsiteY434" fmla="*/ 6065370 h 6841441"/>
              <a:gd name="connsiteX435" fmla="*/ 10199386 w 12192000"/>
              <a:gd name="connsiteY435" fmla="*/ 5927898 h 6841441"/>
              <a:gd name="connsiteX436" fmla="*/ 7335196 w 12192000"/>
              <a:gd name="connsiteY436" fmla="*/ 2166795 h 6841441"/>
              <a:gd name="connsiteX437" fmla="*/ 7159235 w 12192000"/>
              <a:gd name="connsiteY437" fmla="*/ 2254776 h 6841441"/>
              <a:gd name="connsiteX438" fmla="*/ 7159235 w 12192000"/>
              <a:gd name="connsiteY438" fmla="*/ 2473432 h 6841441"/>
              <a:gd name="connsiteX439" fmla="*/ 7335196 w 12192000"/>
              <a:gd name="connsiteY439" fmla="*/ 2561413 h 6841441"/>
              <a:gd name="connsiteX440" fmla="*/ 7511158 w 12192000"/>
              <a:gd name="connsiteY440" fmla="*/ 2473432 h 6841441"/>
              <a:gd name="connsiteX441" fmla="*/ 7511158 w 12192000"/>
              <a:gd name="connsiteY441" fmla="*/ 2254776 h 6841441"/>
              <a:gd name="connsiteX442" fmla="*/ 7335196 w 12192000"/>
              <a:gd name="connsiteY442" fmla="*/ 2166795 h 6841441"/>
              <a:gd name="connsiteX443" fmla="*/ 6435326 w 12192000"/>
              <a:gd name="connsiteY443" fmla="*/ 2170928 h 6841441"/>
              <a:gd name="connsiteX444" fmla="*/ 6360413 w 12192000"/>
              <a:gd name="connsiteY444" fmla="*/ 2208385 h 6841441"/>
              <a:gd name="connsiteX445" fmla="*/ 6360413 w 12192000"/>
              <a:gd name="connsiteY445" fmla="*/ 2301474 h 6841441"/>
              <a:gd name="connsiteX446" fmla="*/ 6435326 w 12192000"/>
              <a:gd name="connsiteY446" fmla="*/ 2338931 h 6841441"/>
              <a:gd name="connsiteX447" fmla="*/ 6510240 w 12192000"/>
              <a:gd name="connsiteY447" fmla="*/ 2301474 h 6841441"/>
              <a:gd name="connsiteX448" fmla="*/ 6510240 w 12192000"/>
              <a:gd name="connsiteY448" fmla="*/ 2208385 h 6841441"/>
              <a:gd name="connsiteX449" fmla="*/ 6435326 w 12192000"/>
              <a:gd name="connsiteY449" fmla="*/ 2170928 h 6841441"/>
              <a:gd name="connsiteX450" fmla="*/ 6859503 w 12192000"/>
              <a:gd name="connsiteY450" fmla="*/ 2184717 h 6841441"/>
              <a:gd name="connsiteX451" fmla="*/ 6748827 w 12192000"/>
              <a:gd name="connsiteY451" fmla="*/ 2240055 h 6841441"/>
              <a:gd name="connsiteX452" fmla="*/ 6748827 w 12192000"/>
              <a:gd name="connsiteY452" fmla="*/ 2377586 h 6841441"/>
              <a:gd name="connsiteX453" fmla="*/ 6859503 w 12192000"/>
              <a:gd name="connsiteY453" fmla="*/ 2432924 h 6841441"/>
              <a:gd name="connsiteX454" fmla="*/ 6970180 w 12192000"/>
              <a:gd name="connsiteY454" fmla="*/ 2377586 h 6841441"/>
              <a:gd name="connsiteX455" fmla="*/ 6970180 w 12192000"/>
              <a:gd name="connsiteY455" fmla="*/ 2240055 h 6841441"/>
              <a:gd name="connsiteX456" fmla="*/ 6859503 w 12192000"/>
              <a:gd name="connsiteY456" fmla="*/ 2184717 h 6841441"/>
              <a:gd name="connsiteX457" fmla="*/ 5967726 w 12192000"/>
              <a:gd name="connsiteY457" fmla="*/ 2186474 h 6841441"/>
              <a:gd name="connsiteX458" fmla="*/ 5903569 w 12192000"/>
              <a:gd name="connsiteY458" fmla="*/ 2218552 h 6841441"/>
              <a:gd name="connsiteX459" fmla="*/ 5903569 w 12192000"/>
              <a:gd name="connsiteY459" fmla="*/ 2298277 h 6841441"/>
              <a:gd name="connsiteX460" fmla="*/ 5967726 w 12192000"/>
              <a:gd name="connsiteY460" fmla="*/ 2330355 h 6841441"/>
              <a:gd name="connsiteX461" fmla="*/ 6031884 w 12192000"/>
              <a:gd name="connsiteY461" fmla="*/ 2298277 h 6841441"/>
              <a:gd name="connsiteX462" fmla="*/ 6031884 w 12192000"/>
              <a:gd name="connsiteY462" fmla="*/ 2218552 h 6841441"/>
              <a:gd name="connsiteX463" fmla="*/ 5967726 w 12192000"/>
              <a:gd name="connsiteY463" fmla="*/ 2186474 h 6841441"/>
              <a:gd name="connsiteX464" fmla="*/ 5518132 w 12192000"/>
              <a:gd name="connsiteY464" fmla="*/ 2222643 h 6841441"/>
              <a:gd name="connsiteX465" fmla="*/ 5474323 w 12192000"/>
              <a:gd name="connsiteY465" fmla="*/ 2244548 h 6841441"/>
              <a:gd name="connsiteX466" fmla="*/ 5474323 w 12192000"/>
              <a:gd name="connsiteY466" fmla="*/ 2298987 h 6841441"/>
              <a:gd name="connsiteX467" fmla="*/ 5518132 w 12192000"/>
              <a:gd name="connsiteY467" fmla="*/ 2320891 h 6841441"/>
              <a:gd name="connsiteX468" fmla="*/ 5561941 w 12192000"/>
              <a:gd name="connsiteY468" fmla="*/ 2298987 h 6841441"/>
              <a:gd name="connsiteX469" fmla="*/ 5561941 w 12192000"/>
              <a:gd name="connsiteY469" fmla="*/ 2244548 h 6841441"/>
              <a:gd name="connsiteX470" fmla="*/ 5518132 w 12192000"/>
              <a:gd name="connsiteY470" fmla="*/ 2222643 h 6841441"/>
              <a:gd name="connsiteX471" fmla="*/ 5035412 w 12192000"/>
              <a:gd name="connsiteY471" fmla="*/ 2227832 h 6841441"/>
              <a:gd name="connsiteX472" fmla="*/ 5011068 w 12192000"/>
              <a:gd name="connsiteY472" fmla="*/ 2240003 h 6841441"/>
              <a:gd name="connsiteX473" fmla="*/ 5011068 w 12192000"/>
              <a:gd name="connsiteY473" fmla="*/ 2269853 h 6841441"/>
              <a:gd name="connsiteX474" fmla="*/ 5035412 w 12192000"/>
              <a:gd name="connsiteY474" fmla="*/ 2282025 h 6841441"/>
              <a:gd name="connsiteX475" fmla="*/ 5059756 w 12192000"/>
              <a:gd name="connsiteY475" fmla="*/ 2269853 h 6841441"/>
              <a:gd name="connsiteX476" fmla="*/ 5059756 w 12192000"/>
              <a:gd name="connsiteY476" fmla="*/ 2240003 h 6841441"/>
              <a:gd name="connsiteX477" fmla="*/ 5035412 w 12192000"/>
              <a:gd name="connsiteY477" fmla="*/ 2227832 h 6841441"/>
              <a:gd name="connsiteX478" fmla="*/ 7617293 w 12192000"/>
              <a:gd name="connsiteY478" fmla="*/ 2627332 h 6841441"/>
              <a:gd name="connsiteX479" fmla="*/ 7411496 w 12192000"/>
              <a:gd name="connsiteY479" fmla="*/ 2730231 h 6841441"/>
              <a:gd name="connsiteX480" fmla="*/ 7411496 w 12192000"/>
              <a:gd name="connsiteY480" fmla="*/ 2985963 h 6841441"/>
              <a:gd name="connsiteX481" fmla="*/ 7617293 w 12192000"/>
              <a:gd name="connsiteY481" fmla="*/ 3088861 h 6841441"/>
              <a:gd name="connsiteX482" fmla="*/ 7823091 w 12192000"/>
              <a:gd name="connsiteY482" fmla="*/ 2985963 h 6841441"/>
              <a:gd name="connsiteX483" fmla="*/ 7823091 w 12192000"/>
              <a:gd name="connsiteY483" fmla="*/ 2730231 h 6841441"/>
              <a:gd name="connsiteX484" fmla="*/ 7617293 w 12192000"/>
              <a:gd name="connsiteY484" fmla="*/ 2627332 h 6841441"/>
              <a:gd name="connsiteX485" fmla="*/ 6122375 w 12192000"/>
              <a:gd name="connsiteY485" fmla="*/ 2633324 h 6841441"/>
              <a:gd name="connsiteX486" fmla="*/ 6044232 w 12192000"/>
              <a:gd name="connsiteY486" fmla="*/ 2672396 h 6841441"/>
              <a:gd name="connsiteX487" fmla="*/ 6044232 w 12192000"/>
              <a:gd name="connsiteY487" fmla="*/ 2769499 h 6841441"/>
              <a:gd name="connsiteX488" fmla="*/ 6122375 w 12192000"/>
              <a:gd name="connsiteY488" fmla="*/ 2808570 h 6841441"/>
              <a:gd name="connsiteX489" fmla="*/ 6200518 w 12192000"/>
              <a:gd name="connsiteY489" fmla="*/ 2769499 h 6841441"/>
              <a:gd name="connsiteX490" fmla="*/ 6200518 w 12192000"/>
              <a:gd name="connsiteY490" fmla="*/ 2672396 h 6841441"/>
              <a:gd name="connsiteX491" fmla="*/ 6122375 w 12192000"/>
              <a:gd name="connsiteY491" fmla="*/ 2633324 h 6841441"/>
              <a:gd name="connsiteX492" fmla="*/ 6644163 w 12192000"/>
              <a:gd name="connsiteY492" fmla="*/ 2657813 h 6841441"/>
              <a:gd name="connsiteX493" fmla="*/ 6551455 w 12192000"/>
              <a:gd name="connsiteY493" fmla="*/ 2704168 h 6841441"/>
              <a:gd name="connsiteX494" fmla="*/ 6551455 w 12192000"/>
              <a:gd name="connsiteY494" fmla="*/ 2819373 h 6841441"/>
              <a:gd name="connsiteX495" fmla="*/ 6644163 w 12192000"/>
              <a:gd name="connsiteY495" fmla="*/ 2865728 h 6841441"/>
              <a:gd name="connsiteX496" fmla="*/ 6736873 w 12192000"/>
              <a:gd name="connsiteY496" fmla="*/ 2819373 h 6841441"/>
              <a:gd name="connsiteX497" fmla="*/ 6736873 w 12192000"/>
              <a:gd name="connsiteY497" fmla="*/ 2704168 h 6841441"/>
              <a:gd name="connsiteX498" fmla="*/ 6644163 w 12192000"/>
              <a:gd name="connsiteY498" fmla="*/ 2657813 h 6841441"/>
              <a:gd name="connsiteX499" fmla="*/ 7107605 w 12192000"/>
              <a:gd name="connsiteY499" fmla="*/ 2693826 h 6841441"/>
              <a:gd name="connsiteX500" fmla="*/ 6992072 w 12192000"/>
              <a:gd name="connsiteY500" fmla="*/ 2751593 h 6841441"/>
              <a:gd name="connsiteX501" fmla="*/ 6992072 w 12192000"/>
              <a:gd name="connsiteY501" fmla="*/ 2895158 h 6841441"/>
              <a:gd name="connsiteX502" fmla="*/ 7107605 w 12192000"/>
              <a:gd name="connsiteY502" fmla="*/ 2952924 h 6841441"/>
              <a:gd name="connsiteX503" fmla="*/ 7223138 w 12192000"/>
              <a:gd name="connsiteY503" fmla="*/ 2895158 h 6841441"/>
              <a:gd name="connsiteX504" fmla="*/ 7223138 w 12192000"/>
              <a:gd name="connsiteY504" fmla="*/ 2751593 h 6841441"/>
              <a:gd name="connsiteX505" fmla="*/ 7107605 w 12192000"/>
              <a:gd name="connsiteY505" fmla="*/ 2693826 h 6841441"/>
              <a:gd name="connsiteX506" fmla="*/ 5670985 w 12192000"/>
              <a:gd name="connsiteY506" fmla="*/ 2685599 h 6841441"/>
              <a:gd name="connsiteX507" fmla="*/ 5627176 w 12192000"/>
              <a:gd name="connsiteY507" fmla="*/ 2707504 h 6841441"/>
              <a:gd name="connsiteX508" fmla="*/ 5627176 w 12192000"/>
              <a:gd name="connsiteY508" fmla="*/ 2761943 h 6841441"/>
              <a:gd name="connsiteX509" fmla="*/ 5670985 w 12192000"/>
              <a:gd name="connsiteY509" fmla="*/ 2783847 h 6841441"/>
              <a:gd name="connsiteX510" fmla="*/ 5714794 w 12192000"/>
              <a:gd name="connsiteY510" fmla="*/ 2761943 h 6841441"/>
              <a:gd name="connsiteX511" fmla="*/ 5714794 w 12192000"/>
              <a:gd name="connsiteY511" fmla="*/ 2707504 h 6841441"/>
              <a:gd name="connsiteX512" fmla="*/ 5670985 w 12192000"/>
              <a:gd name="connsiteY512" fmla="*/ 2685599 h 6841441"/>
              <a:gd name="connsiteX513" fmla="*/ 5206808 w 12192000"/>
              <a:gd name="connsiteY513" fmla="*/ 2715087 h 6841441"/>
              <a:gd name="connsiteX514" fmla="*/ 5183947 w 12192000"/>
              <a:gd name="connsiteY514" fmla="*/ 2726517 h 6841441"/>
              <a:gd name="connsiteX515" fmla="*/ 5183947 w 12192000"/>
              <a:gd name="connsiteY515" fmla="*/ 2754923 h 6841441"/>
              <a:gd name="connsiteX516" fmla="*/ 5206808 w 12192000"/>
              <a:gd name="connsiteY516" fmla="*/ 2766353 h 6841441"/>
              <a:gd name="connsiteX517" fmla="*/ 5229666 w 12192000"/>
              <a:gd name="connsiteY517" fmla="*/ 2754923 h 6841441"/>
              <a:gd name="connsiteX518" fmla="*/ 5229666 w 12192000"/>
              <a:gd name="connsiteY518" fmla="*/ 2726517 h 6841441"/>
              <a:gd name="connsiteX519" fmla="*/ 5206808 w 12192000"/>
              <a:gd name="connsiteY519" fmla="*/ 2715087 h 6841441"/>
              <a:gd name="connsiteX520" fmla="*/ 7892180 w 12192000"/>
              <a:gd name="connsiteY520" fmla="*/ 3094664 h 6841441"/>
              <a:gd name="connsiteX521" fmla="*/ 7675453 w 12192000"/>
              <a:gd name="connsiteY521" fmla="*/ 3203028 h 6841441"/>
              <a:gd name="connsiteX522" fmla="*/ 7675453 w 12192000"/>
              <a:gd name="connsiteY522" fmla="*/ 3472342 h 6841441"/>
              <a:gd name="connsiteX523" fmla="*/ 7892180 w 12192000"/>
              <a:gd name="connsiteY523" fmla="*/ 3580700 h 6841441"/>
              <a:gd name="connsiteX524" fmla="*/ 8108907 w 12192000"/>
              <a:gd name="connsiteY524" fmla="*/ 3472342 h 6841441"/>
              <a:gd name="connsiteX525" fmla="*/ 8108907 w 12192000"/>
              <a:gd name="connsiteY525" fmla="*/ 3203028 h 6841441"/>
              <a:gd name="connsiteX526" fmla="*/ 7892180 w 12192000"/>
              <a:gd name="connsiteY526" fmla="*/ 3094664 h 6841441"/>
              <a:gd name="connsiteX527" fmla="*/ 8150165 w 12192000"/>
              <a:gd name="connsiteY527" fmla="*/ 3546165 h 6841441"/>
              <a:gd name="connsiteX528" fmla="*/ 7899108 w 12192000"/>
              <a:gd name="connsiteY528" fmla="*/ 3671684 h 6841441"/>
              <a:gd name="connsiteX529" fmla="*/ 7899108 w 12192000"/>
              <a:gd name="connsiteY529" fmla="*/ 3983659 h 6841441"/>
              <a:gd name="connsiteX530" fmla="*/ 8150165 w 12192000"/>
              <a:gd name="connsiteY530" fmla="*/ 4109187 h 6841441"/>
              <a:gd name="connsiteX531" fmla="*/ 8401222 w 12192000"/>
              <a:gd name="connsiteY531" fmla="*/ 3983659 h 6841441"/>
              <a:gd name="connsiteX532" fmla="*/ 8401222 w 12192000"/>
              <a:gd name="connsiteY532" fmla="*/ 3671684 h 6841441"/>
              <a:gd name="connsiteX533" fmla="*/ 8150165 w 12192000"/>
              <a:gd name="connsiteY533" fmla="*/ 3546165 h 6841441"/>
              <a:gd name="connsiteX534" fmla="*/ 8486104 w 12192000"/>
              <a:gd name="connsiteY534" fmla="*/ 4001891 h 6841441"/>
              <a:gd name="connsiteX535" fmla="*/ 8211162 w 12192000"/>
              <a:gd name="connsiteY535" fmla="*/ 4139362 h 6841441"/>
              <a:gd name="connsiteX536" fmla="*/ 8211162 w 12192000"/>
              <a:gd name="connsiteY536" fmla="*/ 4481019 h 6841441"/>
              <a:gd name="connsiteX537" fmla="*/ 8486104 w 12192000"/>
              <a:gd name="connsiteY537" fmla="*/ 4618490 h 6841441"/>
              <a:gd name="connsiteX538" fmla="*/ 8761046 w 12192000"/>
              <a:gd name="connsiteY538" fmla="*/ 4481019 h 6841441"/>
              <a:gd name="connsiteX539" fmla="*/ 8761046 w 12192000"/>
              <a:gd name="connsiteY539" fmla="*/ 4139362 h 6841441"/>
              <a:gd name="connsiteX540" fmla="*/ 8486104 w 12192000"/>
              <a:gd name="connsiteY540" fmla="*/ 4001891 h 6841441"/>
              <a:gd name="connsiteX541" fmla="*/ 8767578 w 12192000"/>
              <a:gd name="connsiteY541" fmla="*/ 4512830 h 6841441"/>
              <a:gd name="connsiteX542" fmla="*/ 8521946 w 12192000"/>
              <a:gd name="connsiteY542" fmla="*/ 4635646 h 6841441"/>
              <a:gd name="connsiteX543" fmla="*/ 8521946 w 12192000"/>
              <a:gd name="connsiteY543" fmla="*/ 4940879 h 6841441"/>
              <a:gd name="connsiteX544" fmla="*/ 8767578 w 12192000"/>
              <a:gd name="connsiteY544" fmla="*/ 5063695 h 6841441"/>
              <a:gd name="connsiteX545" fmla="*/ 9013212 w 12192000"/>
              <a:gd name="connsiteY545" fmla="*/ 4940879 h 6841441"/>
              <a:gd name="connsiteX546" fmla="*/ 9013212 w 12192000"/>
              <a:gd name="connsiteY546" fmla="*/ 4635646 h 6841441"/>
              <a:gd name="connsiteX547" fmla="*/ 8767578 w 12192000"/>
              <a:gd name="connsiteY547" fmla="*/ 4512830 h 6841441"/>
              <a:gd name="connsiteX548" fmla="*/ 9084352 w 12192000"/>
              <a:gd name="connsiteY548" fmla="*/ 4967251 h 6841441"/>
              <a:gd name="connsiteX549" fmla="*/ 8809410 w 12192000"/>
              <a:gd name="connsiteY549" fmla="*/ 5104722 h 6841441"/>
              <a:gd name="connsiteX550" fmla="*/ 8809410 w 12192000"/>
              <a:gd name="connsiteY550" fmla="*/ 5446379 h 6841441"/>
              <a:gd name="connsiteX551" fmla="*/ 9084352 w 12192000"/>
              <a:gd name="connsiteY551" fmla="*/ 5583850 h 6841441"/>
              <a:gd name="connsiteX552" fmla="*/ 9359294 w 12192000"/>
              <a:gd name="connsiteY552" fmla="*/ 5446379 h 6841441"/>
              <a:gd name="connsiteX553" fmla="*/ 9359294 w 12192000"/>
              <a:gd name="connsiteY553" fmla="*/ 5104722 h 6841441"/>
              <a:gd name="connsiteX554" fmla="*/ 9084352 w 12192000"/>
              <a:gd name="connsiteY554" fmla="*/ 4967251 h 6841441"/>
              <a:gd name="connsiteX555" fmla="*/ 9364086 w 12192000"/>
              <a:gd name="connsiteY555" fmla="*/ 5449460 h 6841441"/>
              <a:gd name="connsiteX556" fmla="*/ 9089144 w 12192000"/>
              <a:gd name="connsiteY556" fmla="*/ 5586931 h 6841441"/>
              <a:gd name="connsiteX557" fmla="*/ 9089144 w 12192000"/>
              <a:gd name="connsiteY557" fmla="*/ 5928589 h 6841441"/>
              <a:gd name="connsiteX558" fmla="*/ 9364086 w 12192000"/>
              <a:gd name="connsiteY558" fmla="*/ 6066060 h 6841441"/>
              <a:gd name="connsiteX559" fmla="*/ 9639030 w 12192000"/>
              <a:gd name="connsiteY559" fmla="*/ 5928589 h 6841441"/>
              <a:gd name="connsiteX560" fmla="*/ 9639030 w 12192000"/>
              <a:gd name="connsiteY560" fmla="*/ 5586931 h 6841441"/>
              <a:gd name="connsiteX561" fmla="*/ 9364086 w 12192000"/>
              <a:gd name="connsiteY561" fmla="*/ 5449460 h 6841441"/>
              <a:gd name="connsiteX562" fmla="*/ 9642568 w 12192000"/>
              <a:gd name="connsiteY562" fmla="*/ 5928535 h 6841441"/>
              <a:gd name="connsiteX563" fmla="*/ 9367626 w 12192000"/>
              <a:gd name="connsiteY563" fmla="*/ 6066006 h 6841441"/>
              <a:gd name="connsiteX564" fmla="*/ 9367626 w 12192000"/>
              <a:gd name="connsiteY564" fmla="*/ 6407663 h 6841441"/>
              <a:gd name="connsiteX565" fmla="*/ 9642568 w 12192000"/>
              <a:gd name="connsiteY565" fmla="*/ 6545134 h 6841441"/>
              <a:gd name="connsiteX566" fmla="*/ 9917510 w 12192000"/>
              <a:gd name="connsiteY566" fmla="*/ 6407663 h 6841441"/>
              <a:gd name="connsiteX567" fmla="*/ 9917510 w 12192000"/>
              <a:gd name="connsiteY567" fmla="*/ 6066006 h 6841441"/>
              <a:gd name="connsiteX568" fmla="*/ 9642568 w 12192000"/>
              <a:gd name="connsiteY568" fmla="*/ 5928535 h 6841441"/>
              <a:gd name="connsiteX569" fmla="*/ 7314387 w 12192000"/>
              <a:gd name="connsiteY569" fmla="*/ 3103667 h 6841441"/>
              <a:gd name="connsiteX570" fmla="*/ 7116564 w 12192000"/>
              <a:gd name="connsiteY570" fmla="*/ 3202579 h 6841441"/>
              <a:gd name="connsiteX571" fmla="*/ 7116564 w 12192000"/>
              <a:gd name="connsiteY571" fmla="*/ 3448403 h 6841441"/>
              <a:gd name="connsiteX572" fmla="*/ 7314387 w 12192000"/>
              <a:gd name="connsiteY572" fmla="*/ 3547315 h 6841441"/>
              <a:gd name="connsiteX573" fmla="*/ 7512211 w 12192000"/>
              <a:gd name="connsiteY573" fmla="*/ 3448403 h 6841441"/>
              <a:gd name="connsiteX574" fmla="*/ 7512211 w 12192000"/>
              <a:gd name="connsiteY574" fmla="*/ 3202579 h 6841441"/>
              <a:gd name="connsiteX575" fmla="*/ 7314387 w 12192000"/>
              <a:gd name="connsiteY575" fmla="*/ 3103667 h 6841441"/>
              <a:gd name="connsiteX576" fmla="*/ 6690890 w 12192000"/>
              <a:gd name="connsiteY576" fmla="*/ 3120392 h 6841441"/>
              <a:gd name="connsiteX577" fmla="*/ 6547601 w 12192000"/>
              <a:gd name="connsiteY577" fmla="*/ 3192037 h 6841441"/>
              <a:gd name="connsiteX578" fmla="*/ 6547601 w 12192000"/>
              <a:gd name="connsiteY578" fmla="*/ 3370095 h 6841441"/>
              <a:gd name="connsiteX579" fmla="*/ 6690890 w 12192000"/>
              <a:gd name="connsiteY579" fmla="*/ 3441740 h 6841441"/>
              <a:gd name="connsiteX580" fmla="*/ 6834180 w 12192000"/>
              <a:gd name="connsiteY580" fmla="*/ 3370095 h 6841441"/>
              <a:gd name="connsiteX581" fmla="*/ 6834180 w 12192000"/>
              <a:gd name="connsiteY581" fmla="*/ 3192037 h 6841441"/>
              <a:gd name="connsiteX582" fmla="*/ 6690890 w 12192000"/>
              <a:gd name="connsiteY582" fmla="*/ 3120392 h 6841441"/>
              <a:gd name="connsiteX583" fmla="*/ 6168776 w 12192000"/>
              <a:gd name="connsiteY583" fmla="*/ 3174143 h 6841441"/>
              <a:gd name="connsiteX584" fmla="*/ 6090634 w 12192000"/>
              <a:gd name="connsiteY584" fmla="*/ 3213214 h 6841441"/>
              <a:gd name="connsiteX585" fmla="*/ 6090634 w 12192000"/>
              <a:gd name="connsiteY585" fmla="*/ 3310317 h 6841441"/>
              <a:gd name="connsiteX586" fmla="*/ 6168776 w 12192000"/>
              <a:gd name="connsiteY586" fmla="*/ 3349388 h 6841441"/>
              <a:gd name="connsiteX587" fmla="*/ 6246918 w 12192000"/>
              <a:gd name="connsiteY587" fmla="*/ 3310317 h 6841441"/>
              <a:gd name="connsiteX588" fmla="*/ 6246918 w 12192000"/>
              <a:gd name="connsiteY588" fmla="*/ 3213214 h 6841441"/>
              <a:gd name="connsiteX589" fmla="*/ 6168776 w 12192000"/>
              <a:gd name="connsiteY589" fmla="*/ 3174143 h 6841441"/>
              <a:gd name="connsiteX590" fmla="*/ 5737248 w 12192000"/>
              <a:gd name="connsiteY590" fmla="*/ 3220909 h 6841441"/>
              <a:gd name="connsiteX591" fmla="*/ 5714387 w 12192000"/>
              <a:gd name="connsiteY591" fmla="*/ 3232339 h 6841441"/>
              <a:gd name="connsiteX592" fmla="*/ 5714387 w 12192000"/>
              <a:gd name="connsiteY592" fmla="*/ 3260745 h 6841441"/>
              <a:gd name="connsiteX593" fmla="*/ 5737248 w 12192000"/>
              <a:gd name="connsiteY593" fmla="*/ 3272175 h 6841441"/>
              <a:gd name="connsiteX594" fmla="*/ 5760106 w 12192000"/>
              <a:gd name="connsiteY594" fmla="*/ 3260745 h 6841441"/>
              <a:gd name="connsiteX595" fmla="*/ 5760106 w 12192000"/>
              <a:gd name="connsiteY595" fmla="*/ 3232339 h 6841441"/>
              <a:gd name="connsiteX596" fmla="*/ 5737248 w 12192000"/>
              <a:gd name="connsiteY596" fmla="*/ 3220909 h 6841441"/>
              <a:gd name="connsiteX597" fmla="*/ 7571111 w 12192000"/>
              <a:gd name="connsiteY597" fmla="*/ 3574267 h 6841441"/>
              <a:gd name="connsiteX598" fmla="*/ 7354384 w 12192000"/>
              <a:gd name="connsiteY598" fmla="*/ 3682631 h 6841441"/>
              <a:gd name="connsiteX599" fmla="*/ 7354384 w 12192000"/>
              <a:gd name="connsiteY599" fmla="*/ 3951946 h 6841441"/>
              <a:gd name="connsiteX600" fmla="*/ 7571111 w 12192000"/>
              <a:gd name="connsiteY600" fmla="*/ 4060309 h 6841441"/>
              <a:gd name="connsiteX601" fmla="*/ 7787838 w 12192000"/>
              <a:gd name="connsiteY601" fmla="*/ 3951946 h 6841441"/>
              <a:gd name="connsiteX602" fmla="*/ 7787838 w 12192000"/>
              <a:gd name="connsiteY602" fmla="*/ 3682631 h 6841441"/>
              <a:gd name="connsiteX603" fmla="*/ 7571111 w 12192000"/>
              <a:gd name="connsiteY603" fmla="*/ 3574267 h 6841441"/>
              <a:gd name="connsiteX604" fmla="*/ 7903520 w 12192000"/>
              <a:gd name="connsiteY604" fmla="*/ 4052461 h 6841441"/>
              <a:gd name="connsiteX605" fmla="*/ 7667348 w 12192000"/>
              <a:gd name="connsiteY605" fmla="*/ 4170547 h 6841441"/>
              <a:gd name="connsiteX606" fmla="*/ 7667348 w 12192000"/>
              <a:gd name="connsiteY606" fmla="*/ 4464025 h 6841441"/>
              <a:gd name="connsiteX607" fmla="*/ 7903520 w 12192000"/>
              <a:gd name="connsiteY607" fmla="*/ 4582111 h 6841441"/>
              <a:gd name="connsiteX608" fmla="*/ 8139693 w 12192000"/>
              <a:gd name="connsiteY608" fmla="*/ 4464026 h 6841441"/>
              <a:gd name="connsiteX609" fmla="*/ 8139693 w 12192000"/>
              <a:gd name="connsiteY609" fmla="*/ 4170547 h 6841441"/>
              <a:gd name="connsiteX610" fmla="*/ 7903520 w 12192000"/>
              <a:gd name="connsiteY610" fmla="*/ 4052461 h 6841441"/>
              <a:gd name="connsiteX611" fmla="*/ 8186910 w 12192000"/>
              <a:gd name="connsiteY611" fmla="*/ 4527639 h 6841441"/>
              <a:gd name="connsiteX612" fmla="*/ 7935853 w 12192000"/>
              <a:gd name="connsiteY612" fmla="*/ 4653167 h 6841441"/>
              <a:gd name="connsiteX613" fmla="*/ 7935853 w 12192000"/>
              <a:gd name="connsiteY613" fmla="*/ 4965142 h 6841441"/>
              <a:gd name="connsiteX614" fmla="*/ 8186910 w 12192000"/>
              <a:gd name="connsiteY614" fmla="*/ 5090671 h 6841441"/>
              <a:gd name="connsiteX615" fmla="*/ 8437968 w 12192000"/>
              <a:gd name="connsiteY615" fmla="*/ 4965143 h 6841441"/>
              <a:gd name="connsiteX616" fmla="*/ 8437968 w 12192000"/>
              <a:gd name="connsiteY616" fmla="*/ 4653168 h 6841441"/>
              <a:gd name="connsiteX617" fmla="*/ 8186910 w 12192000"/>
              <a:gd name="connsiteY617" fmla="*/ 4527639 h 6841441"/>
              <a:gd name="connsiteX618" fmla="*/ 8485504 w 12192000"/>
              <a:gd name="connsiteY618" fmla="*/ 5007158 h 6841441"/>
              <a:gd name="connsiteX619" fmla="*/ 8234447 w 12192000"/>
              <a:gd name="connsiteY619" fmla="*/ 5132687 h 6841441"/>
              <a:gd name="connsiteX620" fmla="*/ 8234447 w 12192000"/>
              <a:gd name="connsiteY620" fmla="*/ 5444662 h 6841441"/>
              <a:gd name="connsiteX621" fmla="*/ 8485504 w 12192000"/>
              <a:gd name="connsiteY621" fmla="*/ 5570190 h 6841441"/>
              <a:gd name="connsiteX622" fmla="*/ 8736562 w 12192000"/>
              <a:gd name="connsiteY622" fmla="*/ 5444662 h 6841441"/>
              <a:gd name="connsiteX623" fmla="*/ 8736562 w 12192000"/>
              <a:gd name="connsiteY623" fmla="*/ 5132687 h 6841441"/>
              <a:gd name="connsiteX624" fmla="*/ 8485504 w 12192000"/>
              <a:gd name="connsiteY624" fmla="*/ 5007158 h 6841441"/>
              <a:gd name="connsiteX625" fmla="*/ 8767322 w 12192000"/>
              <a:gd name="connsiteY625" fmla="*/ 5448545 h 6841441"/>
              <a:gd name="connsiteX626" fmla="*/ 8492378 w 12192000"/>
              <a:gd name="connsiteY626" fmla="*/ 5586017 h 6841441"/>
              <a:gd name="connsiteX627" fmla="*/ 8492378 w 12192000"/>
              <a:gd name="connsiteY627" fmla="*/ 5927673 h 6841441"/>
              <a:gd name="connsiteX628" fmla="*/ 8767322 w 12192000"/>
              <a:gd name="connsiteY628" fmla="*/ 6065144 h 6841441"/>
              <a:gd name="connsiteX629" fmla="*/ 9042266 w 12192000"/>
              <a:gd name="connsiteY629" fmla="*/ 5927673 h 6841441"/>
              <a:gd name="connsiteX630" fmla="*/ 9042266 w 12192000"/>
              <a:gd name="connsiteY630" fmla="*/ 5586017 h 6841441"/>
              <a:gd name="connsiteX631" fmla="*/ 8767322 w 12192000"/>
              <a:gd name="connsiteY631" fmla="*/ 5448545 h 6841441"/>
              <a:gd name="connsiteX632" fmla="*/ 9055612 w 12192000"/>
              <a:gd name="connsiteY632" fmla="*/ 5929859 h 6841441"/>
              <a:gd name="connsiteX633" fmla="*/ 8780670 w 12192000"/>
              <a:gd name="connsiteY633" fmla="*/ 6067330 h 6841441"/>
              <a:gd name="connsiteX634" fmla="*/ 8780670 w 12192000"/>
              <a:gd name="connsiteY634" fmla="*/ 6408987 h 6841441"/>
              <a:gd name="connsiteX635" fmla="*/ 9055612 w 12192000"/>
              <a:gd name="connsiteY635" fmla="*/ 6546458 h 6841441"/>
              <a:gd name="connsiteX636" fmla="*/ 9330556 w 12192000"/>
              <a:gd name="connsiteY636" fmla="*/ 6408987 h 6841441"/>
              <a:gd name="connsiteX637" fmla="*/ 9330556 w 12192000"/>
              <a:gd name="connsiteY637" fmla="*/ 6067330 h 6841441"/>
              <a:gd name="connsiteX638" fmla="*/ 9055612 w 12192000"/>
              <a:gd name="connsiteY638" fmla="*/ 5929859 h 6841441"/>
              <a:gd name="connsiteX639" fmla="*/ 6955480 w 12192000"/>
              <a:gd name="connsiteY639" fmla="*/ 3635774 h 6841441"/>
              <a:gd name="connsiteX640" fmla="*/ 6796360 w 12192000"/>
              <a:gd name="connsiteY640" fmla="*/ 3715334 h 6841441"/>
              <a:gd name="connsiteX641" fmla="*/ 6796360 w 12192000"/>
              <a:gd name="connsiteY641" fmla="*/ 3913064 h 6841441"/>
              <a:gd name="connsiteX642" fmla="*/ 6955480 w 12192000"/>
              <a:gd name="connsiteY642" fmla="*/ 3992624 h 6841441"/>
              <a:gd name="connsiteX643" fmla="*/ 7114600 w 12192000"/>
              <a:gd name="connsiteY643" fmla="*/ 3913064 h 6841441"/>
              <a:gd name="connsiteX644" fmla="*/ 7114600 w 12192000"/>
              <a:gd name="connsiteY644" fmla="*/ 3715334 h 6841441"/>
              <a:gd name="connsiteX645" fmla="*/ 6955480 w 12192000"/>
              <a:gd name="connsiteY645" fmla="*/ 3635774 h 6841441"/>
              <a:gd name="connsiteX646" fmla="*/ 6463687 w 12192000"/>
              <a:gd name="connsiteY646" fmla="*/ 3675490 h 6841441"/>
              <a:gd name="connsiteX647" fmla="*/ 6353012 w 12192000"/>
              <a:gd name="connsiteY647" fmla="*/ 3730828 h 6841441"/>
              <a:gd name="connsiteX648" fmla="*/ 6353012 w 12192000"/>
              <a:gd name="connsiteY648" fmla="*/ 3868360 h 6841441"/>
              <a:gd name="connsiteX649" fmla="*/ 6463687 w 12192000"/>
              <a:gd name="connsiteY649" fmla="*/ 3923698 h 6841441"/>
              <a:gd name="connsiteX650" fmla="*/ 6574365 w 12192000"/>
              <a:gd name="connsiteY650" fmla="*/ 3868360 h 6841441"/>
              <a:gd name="connsiteX651" fmla="*/ 6574365 w 12192000"/>
              <a:gd name="connsiteY651" fmla="*/ 3730828 h 6841441"/>
              <a:gd name="connsiteX652" fmla="*/ 6463687 w 12192000"/>
              <a:gd name="connsiteY652" fmla="*/ 3675490 h 6841441"/>
              <a:gd name="connsiteX653" fmla="*/ 5998807 w 12192000"/>
              <a:gd name="connsiteY653" fmla="*/ 3705736 h 6841441"/>
              <a:gd name="connsiteX654" fmla="*/ 5920664 w 12192000"/>
              <a:gd name="connsiteY654" fmla="*/ 3744807 h 6841441"/>
              <a:gd name="connsiteX655" fmla="*/ 5920664 w 12192000"/>
              <a:gd name="connsiteY655" fmla="*/ 3841910 h 6841441"/>
              <a:gd name="connsiteX656" fmla="*/ 5998807 w 12192000"/>
              <a:gd name="connsiteY656" fmla="*/ 3880981 h 6841441"/>
              <a:gd name="connsiteX657" fmla="*/ 6076948 w 12192000"/>
              <a:gd name="connsiteY657" fmla="*/ 3841910 h 6841441"/>
              <a:gd name="connsiteX658" fmla="*/ 6076948 w 12192000"/>
              <a:gd name="connsiteY658" fmla="*/ 3744807 h 6841441"/>
              <a:gd name="connsiteX659" fmla="*/ 5998807 w 12192000"/>
              <a:gd name="connsiteY659" fmla="*/ 3705736 h 6841441"/>
              <a:gd name="connsiteX660" fmla="*/ 5579163 w 12192000"/>
              <a:gd name="connsiteY660" fmla="*/ 3767726 h 6841441"/>
              <a:gd name="connsiteX661" fmla="*/ 5556304 w 12192000"/>
              <a:gd name="connsiteY661" fmla="*/ 3779156 h 6841441"/>
              <a:gd name="connsiteX662" fmla="*/ 5556304 w 12192000"/>
              <a:gd name="connsiteY662" fmla="*/ 3807562 h 6841441"/>
              <a:gd name="connsiteX663" fmla="*/ 5579163 w 12192000"/>
              <a:gd name="connsiteY663" fmla="*/ 3818992 h 6841441"/>
              <a:gd name="connsiteX664" fmla="*/ 5602023 w 12192000"/>
              <a:gd name="connsiteY664" fmla="*/ 3807562 h 6841441"/>
              <a:gd name="connsiteX665" fmla="*/ 5602023 w 12192000"/>
              <a:gd name="connsiteY665" fmla="*/ 3779156 h 6841441"/>
              <a:gd name="connsiteX666" fmla="*/ 5579163 w 12192000"/>
              <a:gd name="connsiteY666" fmla="*/ 3767726 h 6841441"/>
              <a:gd name="connsiteX667" fmla="*/ 7404573 w 12192000"/>
              <a:gd name="connsiteY667" fmla="*/ 4124936 h 6841441"/>
              <a:gd name="connsiteX668" fmla="*/ 7221306 w 12192000"/>
              <a:gd name="connsiteY668" fmla="*/ 4216570 h 6841441"/>
              <a:gd name="connsiteX669" fmla="*/ 7221306 w 12192000"/>
              <a:gd name="connsiteY669" fmla="*/ 4444306 h 6841441"/>
              <a:gd name="connsiteX670" fmla="*/ 7404573 w 12192000"/>
              <a:gd name="connsiteY670" fmla="*/ 4535940 h 6841441"/>
              <a:gd name="connsiteX671" fmla="*/ 7587841 w 12192000"/>
              <a:gd name="connsiteY671" fmla="*/ 4444306 h 6841441"/>
              <a:gd name="connsiteX672" fmla="*/ 7587841 w 12192000"/>
              <a:gd name="connsiteY672" fmla="*/ 4216570 h 6841441"/>
              <a:gd name="connsiteX673" fmla="*/ 7404573 w 12192000"/>
              <a:gd name="connsiteY673" fmla="*/ 4124936 h 6841441"/>
              <a:gd name="connsiteX674" fmla="*/ 6841225 w 12192000"/>
              <a:gd name="connsiteY674" fmla="*/ 4153519 h 6841441"/>
              <a:gd name="connsiteX675" fmla="*/ 6695178 w 12192000"/>
              <a:gd name="connsiteY675" fmla="*/ 4226543 h 6841441"/>
              <a:gd name="connsiteX676" fmla="*/ 6695178 w 12192000"/>
              <a:gd name="connsiteY676" fmla="*/ 4408027 h 6841441"/>
              <a:gd name="connsiteX677" fmla="*/ 6841225 w 12192000"/>
              <a:gd name="connsiteY677" fmla="*/ 4481051 h 6841441"/>
              <a:gd name="connsiteX678" fmla="*/ 6987273 w 12192000"/>
              <a:gd name="connsiteY678" fmla="*/ 4408027 h 6841441"/>
              <a:gd name="connsiteX679" fmla="*/ 6987273 w 12192000"/>
              <a:gd name="connsiteY679" fmla="*/ 4226543 h 6841441"/>
              <a:gd name="connsiteX680" fmla="*/ 6841225 w 12192000"/>
              <a:gd name="connsiteY680" fmla="*/ 4153519 h 6841441"/>
              <a:gd name="connsiteX681" fmla="*/ 6303048 w 12192000"/>
              <a:gd name="connsiteY681" fmla="*/ 4182996 h 6841441"/>
              <a:gd name="connsiteX682" fmla="*/ 6192372 w 12192000"/>
              <a:gd name="connsiteY682" fmla="*/ 4238334 h 6841441"/>
              <a:gd name="connsiteX683" fmla="*/ 6192372 w 12192000"/>
              <a:gd name="connsiteY683" fmla="*/ 4375866 h 6841441"/>
              <a:gd name="connsiteX684" fmla="*/ 6303048 w 12192000"/>
              <a:gd name="connsiteY684" fmla="*/ 4431204 h 6841441"/>
              <a:gd name="connsiteX685" fmla="*/ 6413725 w 12192000"/>
              <a:gd name="connsiteY685" fmla="*/ 4375866 h 6841441"/>
              <a:gd name="connsiteX686" fmla="*/ 6413725 w 12192000"/>
              <a:gd name="connsiteY686" fmla="*/ 4238334 h 6841441"/>
              <a:gd name="connsiteX687" fmla="*/ 6303048 w 12192000"/>
              <a:gd name="connsiteY687" fmla="*/ 4182996 h 6841441"/>
              <a:gd name="connsiteX688" fmla="*/ 5819986 w 12192000"/>
              <a:gd name="connsiteY688" fmla="*/ 4213983 h 6841441"/>
              <a:gd name="connsiteX689" fmla="*/ 5741845 w 12192000"/>
              <a:gd name="connsiteY689" fmla="*/ 4253054 h 6841441"/>
              <a:gd name="connsiteX690" fmla="*/ 5741845 w 12192000"/>
              <a:gd name="connsiteY690" fmla="*/ 4350157 h 6841441"/>
              <a:gd name="connsiteX691" fmla="*/ 5819986 w 12192000"/>
              <a:gd name="connsiteY691" fmla="*/ 4389228 h 6841441"/>
              <a:gd name="connsiteX692" fmla="*/ 5898128 w 12192000"/>
              <a:gd name="connsiteY692" fmla="*/ 4350157 h 6841441"/>
              <a:gd name="connsiteX693" fmla="*/ 5898128 w 12192000"/>
              <a:gd name="connsiteY693" fmla="*/ 4253054 h 6841441"/>
              <a:gd name="connsiteX694" fmla="*/ 5819986 w 12192000"/>
              <a:gd name="connsiteY694" fmla="*/ 4213983 h 6841441"/>
              <a:gd name="connsiteX695" fmla="*/ 5271116 w 12192000"/>
              <a:gd name="connsiteY695" fmla="*/ 4257315 h 6841441"/>
              <a:gd name="connsiteX696" fmla="*/ 5248256 w 12192000"/>
              <a:gd name="connsiteY696" fmla="*/ 4268745 h 6841441"/>
              <a:gd name="connsiteX697" fmla="*/ 5248256 w 12192000"/>
              <a:gd name="connsiteY697" fmla="*/ 4297151 h 6841441"/>
              <a:gd name="connsiteX698" fmla="*/ 5271116 w 12192000"/>
              <a:gd name="connsiteY698" fmla="*/ 4308581 h 6841441"/>
              <a:gd name="connsiteX699" fmla="*/ 5293975 w 12192000"/>
              <a:gd name="connsiteY699" fmla="*/ 4297151 h 6841441"/>
              <a:gd name="connsiteX700" fmla="*/ 5293975 w 12192000"/>
              <a:gd name="connsiteY700" fmla="*/ 4268745 h 6841441"/>
              <a:gd name="connsiteX701" fmla="*/ 5271116 w 12192000"/>
              <a:gd name="connsiteY701" fmla="*/ 4257315 h 6841441"/>
              <a:gd name="connsiteX702" fmla="*/ 7596184 w 12192000"/>
              <a:gd name="connsiteY702" fmla="*/ 4564999 h 6841441"/>
              <a:gd name="connsiteX703" fmla="*/ 7379457 w 12192000"/>
              <a:gd name="connsiteY703" fmla="*/ 4673363 h 6841441"/>
              <a:gd name="connsiteX704" fmla="*/ 7379457 w 12192000"/>
              <a:gd name="connsiteY704" fmla="*/ 4942678 h 6841441"/>
              <a:gd name="connsiteX705" fmla="*/ 7596184 w 12192000"/>
              <a:gd name="connsiteY705" fmla="*/ 5051041 h 6841441"/>
              <a:gd name="connsiteX706" fmla="*/ 7812911 w 12192000"/>
              <a:gd name="connsiteY706" fmla="*/ 4942678 h 6841441"/>
              <a:gd name="connsiteX707" fmla="*/ 7812911 w 12192000"/>
              <a:gd name="connsiteY707" fmla="*/ 4673363 h 6841441"/>
              <a:gd name="connsiteX708" fmla="*/ 7596184 w 12192000"/>
              <a:gd name="connsiteY708" fmla="*/ 4564999 h 6841441"/>
              <a:gd name="connsiteX709" fmla="*/ 7906385 w 12192000"/>
              <a:gd name="connsiteY709" fmla="*/ 5006314 h 6841441"/>
              <a:gd name="connsiteX710" fmla="*/ 7655328 w 12192000"/>
              <a:gd name="connsiteY710" fmla="*/ 5131843 h 6841441"/>
              <a:gd name="connsiteX711" fmla="*/ 7655328 w 12192000"/>
              <a:gd name="connsiteY711" fmla="*/ 5443818 h 6841441"/>
              <a:gd name="connsiteX712" fmla="*/ 7906385 w 12192000"/>
              <a:gd name="connsiteY712" fmla="*/ 5569346 h 6841441"/>
              <a:gd name="connsiteX713" fmla="*/ 8157442 w 12192000"/>
              <a:gd name="connsiteY713" fmla="*/ 5443819 h 6841441"/>
              <a:gd name="connsiteX714" fmla="*/ 8157442 w 12192000"/>
              <a:gd name="connsiteY714" fmla="*/ 5131844 h 6841441"/>
              <a:gd name="connsiteX715" fmla="*/ 7906385 w 12192000"/>
              <a:gd name="connsiteY715" fmla="*/ 5006314 h 6841441"/>
              <a:gd name="connsiteX716" fmla="*/ 8191090 w 12192000"/>
              <a:gd name="connsiteY716" fmla="*/ 5486539 h 6841441"/>
              <a:gd name="connsiteX717" fmla="*/ 7940033 w 12192000"/>
              <a:gd name="connsiteY717" fmla="*/ 5612067 h 6841441"/>
              <a:gd name="connsiteX718" fmla="*/ 7940033 w 12192000"/>
              <a:gd name="connsiteY718" fmla="*/ 5924042 h 6841441"/>
              <a:gd name="connsiteX719" fmla="*/ 8191090 w 12192000"/>
              <a:gd name="connsiteY719" fmla="*/ 6049571 h 6841441"/>
              <a:gd name="connsiteX720" fmla="*/ 8442148 w 12192000"/>
              <a:gd name="connsiteY720" fmla="*/ 5924043 h 6841441"/>
              <a:gd name="connsiteX721" fmla="*/ 8442148 w 12192000"/>
              <a:gd name="connsiteY721" fmla="*/ 5612068 h 6841441"/>
              <a:gd name="connsiteX722" fmla="*/ 8191090 w 12192000"/>
              <a:gd name="connsiteY722" fmla="*/ 5486539 h 6841441"/>
              <a:gd name="connsiteX723" fmla="*/ 8485014 w 12192000"/>
              <a:gd name="connsiteY723" fmla="*/ 5966058 h 6841441"/>
              <a:gd name="connsiteX724" fmla="*/ 8238390 w 12192000"/>
              <a:gd name="connsiteY724" fmla="*/ 6089370 h 6841441"/>
              <a:gd name="connsiteX725" fmla="*/ 8238390 w 12192000"/>
              <a:gd name="connsiteY725" fmla="*/ 6395838 h 6841441"/>
              <a:gd name="connsiteX726" fmla="*/ 8485014 w 12192000"/>
              <a:gd name="connsiteY726" fmla="*/ 6519150 h 6841441"/>
              <a:gd name="connsiteX727" fmla="*/ 8731640 w 12192000"/>
              <a:gd name="connsiteY727" fmla="*/ 6395838 h 6841441"/>
              <a:gd name="connsiteX728" fmla="*/ 8731640 w 12192000"/>
              <a:gd name="connsiteY728" fmla="*/ 6089370 h 6841441"/>
              <a:gd name="connsiteX729" fmla="*/ 8485014 w 12192000"/>
              <a:gd name="connsiteY729" fmla="*/ 5966058 h 6841441"/>
              <a:gd name="connsiteX730" fmla="*/ 7046747 w 12192000"/>
              <a:gd name="connsiteY730" fmla="*/ 4570545 h 6841441"/>
              <a:gd name="connsiteX731" fmla="*/ 6870786 w 12192000"/>
              <a:gd name="connsiteY731" fmla="*/ 4658526 h 6841441"/>
              <a:gd name="connsiteX732" fmla="*/ 6870786 w 12192000"/>
              <a:gd name="connsiteY732" fmla="*/ 4877183 h 6841441"/>
              <a:gd name="connsiteX733" fmla="*/ 7046747 w 12192000"/>
              <a:gd name="connsiteY733" fmla="*/ 4965164 h 6841441"/>
              <a:gd name="connsiteX734" fmla="*/ 7222709 w 12192000"/>
              <a:gd name="connsiteY734" fmla="*/ 4877183 h 6841441"/>
              <a:gd name="connsiteX735" fmla="*/ 7222709 w 12192000"/>
              <a:gd name="connsiteY735" fmla="*/ 4658526 h 6841441"/>
              <a:gd name="connsiteX736" fmla="*/ 7046747 w 12192000"/>
              <a:gd name="connsiteY736" fmla="*/ 4570545 h 6841441"/>
              <a:gd name="connsiteX737" fmla="*/ 6515255 w 12192000"/>
              <a:gd name="connsiteY737" fmla="*/ 4616677 h 6841441"/>
              <a:gd name="connsiteX738" fmla="*/ 6384997 w 12192000"/>
              <a:gd name="connsiteY738" fmla="*/ 4681806 h 6841441"/>
              <a:gd name="connsiteX739" fmla="*/ 6384997 w 12192000"/>
              <a:gd name="connsiteY739" fmla="*/ 4843672 h 6841441"/>
              <a:gd name="connsiteX740" fmla="*/ 6515255 w 12192000"/>
              <a:gd name="connsiteY740" fmla="*/ 4908801 h 6841441"/>
              <a:gd name="connsiteX741" fmla="*/ 6645515 w 12192000"/>
              <a:gd name="connsiteY741" fmla="*/ 4843672 h 6841441"/>
              <a:gd name="connsiteX742" fmla="*/ 6645515 w 12192000"/>
              <a:gd name="connsiteY742" fmla="*/ 4681806 h 6841441"/>
              <a:gd name="connsiteX743" fmla="*/ 6515255 w 12192000"/>
              <a:gd name="connsiteY743" fmla="*/ 4616677 h 6841441"/>
              <a:gd name="connsiteX744" fmla="*/ 5983300 w 12192000"/>
              <a:gd name="connsiteY744" fmla="*/ 4643700 h 6841441"/>
              <a:gd name="connsiteX745" fmla="*/ 5894654 w 12192000"/>
              <a:gd name="connsiteY745" fmla="*/ 4688023 h 6841441"/>
              <a:gd name="connsiteX746" fmla="*/ 5894654 w 12192000"/>
              <a:gd name="connsiteY746" fmla="*/ 4798180 h 6841441"/>
              <a:gd name="connsiteX747" fmla="*/ 5983300 w 12192000"/>
              <a:gd name="connsiteY747" fmla="*/ 4842503 h 6841441"/>
              <a:gd name="connsiteX748" fmla="*/ 6071947 w 12192000"/>
              <a:gd name="connsiteY748" fmla="*/ 4798180 h 6841441"/>
              <a:gd name="connsiteX749" fmla="*/ 6071947 w 12192000"/>
              <a:gd name="connsiteY749" fmla="*/ 4688023 h 6841441"/>
              <a:gd name="connsiteX750" fmla="*/ 5983300 w 12192000"/>
              <a:gd name="connsiteY750" fmla="*/ 4643700 h 6841441"/>
              <a:gd name="connsiteX751" fmla="*/ 5455222 w 12192000"/>
              <a:gd name="connsiteY751" fmla="*/ 4709281 h 6841441"/>
              <a:gd name="connsiteX752" fmla="*/ 5395818 w 12192000"/>
              <a:gd name="connsiteY752" fmla="*/ 4738983 h 6841441"/>
              <a:gd name="connsiteX753" fmla="*/ 5395818 w 12192000"/>
              <a:gd name="connsiteY753" fmla="*/ 4812801 h 6841441"/>
              <a:gd name="connsiteX754" fmla="*/ 5455222 w 12192000"/>
              <a:gd name="connsiteY754" fmla="*/ 4842503 h 6841441"/>
              <a:gd name="connsiteX755" fmla="*/ 5514626 w 12192000"/>
              <a:gd name="connsiteY755" fmla="*/ 4812801 h 6841441"/>
              <a:gd name="connsiteX756" fmla="*/ 5514626 w 12192000"/>
              <a:gd name="connsiteY756" fmla="*/ 4738983 h 6841441"/>
              <a:gd name="connsiteX757" fmla="*/ 5455222 w 12192000"/>
              <a:gd name="connsiteY757" fmla="*/ 4709281 h 6841441"/>
              <a:gd name="connsiteX758" fmla="*/ 5108409 w 12192000"/>
              <a:gd name="connsiteY758" fmla="*/ 4750260 h 6841441"/>
              <a:gd name="connsiteX759" fmla="*/ 5085549 w 12192000"/>
              <a:gd name="connsiteY759" fmla="*/ 4761690 h 6841441"/>
              <a:gd name="connsiteX760" fmla="*/ 5085549 w 12192000"/>
              <a:gd name="connsiteY760" fmla="*/ 4790096 h 6841441"/>
              <a:gd name="connsiteX761" fmla="*/ 5108409 w 12192000"/>
              <a:gd name="connsiteY761" fmla="*/ 4801526 h 6841441"/>
              <a:gd name="connsiteX762" fmla="*/ 5131268 w 12192000"/>
              <a:gd name="connsiteY762" fmla="*/ 4790096 h 6841441"/>
              <a:gd name="connsiteX763" fmla="*/ 5131268 w 12192000"/>
              <a:gd name="connsiteY763" fmla="*/ 4761690 h 6841441"/>
              <a:gd name="connsiteX764" fmla="*/ 5108409 w 12192000"/>
              <a:gd name="connsiteY764" fmla="*/ 4750260 h 6841441"/>
              <a:gd name="connsiteX765" fmla="*/ 7323918 w 12192000"/>
              <a:gd name="connsiteY765" fmla="*/ 5011496 h 6841441"/>
              <a:gd name="connsiteX766" fmla="*/ 7107191 w 12192000"/>
              <a:gd name="connsiteY766" fmla="*/ 5119860 h 6841441"/>
              <a:gd name="connsiteX767" fmla="*/ 7107191 w 12192000"/>
              <a:gd name="connsiteY767" fmla="*/ 5389175 h 6841441"/>
              <a:gd name="connsiteX768" fmla="*/ 7323918 w 12192000"/>
              <a:gd name="connsiteY768" fmla="*/ 5497538 h 6841441"/>
              <a:gd name="connsiteX769" fmla="*/ 7540645 w 12192000"/>
              <a:gd name="connsiteY769" fmla="*/ 5389175 h 6841441"/>
              <a:gd name="connsiteX770" fmla="*/ 7540645 w 12192000"/>
              <a:gd name="connsiteY770" fmla="*/ 5119860 h 6841441"/>
              <a:gd name="connsiteX771" fmla="*/ 7323918 w 12192000"/>
              <a:gd name="connsiteY771" fmla="*/ 5011496 h 6841441"/>
              <a:gd name="connsiteX772" fmla="*/ 7586942 w 12192000"/>
              <a:gd name="connsiteY772" fmla="*/ 5492103 h 6841441"/>
              <a:gd name="connsiteX773" fmla="*/ 7344099 w 12192000"/>
              <a:gd name="connsiteY773" fmla="*/ 5613525 h 6841441"/>
              <a:gd name="connsiteX774" fmla="*/ 7344099 w 12192000"/>
              <a:gd name="connsiteY774" fmla="*/ 5915293 h 6841441"/>
              <a:gd name="connsiteX775" fmla="*/ 7586942 w 12192000"/>
              <a:gd name="connsiteY775" fmla="*/ 6036714 h 6841441"/>
              <a:gd name="connsiteX776" fmla="*/ 7829785 w 12192000"/>
              <a:gd name="connsiteY776" fmla="*/ 5915293 h 6841441"/>
              <a:gd name="connsiteX777" fmla="*/ 7829785 w 12192000"/>
              <a:gd name="connsiteY777" fmla="*/ 5613525 h 6841441"/>
              <a:gd name="connsiteX778" fmla="*/ 7586942 w 12192000"/>
              <a:gd name="connsiteY778" fmla="*/ 5492103 h 6841441"/>
              <a:gd name="connsiteX779" fmla="*/ 7893743 w 12192000"/>
              <a:gd name="connsiteY779" fmla="*/ 5984365 h 6841441"/>
              <a:gd name="connsiteX780" fmla="*/ 7642686 w 12192000"/>
              <a:gd name="connsiteY780" fmla="*/ 6109894 h 6841441"/>
              <a:gd name="connsiteX781" fmla="*/ 7642686 w 12192000"/>
              <a:gd name="connsiteY781" fmla="*/ 6421869 h 6841441"/>
              <a:gd name="connsiteX782" fmla="*/ 7893743 w 12192000"/>
              <a:gd name="connsiteY782" fmla="*/ 6547397 h 6841441"/>
              <a:gd name="connsiteX783" fmla="*/ 8144800 w 12192000"/>
              <a:gd name="connsiteY783" fmla="*/ 6421870 h 6841441"/>
              <a:gd name="connsiteX784" fmla="*/ 8144800 w 12192000"/>
              <a:gd name="connsiteY784" fmla="*/ 6109895 h 6841441"/>
              <a:gd name="connsiteX785" fmla="*/ 7893743 w 12192000"/>
              <a:gd name="connsiteY785" fmla="*/ 5984365 h 6841441"/>
              <a:gd name="connsiteX786" fmla="*/ 6778762 w 12192000"/>
              <a:gd name="connsiteY786" fmla="*/ 5045391 h 6841441"/>
              <a:gd name="connsiteX787" fmla="*/ 6602801 w 12192000"/>
              <a:gd name="connsiteY787" fmla="*/ 5133372 h 6841441"/>
              <a:gd name="connsiteX788" fmla="*/ 6602801 w 12192000"/>
              <a:gd name="connsiteY788" fmla="*/ 5352029 h 6841441"/>
              <a:gd name="connsiteX789" fmla="*/ 6778762 w 12192000"/>
              <a:gd name="connsiteY789" fmla="*/ 5440010 h 6841441"/>
              <a:gd name="connsiteX790" fmla="*/ 6954723 w 12192000"/>
              <a:gd name="connsiteY790" fmla="*/ 5352029 h 6841441"/>
              <a:gd name="connsiteX791" fmla="*/ 6954723 w 12192000"/>
              <a:gd name="connsiteY791" fmla="*/ 5133372 h 6841441"/>
              <a:gd name="connsiteX792" fmla="*/ 6778762 w 12192000"/>
              <a:gd name="connsiteY792" fmla="*/ 5045391 h 6841441"/>
              <a:gd name="connsiteX793" fmla="*/ 6239651 w 12192000"/>
              <a:gd name="connsiteY793" fmla="*/ 5109604 h 6841441"/>
              <a:gd name="connsiteX794" fmla="*/ 6128974 w 12192000"/>
              <a:gd name="connsiteY794" fmla="*/ 5164942 h 6841441"/>
              <a:gd name="connsiteX795" fmla="*/ 6128974 w 12192000"/>
              <a:gd name="connsiteY795" fmla="*/ 5302474 h 6841441"/>
              <a:gd name="connsiteX796" fmla="*/ 6239651 w 12192000"/>
              <a:gd name="connsiteY796" fmla="*/ 5357812 h 6841441"/>
              <a:gd name="connsiteX797" fmla="*/ 6350327 w 12192000"/>
              <a:gd name="connsiteY797" fmla="*/ 5302474 h 6841441"/>
              <a:gd name="connsiteX798" fmla="*/ 6350327 w 12192000"/>
              <a:gd name="connsiteY798" fmla="*/ 5164942 h 6841441"/>
              <a:gd name="connsiteX799" fmla="*/ 6239651 w 12192000"/>
              <a:gd name="connsiteY799" fmla="*/ 5109604 h 6841441"/>
              <a:gd name="connsiteX800" fmla="*/ 5763513 w 12192000"/>
              <a:gd name="connsiteY800" fmla="*/ 5145271 h 6841441"/>
              <a:gd name="connsiteX801" fmla="*/ 5685370 w 12192000"/>
              <a:gd name="connsiteY801" fmla="*/ 5184342 h 6841441"/>
              <a:gd name="connsiteX802" fmla="*/ 5685370 w 12192000"/>
              <a:gd name="connsiteY802" fmla="*/ 5281445 h 6841441"/>
              <a:gd name="connsiteX803" fmla="*/ 5763513 w 12192000"/>
              <a:gd name="connsiteY803" fmla="*/ 5320516 h 6841441"/>
              <a:gd name="connsiteX804" fmla="*/ 5841654 w 12192000"/>
              <a:gd name="connsiteY804" fmla="*/ 5281445 h 6841441"/>
              <a:gd name="connsiteX805" fmla="*/ 5841654 w 12192000"/>
              <a:gd name="connsiteY805" fmla="*/ 5184342 h 6841441"/>
              <a:gd name="connsiteX806" fmla="*/ 5763513 w 12192000"/>
              <a:gd name="connsiteY806" fmla="*/ 5145271 h 6841441"/>
              <a:gd name="connsiteX807" fmla="*/ 5271116 w 12192000"/>
              <a:gd name="connsiteY807" fmla="*/ 5273256 h 6841441"/>
              <a:gd name="connsiteX808" fmla="*/ 5248255 w 12192000"/>
              <a:gd name="connsiteY808" fmla="*/ 5284686 h 6841441"/>
              <a:gd name="connsiteX809" fmla="*/ 5248255 w 12192000"/>
              <a:gd name="connsiteY809" fmla="*/ 5313092 h 6841441"/>
              <a:gd name="connsiteX810" fmla="*/ 5271116 w 12192000"/>
              <a:gd name="connsiteY810" fmla="*/ 5324522 h 6841441"/>
              <a:gd name="connsiteX811" fmla="*/ 5293974 w 12192000"/>
              <a:gd name="connsiteY811" fmla="*/ 5313092 h 6841441"/>
              <a:gd name="connsiteX812" fmla="*/ 5293974 w 12192000"/>
              <a:gd name="connsiteY812" fmla="*/ 5284686 h 6841441"/>
              <a:gd name="connsiteX813" fmla="*/ 5271116 w 12192000"/>
              <a:gd name="connsiteY813" fmla="*/ 5273256 h 6841441"/>
              <a:gd name="connsiteX814" fmla="*/ 7014399 w 12192000"/>
              <a:gd name="connsiteY814" fmla="*/ 5516400 h 6841441"/>
              <a:gd name="connsiteX815" fmla="*/ 6801720 w 12192000"/>
              <a:gd name="connsiteY815" fmla="*/ 5622740 h 6841441"/>
              <a:gd name="connsiteX816" fmla="*/ 6801720 w 12192000"/>
              <a:gd name="connsiteY816" fmla="*/ 5887025 h 6841441"/>
              <a:gd name="connsiteX817" fmla="*/ 7014399 w 12192000"/>
              <a:gd name="connsiteY817" fmla="*/ 5993365 h 6841441"/>
              <a:gd name="connsiteX818" fmla="*/ 7227079 w 12192000"/>
              <a:gd name="connsiteY818" fmla="*/ 5887025 h 6841441"/>
              <a:gd name="connsiteX819" fmla="*/ 7227079 w 12192000"/>
              <a:gd name="connsiteY819" fmla="*/ 5622740 h 6841441"/>
              <a:gd name="connsiteX820" fmla="*/ 7014399 w 12192000"/>
              <a:gd name="connsiteY820" fmla="*/ 5516400 h 6841441"/>
              <a:gd name="connsiteX821" fmla="*/ 6461408 w 12192000"/>
              <a:gd name="connsiteY821" fmla="*/ 5631236 h 6841441"/>
              <a:gd name="connsiteX822" fmla="*/ 6331348 w 12192000"/>
              <a:gd name="connsiteY822" fmla="*/ 5696266 h 6841441"/>
              <a:gd name="connsiteX823" fmla="*/ 6331348 w 12192000"/>
              <a:gd name="connsiteY823" fmla="*/ 5857886 h 6841441"/>
              <a:gd name="connsiteX824" fmla="*/ 6461408 w 12192000"/>
              <a:gd name="connsiteY824" fmla="*/ 5922916 h 6841441"/>
              <a:gd name="connsiteX825" fmla="*/ 6591468 w 12192000"/>
              <a:gd name="connsiteY825" fmla="*/ 5857886 h 6841441"/>
              <a:gd name="connsiteX826" fmla="*/ 6591468 w 12192000"/>
              <a:gd name="connsiteY826" fmla="*/ 5696266 h 6841441"/>
              <a:gd name="connsiteX827" fmla="*/ 6461408 w 12192000"/>
              <a:gd name="connsiteY827" fmla="*/ 5631236 h 6841441"/>
              <a:gd name="connsiteX828" fmla="*/ 5938137 w 12192000"/>
              <a:gd name="connsiteY828" fmla="*/ 5726278 h 6841441"/>
              <a:gd name="connsiteX829" fmla="*/ 5870183 w 12192000"/>
              <a:gd name="connsiteY829" fmla="*/ 5760256 h 6841441"/>
              <a:gd name="connsiteX830" fmla="*/ 5870183 w 12192000"/>
              <a:gd name="connsiteY830" fmla="*/ 5844700 h 6841441"/>
              <a:gd name="connsiteX831" fmla="*/ 5938137 w 12192000"/>
              <a:gd name="connsiteY831" fmla="*/ 5878678 h 6841441"/>
              <a:gd name="connsiteX832" fmla="*/ 6006093 w 12192000"/>
              <a:gd name="connsiteY832" fmla="*/ 5844700 h 6841441"/>
              <a:gd name="connsiteX833" fmla="*/ 6006093 w 12192000"/>
              <a:gd name="connsiteY833" fmla="*/ 5760256 h 6841441"/>
              <a:gd name="connsiteX834" fmla="*/ 5938137 w 12192000"/>
              <a:gd name="connsiteY834" fmla="*/ 5726278 h 6841441"/>
              <a:gd name="connsiteX835" fmla="*/ 5463302 w 12192000"/>
              <a:gd name="connsiteY835" fmla="*/ 5734021 h 6841441"/>
              <a:gd name="connsiteX836" fmla="*/ 5419493 w 12192000"/>
              <a:gd name="connsiteY836" fmla="*/ 5755926 h 6841441"/>
              <a:gd name="connsiteX837" fmla="*/ 5419493 w 12192000"/>
              <a:gd name="connsiteY837" fmla="*/ 5810365 h 6841441"/>
              <a:gd name="connsiteX838" fmla="*/ 5463302 w 12192000"/>
              <a:gd name="connsiteY838" fmla="*/ 5832269 h 6841441"/>
              <a:gd name="connsiteX839" fmla="*/ 5507111 w 12192000"/>
              <a:gd name="connsiteY839" fmla="*/ 5810365 h 6841441"/>
              <a:gd name="connsiteX840" fmla="*/ 5507111 w 12192000"/>
              <a:gd name="connsiteY840" fmla="*/ 5755926 h 6841441"/>
              <a:gd name="connsiteX841" fmla="*/ 5463302 w 12192000"/>
              <a:gd name="connsiteY841" fmla="*/ 5734021 h 6841441"/>
              <a:gd name="connsiteX842" fmla="*/ 7285683 w 12192000"/>
              <a:gd name="connsiteY842" fmla="*/ 6023870 h 6841441"/>
              <a:gd name="connsiteX843" fmla="*/ 7068956 w 12192000"/>
              <a:gd name="connsiteY843" fmla="*/ 6132234 h 6841441"/>
              <a:gd name="connsiteX844" fmla="*/ 7068956 w 12192000"/>
              <a:gd name="connsiteY844" fmla="*/ 6401549 h 6841441"/>
              <a:gd name="connsiteX845" fmla="*/ 7285683 w 12192000"/>
              <a:gd name="connsiteY845" fmla="*/ 6509912 h 6841441"/>
              <a:gd name="connsiteX846" fmla="*/ 7502410 w 12192000"/>
              <a:gd name="connsiteY846" fmla="*/ 6401549 h 6841441"/>
              <a:gd name="connsiteX847" fmla="*/ 7502410 w 12192000"/>
              <a:gd name="connsiteY847" fmla="*/ 6132234 h 6841441"/>
              <a:gd name="connsiteX848" fmla="*/ 7285683 w 12192000"/>
              <a:gd name="connsiteY848" fmla="*/ 6023870 h 6841441"/>
              <a:gd name="connsiteX849" fmla="*/ 6747493 w 12192000"/>
              <a:gd name="connsiteY849" fmla="*/ 6078390 h 6841441"/>
              <a:gd name="connsiteX850" fmla="*/ 6581842 w 12192000"/>
              <a:gd name="connsiteY850" fmla="*/ 6161215 h 6841441"/>
              <a:gd name="connsiteX851" fmla="*/ 6581842 w 12192000"/>
              <a:gd name="connsiteY851" fmla="*/ 6367060 h 6841441"/>
              <a:gd name="connsiteX852" fmla="*/ 6747493 w 12192000"/>
              <a:gd name="connsiteY852" fmla="*/ 6449885 h 6841441"/>
              <a:gd name="connsiteX853" fmla="*/ 6913143 w 12192000"/>
              <a:gd name="connsiteY853" fmla="*/ 6367060 h 6841441"/>
              <a:gd name="connsiteX854" fmla="*/ 6913143 w 12192000"/>
              <a:gd name="connsiteY854" fmla="*/ 6161215 h 6841441"/>
              <a:gd name="connsiteX855" fmla="*/ 6747493 w 12192000"/>
              <a:gd name="connsiteY855" fmla="*/ 6078390 h 6841441"/>
              <a:gd name="connsiteX856" fmla="*/ 6286036 w 12192000"/>
              <a:gd name="connsiteY856" fmla="*/ 6150390 h 6841441"/>
              <a:gd name="connsiteX857" fmla="*/ 6186803 w 12192000"/>
              <a:gd name="connsiteY857" fmla="*/ 6200007 h 6841441"/>
              <a:gd name="connsiteX858" fmla="*/ 6186803 w 12192000"/>
              <a:gd name="connsiteY858" fmla="*/ 6323318 h 6841441"/>
              <a:gd name="connsiteX859" fmla="*/ 6286036 w 12192000"/>
              <a:gd name="connsiteY859" fmla="*/ 6372935 h 6841441"/>
              <a:gd name="connsiteX860" fmla="*/ 6385271 w 12192000"/>
              <a:gd name="connsiteY860" fmla="*/ 6323318 h 6841441"/>
              <a:gd name="connsiteX861" fmla="*/ 6385271 w 12192000"/>
              <a:gd name="connsiteY861" fmla="*/ 6200007 h 6841441"/>
              <a:gd name="connsiteX862" fmla="*/ 6286036 w 12192000"/>
              <a:gd name="connsiteY862" fmla="*/ 6150390 h 6841441"/>
              <a:gd name="connsiteX863" fmla="*/ 5809798 w 12192000"/>
              <a:gd name="connsiteY863" fmla="*/ 6187938 h 6841441"/>
              <a:gd name="connsiteX864" fmla="*/ 5741844 w 12192000"/>
              <a:gd name="connsiteY864" fmla="*/ 6221916 h 6841441"/>
              <a:gd name="connsiteX865" fmla="*/ 5741844 w 12192000"/>
              <a:gd name="connsiteY865" fmla="*/ 6306360 h 6841441"/>
              <a:gd name="connsiteX866" fmla="*/ 5809798 w 12192000"/>
              <a:gd name="connsiteY866" fmla="*/ 6340338 h 6841441"/>
              <a:gd name="connsiteX867" fmla="*/ 5877754 w 12192000"/>
              <a:gd name="connsiteY867" fmla="*/ 6306360 h 6841441"/>
              <a:gd name="connsiteX868" fmla="*/ 5877754 w 12192000"/>
              <a:gd name="connsiteY868" fmla="*/ 6221916 h 6841441"/>
              <a:gd name="connsiteX869" fmla="*/ 5809798 w 12192000"/>
              <a:gd name="connsiteY869" fmla="*/ 6187938 h 6841441"/>
              <a:gd name="connsiteX870" fmla="*/ 5345215 w 12192000"/>
              <a:gd name="connsiteY870" fmla="*/ 6242090 h 6841441"/>
              <a:gd name="connsiteX871" fmla="*/ 5301405 w 12192000"/>
              <a:gd name="connsiteY871" fmla="*/ 6263995 h 6841441"/>
              <a:gd name="connsiteX872" fmla="*/ 5301405 w 12192000"/>
              <a:gd name="connsiteY872" fmla="*/ 6318434 h 6841441"/>
              <a:gd name="connsiteX873" fmla="*/ 5345215 w 12192000"/>
              <a:gd name="connsiteY873" fmla="*/ 6340338 h 6841441"/>
              <a:gd name="connsiteX874" fmla="*/ 5389023 w 12192000"/>
              <a:gd name="connsiteY874" fmla="*/ 6318434 h 6841441"/>
              <a:gd name="connsiteX875" fmla="*/ 5389023 w 12192000"/>
              <a:gd name="connsiteY875" fmla="*/ 6263995 h 6841441"/>
              <a:gd name="connsiteX876" fmla="*/ 5345215 w 12192000"/>
              <a:gd name="connsiteY876" fmla="*/ 6242090 h 6841441"/>
              <a:gd name="connsiteX877" fmla="*/ 6210764 w 12192000"/>
              <a:gd name="connsiteY877" fmla="*/ 6582447 h 6841441"/>
              <a:gd name="connsiteX878" fmla="*/ 6111532 w 12192000"/>
              <a:gd name="connsiteY878" fmla="*/ 6632064 h 6841441"/>
              <a:gd name="connsiteX879" fmla="*/ 6111532 w 12192000"/>
              <a:gd name="connsiteY879" fmla="*/ 6755375 h 6841441"/>
              <a:gd name="connsiteX880" fmla="*/ 6210764 w 12192000"/>
              <a:gd name="connsiteY880" fmla="*/ 6804992 h 6841441"/>
              <a:gd name="connsiteX881" fmla="*/ 6309998 w 12192000"/>
              <a:gd name="connsiteY881" fmla="*/ 6755375 h 6841441"/>
              <a:gd name="connsiteX882" fmla="*/ 6309998 w 12192000"/>
              <a:gd name="connsiteY882" fmla="*/ 6632064 h 6841441"/>
              <a:gd name="connsiteX883" fmla="*/ 6210764 w 12192000"/>
              <a:gd name="connsiteY883" fmla="*/ 6582447 h 6841441"/>
              <a:gd name="connsiteX884" fmla="*/ 5760105 w 12192000"/>
              <a:gd name="connsiteY884" fmla="*/ 6617520 h 6841441"/>
              <a:gd name="connsiteX885" fmla="*/ 5692150 w 12192000"/>
              <a:gd name="connsiteY885" fmla="*/ 6651498 h 6841441"/>
              <a:gd name="connsiteX886" fmla="*/ 5692150 w 12192000"/>
              <a:gd name="connsiteY886" fmla="*/ 6735942 h 6841441"/>
              <a:gd name="connsiteX887" fmla="*/ 5760105 w 12192000"/>
              <a:gd name="connsiteY887" fmla="*/ 6769920 h 6841441"/>
              <a:gd name="connsiteX888" fmla="*/ 5828061 w 12192000"/>
              <a:gd name="connsiteY888" fmla="*/ 6735942 h 6841441"/>
              <a:gd name="connsiteX889" fmla="*/ 5828061 w 12192000"/>
              <a:gd name="connsiteY889" fmla="*/ 6651498 h 6841441"/>
              <a:gd name="connsiteX890" fmla="*/ 5760105 w 12192000"/>
              <a:gd name="connsiteY890" fmla="*/ 6617520 h 6841441"/>
              <a:gd name="connsiteX891" fmla="*/ 5312912 w 12192000"/>
              <a:gd name="connsiteY891" fmla="*/ 6645301 h 6841441"/>
              <a:gd name="connsiteX892" fmla="*/ 5269103 w 12192000"/>
              <a:gd name="connsiteY892" fmla="*/ 6667206 h 6841441"/>
              <a:gd name="connsiteX893" fmla="*/ 5269103 w 12192000"/>
              <a:gd name="connsiteY893" fmla="*/ 6721645 h 6841441"/>
              <a:gd name="connsiteX894" fmla="*/ 5312912 w 12192000"/>
              <a:gd name="connsiteY894" fmla="*/ 6743549 h 6841441"/>
              <a:gd name="connsiteX895" fmla="*/ 5356721 w 12192000"/>
              <a:gd name="connsiteY895" fmla="*/ 6721645 h 6841441"/>
              <a:gd name="connsiteX896" fmla="*/ 5356721 w 12192000"/>
              <a:gd name="connsiteY896" fmla="*/ 6667206 h 6841441"/>
              <a:gd name="connsiteX897" fmla="*/ 5312912 w 12192000"/>
              <a:gd name="connsiteY897" fmla="*/ 6645301 h 6841441"/>
              <a:gd name="connsiteX898" fmla="*/ 11885018 w 12192000"/>
              <a:gd name="connsiteY898" fmla="*/ 133185 h 6841441"/>
              <a:gd name="connsiteX899" fmla="*/ 11610076 w 12192000"/>
              <a:gd name="connsiteY899" fmla="*/ 270656 h 6841441"/>
              <a:gd name="connsiteX900" fmla="*/ 11610076 w 12192000"/>
              <a:gd name="connsiteY900" fmla="*/ 612312 h 6841441"/>
              <a:gd name="connsiteX901" fmla="*/ 11885018 w 12192000"/>
              <a:gd name="connsiteY901" fmla="*/ 749783 h 6841441"/>
              <a:gd name="connsiteX902" fmla="*/ 12159960 w 12192000"/>
              <a:gd name="connsiteY902" fmla="*/ 612312 h 6841441"/>
              <a:gd name="connsiteX903" fmla="*/ 12159960 w 12192000"/>
              <a:gd name="connsiteY903" fmla="*/ 270656 h 6841441"/>
              <a:gd name="connsiteX904" fmla="*/ 11885018 w 12192000"/>
              <a:gd name="connsiteY904" fmla="*/ 133185 h 6841441"/>
              <a:gd name="connsiteX905" fmla="*/ 11323206 w 12192000"/>
              <a:gd name="connsiteY905" fmla="*/ 136480 h 6841441"/>
              <a:gd name="connsiteX906" fmla="*/ 11048264 w 12192000"/>
              <a:gd name="connsiteY906" fmla="*/ 273951 h 6841441"/>
              <a:gd name="connsiteX907" fmla="*/ 11048264 w 12192000"/>
              <a:gd name="connsiteY907" fmla="*/ 615608 h 6841441"/>
              <a:gd name="connsiteX908" fmla="*/ 11323206 w 12192000"/>
              <a:gd name="connsiteY908" fmla="*/ 753078 h 6841441"/>
              <a:gd name="connsiteX909" fmla="*/ 11598150 w 12192000"/>
              <a:gd name="connsiteY909" fmla="*/ 615608 h 6841441"/>
              <a:gd name="connsiteX910" fmla="*/ 11598150 w 12192000"/>
              <a:gd name="connsiteY910" fmla="*/ 273951 h 6841441"/>
              <a:gd name="connsiteX911" fmla="*/ 11323206 w 12192000"/>
              <a:gd name="connsiteY911" fmla="*/ 136480 h 6841441"/>
              <a:gd name="connsiteX912" fmla="*/ 11606714 w 12192000"/>
              <a:gd name="connsiteY912" fmla="*/ 623391 h 6841441"/>
              <a:gd name="connsiteX913" fmla="*/ 11331772 w 12192000"/>
              <a:gd name="connsiteY913" fmla="*/ 760862 h 6841441"/>
              <a:gd name="connsiteX914" fmla="*/ 11331772 w 12192000"/>
              <a:gd name="connsiteY914" fmla="*/ 1102518 h 6841441"/>
              <a:gd name="connsiteX915" fmla="*/ 11606714 w 12192000"/>
              <a:gd name="connsiteY915" fmla="*/ 1239992 h 6841441"/>
              <a:gd name="connsiteX916" fmla="*/ 11881656 w 12192000"/>
              <a:gd name="connsiteY916" fmla="*/ 1102518 h 6841441"/>
              <a:gd name="connsiteX917" fmla="*/ 11881656 w 12192000"/>
              <a:gd name="connsiteY917" fmla="*/ 760862 h 6841441"/>
              <a:gd name="connsiteX918" fmla="*/ 11606714 w 12192000"/>
              <a:gd name="connsiteY918" fmla="*/ 623391 h 6841441"/>
              <a:gd name="connsiteX919" fmla="*/ 11885636 w 12192000"/>
              <a:gd name="connsiteY919" fmla="*/ 1102429 h 6841441"/>
              <a:gd name="connsiteX920" fmla="*/ 11610694 w 12192000"/>
              <a:gd name="connsiteY920" fmla="*/ 1239904 h 6841441"/>
              <a:gd name="connsiteX921" fmla="*/ 11610694 w 12192000"/>
              <a:gd name="connsiteY921" fmla="*/ 1581560 h 6841441"/>
              <a:gd name="connsiteX922" fmla="*/ 11885636 w 12192000"/>
              <a:gd name="connsiteY922" fmla="*/ 1719032 h 6841441"/>
              <a:gd name="connsiteX923" fmla="*/ 12160580 w 12192000"/>
              <a:gd name="connsiteY923" fmla="*/ 1581560 h 6841441"/>
              <a:gd name="connsiteX924" fmla="*/ 12160580 w 12192000"/>
              <a:gd name="connsiteY924" fmla="*/ 1239904 h 6841441"/>
              <a:gd name="connsiteX925" fmla="*/ 11885636 w 12192000"/>
              <a:gd name="connsiteY925" fmla="*/ 1102429 h 6841441"/>
              <a:gd name="connsiteX926" fmla="*/ 10766496 w 12192000"/>
              <a:gd name="connsiteY926" fmla="*/ 142011 h 6841441"/>
              <a:gd name="connsiteX927" fmla="*/ 10491554 w 12192000"/>
              <a:gd name="connsiteY927" fmla="*/ 279481 h 6841441"/>
              <a:gd name="connsiteX928" fmla="*/ 10491554 w 12192000"/>
              <a:gd name="connsiteY928" fmla="*/ 621138 h 6841441"/>
              <a:gd name="connsiteX929" fmla="*/ 10766496 w 12192000"/>
              <a:gd name="connsiteY929" fmla="*/ 758609 h 6841441"/>
              <a:gd name="connsiteX930" fmla="*/ 11041440 w 12192000"/>
              <a:gd name="connsiteY930" fmla="*/ 621138 h 6841441"/>
              <a:gd name="connsiteX931" fmla="*/ 11041440 w 12192000"/>
              <a:gd name="connsiteY931" fmla="*/ 279481 h 6841441"/>
              <a:gd name="connsiteX932" fmla="*/ 10766496 w 12192000"/>
              <a:gd name="connsiteY932" fmla="*/ 142011 h 6841441"/>
              <a:gd name="connsiteX933" fmla="*/ 11050726 w 12192000"/>
              <a:gd name="connsiteY933" fmla="*/ 623391 h 6841441"/>
              <a:gd name="connsiteX934" fmla="*/ 10775784 w 12192000"/>
              <a:gd name="connsiteY934" fmla="*/ 760862 h 6841441"/>
              <a:gd name="connsiteX935" fmla="*/ 10775784 w 12192000"/>
              <a:gd name="connsiteY935" fmla="*/ 1102518 h 6841441"/>
              <a:gd name="connsiteX936" fmla="*/ 11050726 w 12192000"/>
              <a:gd name="connsiteY936" fmla="*/ 1239992 h 6841441"/>
              <a:gd name="connsiteX937" fmla="*/ 11325668 w 12192000"/>
              <a:gd name="connsiteY937" fmla="*/ 1102518 h 6841441"/>
              <a:gd name="connsiteX938" fmla="*/ 11325668 w 12192000"/>
              <a:gd name="connsiteY938" fmla="*/ 760862 h 6841441"/>
              <a:gd name="connsiteX939" fmla="*/ 11050726 w 12192000"/>
              <a:gd name="connsiteY939" fmla="*/ 623391 h 6841441"/>
              <a:gd name="connsiteX940" fmla="*/ 11328152 w 12192000"/>
              <a:gd name="connsiteY940" fmla="*/ 1109881 h 6841441"/>
              <a:gd name="connsiteX941" fmla="*/ 11053210 w 12192000"/>
              <a:gd name="connsiteY941" fmla="*/ 1247355 h 6841441"/>
              <a:gd name="connsiteX942" fmla="*/ 11053210 w 12192000"/>
              <a:gd name="connsiteY942" fmla="*/ 1589011 h 6841441"/>
              <a:gd name="connsiteX943" fmla="*/ 11328152 w 12192000"/>
              <a:gd name="connsiteY943" fmla="*/ 1726483 h 6841441"/>
              <a:gd name="connsiteX944" fmla="*/ 11603094 w 12192000"/>
              <a:gd name="connsiteY944" fmla="*/ 1589011 h 6841441"/>
              <a:gd name="connsiteX945" fmla="*/ 11603094 w 12192000"/>
              <a:gd name="connsiteY945" fmla="*/ 1247355 h 6841441"/>
              <a:gd name="connsiteX946" fmla="*/ 11328152 w 12192000"/>
              <a:gd name="connsiteY946" fmla="*/ 1109881 h 6841441"/>
              <a:gd name="connsiteX947" fmla="*/ 11604942 w 12192000"/>
              <a:gd name="connsiteY947" fmla="*/ 1591196 h 6841441"/>
              <a:gd name="connsiteX948" fmla="*/ 11330000 w 12192000"/>
              <a:gd name="connsiteY948" fmla="*/ 1728668 h 6841441"/>
              <a:gd name="connsiteX949" fmla="*/ 11330000 w 12192000"/>
              <a:gd name="connsiteY949" fmla="*/ 2069362 h 6841441"/>
              <a:gd name="connsiteX950" fmla="*/ 11329318 w 12192000"/>
              <a:gd name="connsiteY950" fmla="*/ 2069021 h 6841441"/>
              <a:gd name="connsiteX951" fmla="*/ 11054376 w 12192000"/>
              <a:gd name="connsiteY951" fmla="*/ 2206488 h 6841441"/>
              <a:gd name="connsiteX952" fmla="*/ 11054376 w 12192000"/>
              <a:gd name="connsiteY952" fmla="*/ 2548144 h 6841441"/>
              <a:gd name="connsiteX953" fmla="*/ 11329318 w 12192000"/>
              <a:gd name="connsiteY953" fmla="*/ 2685617 h 6841441"/>
              <a:gd name="connsiteX954" fmla="*/ 11604260 w 12192000"/>
              <a:gd name="connsiteY954" fmla="*/ 2548144 h 6841441"/>
              <a:gd name="connsiteX955" fmla="*/ 11604260 w 12192000"/>
              <a:gd name="connsiteY955" fmla="*/ 2207452 h 6841441"/>
              <a:gd name="connsiteX956" fmla="*/ 11604942 w 12192000"/>
              <a:gd name="connsiteY956" fmla="*/ 2207792 h 6841441"/>
              <a:gd name="connsiteX957" fmla="*/ 11879884 w 12192000"/>
              <a:gd name="connsiteY957" fmla="*/ 2070326 h 6841441"/>
              <a:gd name="connsiteX958" fmla="*/ 11879884 w 12192000"/>
              <a:gd name="connsiteY958" fmla="*/ 1728668 h 6841441"/>
              <a:gd name="connsiteX959" fmla="*/ 11604942 w 12192000"/>
              <a:gd name="connsiteY959" fmla="*/ 1591196 h 6841441"/>
              <a:gd name="connsiteX960" fmla="*/ 11883106 w 12192000"/>
              <a:gd name="connsiteY960" fmla="*/ 2071315 h 6841441"/>
              <a:gd name="connsiteX961" fmla="*/ 11608164 w 12192000"/>
              <a:gd name="connsiteY961" fmla="*/ 2208779 h 6841441"/>
              <a:gd name="connsiteX962" fmla="*/ 11608164 w 12192000"/>
              <a:gd name="connsiteY962" fmla="*/ 2550435 h 6841441"/>
              <a:gd name="connsiteX963" fmla="*/ 11883106 w 12192000"/>
              <a:gd name="connsiteY963" fmla="*/ 2687907 h 6841441"/>
              <a:gd name="connsiteX964" fmla="*/ 12158050 w 12192000"/>
              <a:gd name="connsiteY964" fmla="*/ 2550435 h 6841441"/>
              <a:gd name="connsiteX965" fmla="*/ 12158050 w 12192000"/>
              <a:gd name="connsiteY965" fmla="*/ 2208779 h 6841441"/>
              <a:gd name="connsiteX966" fmla="*/ 11883106 w 12192000"/>
              <a:gd name="connsiteY966" fmla="*/ 2071315 h 6841441"/>
              <a:gd name="connsiteX967" fmla="*/ 11606108 w 12192000"/>
              <a:gd name="connsiteY967" fmla="*/ 2550328 h 6841441"/>
              <a:gd name="connsiteX968" fmla="*/ 11331166 w 12192000"/>
              <a:gd name="connsiteY968" fmla="*/ 2687801 h 6841441"/>
              <a:gd name="connsiteX969" fmla="*/ 11331166 w 12192000"/>
              <a:gd name="connsiteY969" fmla="*/ 3029459 h 6841441"/>
              <a:gd name="connsiteX970" fmla="*/ 11606108 w 12192000"/>
              <a:gd name="connsiteY970" fmla="*/ 3166932 h 6841441"/>
              <a:gd name="connsiteX971" fmla="*/ 11881050 w 12192000"/>
              <a:gd name="connsiteY971" fmla="*/ 3029459 h 6841441"/>
              <a:gd name="connsiteX972" fmla="*/ 11881050 w 12192000"/>
              <a:gd name="connsiteY972" fmla="*/ 2687801 h 6841441"/>
              <a:gd name="connsiteX973" fmla="*/ 11606108 w 12192000"/>
              <a:gd name="connsiteY973" fmla="*/ 2550328 h 6841441"/>
              <a:gd name="connsiteX974" fmla="*/ 11881852 w 12192000"/>
              <a:gd name="connsiteY974" fmla="*/ 3036038 h 6841441"/>
              <a:gd name="connsiteX975" fmla="*/ 11606910 w 12192000"/>
              <a:gd name="connsiteY975" fmla="*/ 3173509 h 6841441"/>
              <a:gd name="connsiteX976" fmla="*/ 11606910 w 12192000"/>
              <a:gd name="connsiteY976" fmla="*/ 3515165 h 6841441"/>
              <a:gd name="connsiteX977" fmla="*/ 11881852 w 12192000"/>
              <a:gd name="connsiteY977" fmla="*/ 3652622 h 6841441"/>
              <a:gd name="connsiteX978" fmla="*/ 12156794 w 12192000"/>
              <a:gd name="connsiteY978" fmla="*/ 3515165 h 6841441"/>
              <a:gd name="connsiteX979" fmla="*/ 12156794 w 12192000"/>
              <a:gd name="connsiteY979" fmla="*/ 3173509 h 6841441"/>
              <a:gd name="connsiteX980" fmla="*/ 11881852 w 12192000"/>
              <a:gd name="connsiteY980" fmla="*/ 3036038 h 6841441"/>
              <a:gd name="connsiteX981" fmla="*/ 10210508 w 12192000"/>
              <a:gd name="connsiteY981" fmla="*/ 142011 h 6841441"/>
              <a:gd name="connsiteX982" fmla="*/ 9935566 w 12192000"/>
              <a:gd name="connsiteY982" fmla="*/ 279481 h 6841441"/>
              <a:gd name="connsiteX983" fmla="*/ 9935566 w 12192000"/>
              <a:gd name="connsiteY983" fmla="*/ 621138 h 6841441"/>
              <a:gd name="connsiteX984" fmla="*/ 10210508 w 12192000"/>
              <a:gd name="connsiteY984" fmla="*/ 758609 h 6841441"/>
              <a:gd name="connsiteX985" fmla="*/ 10485450 w 12192000"/>
              <a:gd name="connsiteY985" fmla="*/ 621138 h 6841441"/>
              <a:gd name="connsiteX986" fmla="*/ 10485450 w 12192000"/>
              <a:gd name="connsiteY986" fmla="*/ 279481 h 6841441"/>
              <a:gd name="connsiteX987" fmla="*/ 10210508 w 12192000"/>
              <a:gd name="connsiteY987" fmla="*/ 142011 h 6841441"/>
              <a:gd name="connsiteX988" fmla="*/ 10494402 w 12192000"/>
              <a:gd name="connsiteY988" fmla="*/ 628681 h 6841441"/>
              <a:gd name="connsiteX989" fmla="*/ 10219460 w 12192000"/>
              <a:gd name="connsiteY989" fmla="*/ 766151 h 6841441"/>
              <a:gd name="connsiteX990" fmla="*/ 10219460 w 12192000"/>
              <a:gd name="connsiteY990" fmla="*/ 1107808 h 6841441"/>
              <a:gd name="connsiteX991" fmla="*/ 10494402 w 12192000"/>
              <a:gd name="connsiteY991" fmla="*/ 1245282 h 6841441"/>
              <a:gd name="connsiteX992" fmla="*/ 10769344 w 12192000"/>
              <a:gd name="connsiteY992" fmla="*/ 1107808 h 6841441"/>
              <a:gd name="connsiteX993" fmla="*/ 10769344 w 12192000"/>
              <a:gd name="connsiteY993" fmla="*/ 766151 h 6841441"/>
              <a:gd name="connsiteX994" fmla="*/ 10494402 w 12192000"/>
              <a:gd name="connsiteY994" fmla="*/ 628681 h 6841441"/>
              <a:gd name="connsiteX995" fmla="*/ 10776056 w 12192000"/>
              <a:gd name="connsiteY995" fmla="*/ 1109993 h 6841441"/>
              <a:gd name="connsiteX996" fmla="*/ 10501114 w 12192000"/>
              <a:gd name="connsiteY996" fmla="*/ 1247468 h 6841441"/>
              <a:gd name="connsiteX997" fmla="*/ 10501114 w 12192000"/>
              <a:gd name="connsiteY997" fmla="*/ 1589125 h 6841441"/>
              <a:gd name="connsiteX998" fmla="*/ 10776056 w 12192000"/>
              <a:gd name="connsiteY998" fmla="*/ 1726596 h 6841441"/>
              <a:gd name="connsiteX999" fmla="*/ 11050998 w 12192000"/>
              <a:gd name="connsiteY999" fmla="*/ 1589125 h 6841441"/>
              <a:gd name="connsiteX1000" fmla="*/ 11050998 w 12192000"/>
              <a:gd name="connsiteY1000" fmla="*/ 1247468 h 6841441"/>
              <a:gd name="connsiteX1001" fmla="*/ 10776056 w 12192000"/>
              <a:gd name="connsiteY1001" fmla="*/ 1109993 h 6841441"/>
              <a:gd name="connsiteX1002" fmla="*/ 11049584 w 12192000"/>
              <a:gd name="connsiteY1002" fmla="*/ 1591197 h 6841441"/>
              <a:gd name="connsiteX1003" fmla="*/ 10774642 w 12192000"/>
              <a:gd name="connsiteY1003" fmla="*/ 1728668 h 6841441"/>
              <a:gd name="connsiteX1004" fmla="*/ 10774642 w 12192000"/>
              <a:gd name="connsiteY1004" fmla="*/ 2070326 h 6841441"/>
              <a:gd name="connsiteX1005" fmla="*/ 11049584 w 12192000"/>
              <a:gd name="connsiteY1005" fmla="*/ 2207792 h 6841441"/>
              <a:gd name="connsiteX1006" fmla="*/ 11324526 w 12192000"/>
              <a:gd name="connsiteY1006" fmla="*/ 2070326 h 6841441"/>
              <a:gd name="connsiteX1007" fmla="*/ 11324526 w 12192000"/>
              <a:gd name="connsiteY1007" fmla="*/ 1728668 h 6841441"/>
              <a:gd name="connsiteX1008" fmla="*/ 11049584 w 12192000"/>
              <a:gd name="connsiteY1008" fmla="*/ 1591197 h 6841441"/>
              <a:gd name="connsiteX1009" fmla="*/ 9656138 w 12192000"/>
              <a:gd name="connsiteY1009" fmla="*/ 144354 h 6841441"/>
              <a:gd name="connsiteX1010" fmla="*/ 9381196 w 12192000"/>
              <a:gd name="connsiteY1010" fmla="*/ 281825 h 6841441"/>
              <a:gd name="connsiteX1011" fmla="*/ 9381196 w 12192000"/>
              <a:gd name="connsiteY1011" fmla="*/ 623481 h 6841441"/>
              <a:gd name="connsiteX1012" fmla="*/ 9656138 w 12192000"/>
              <a:gd name="connsiteY1012" fmla="*/ 760952 h 6841441"/>
              <a:gd name="connsiteX1013" fmla="*/ 9931082 w 12192000"/>
              <a:gd name="connsiteY1013" fmla="*/ 623481 h 6841441"/>
              <a:gd name="connsiteX1014" fmla="*/ 9931082 w 12192000"/>
              <a:gd name="connsiteY1014" fmla="*/ 281825 h 6841441"/>
              <a:gd name="connsiteX1015" fmla="*/ 9656138 w 12192000"/>
              <a:gd name="connsiteY1015" fmla="*/ 144354 h 6841441"/>
              <a:gd name="connsiteX1016" fmla="*/ 9937792 w 12192000"/>
              <a:gd name="connsiteY1016" fmla="*/ 625667 h 6841441"/>
              <a:gd name="connsiteX1017" fmla="*/ 9662850 w 12192000"/>
              <a:gd name="connsiteY1017" fmla="*/ 763138 h 6841441"/>
              <a:gd name="connsiteX1018" fmla="*/ 9662850 w 12192000"/>
              <a:gd name="connsiteY1018" fmla="*/ 1104794 h 6841441"/>
              <a:gd name="connsiteX1019" fmla="*/ 9937792 w 12192000"/>
              <a:gd name="connsiteY1019" fmla="*/ 1242268 h 6841441"/>
              <a:gd name="connsiteX1020" fmla="*/ 10212734 w 12192000"/>
              <a:gd name="connsiteY1020" fmla="*/ 1104794 h 6841441"/>
              <a:gd name="connsiteX1021" fmla="*/ 10212734 w 12192000"/>
              <a:gd name="connsiteY1021" fmla="*/ 763138 h 6841441"/>
              <a:gd name="connsiteX1022" fmla="*/ 9937792 w 12192000"/>
              <a:gd name="connsiteY1022" fmla="*/ 625667 h 6841441"/>
              <a:gd name="connsiteX1023" fmla="*/ 10215834 w 12192000"/>
              <a:gd name="connsiteY1023" fmla="*/ 1109993 h 6841441"/>
              <a:gd name="connsiteX1024" fmla="*/ 9940892 w 12192000"/>
              <a:gd name="connsiteY1024" fmla="*/ 1247468 h 6841441"/>
              <a:gd name="connsiteX1025" fmla="*/ 9940892 w 12192000"/>
              <a:gd name="connsiteY1025" fmla="*/ 1589125 h 6841441"/>
              <a:gd name="connsiteX1026" fmla="*/ 10215834 w 12192000"/>
              <a:gd name="connsiteY1026" fmla="*/ 1726596 h 6841441"/>
              <a:gd name="connsiteX1027" fmla="*/ 10490776 w 12192000"/>
              <a:gd name="connsiteY1027" fmla="*/ 1589125 h 6841441"/>
              <a:gd name="connsiteX1028" fmla="*/ 10490776 w 12192000"/>
              <a:gd name="connsiteY1028" fmla="*/ 1247468 h 6841441"/>
              <a:gd name="connsiteX1029" fmla="*/ 10215834 w 12192000"/>
              <a:gd name="connsiteY1029" fmla="*/ 1109993 h 6841441"/>
              <a:gd name="connsiteX1030" fmla="*/ 10490722 w 12192000"/>
              <a:gd name="connsiteY1030" fmla="*/ 1592828 h 6841441"/>
              <a:gd name="connsiteX1031" fmla="*/ 10215780 w 12192000"/>
              <a:gd name="connsiteY1031" fmla="*/ 1730300 h 6841441"/>
              <a:gd name="connsiteX1032" fmla="*/ 10215780 w 12192000"/>
              <a:gd name="connsiteY1032" fmla="*/ 2071957 h 6841441"/>
              <a:gd name="connsiteX1033" fmla="*/ 10490722 w 12192000"/>
              <a:gd name="connsiteY1033" fmla="*/ 2209425 h 6841441"/>
              <a:gd name="connsiteX1034" fmla="*/ 10765664 w 12192000"/>
              <a:gd name="connsiteY1034" fmla="*/ 2071957 h 6841441"/>
              <a:gd name="connsiteX1035" fmla="*/ 10765664 w 12192000"/>
              <a:gd name="connsiteY1035" fmla="*/ 1730300 h 6841441"/>
              <a:gd name="connsiteX1036" fmla="*/ 10490722 w 12192000"/>
              <a:gd name="connsiteY1036" fmla="*/ 1592828 h 6841441"/>
              <a:gd name="connsiteX1037" fmla="*/ 10767512 w 12192000"/>
              <a:gd name="connsiteY1037" fmla="*/ 2074142 h 6841441"/>
              <a:gd name="connsiteX1038" fmla="*/ 10492570 w 12192000"/>
              <a:gd name="connsiteY1038" fmla="*/ 2211609 h 6841441"/>
              <a:gd name="connsiteX1039" fmla="*/ 10492570 w 12192000"/>
              <a:gd name="connsiteY1039" fmla="*/ 2553266 h 6841441"/>
              <a:gd name="connsiteX1040" fmla="*/ 10767512 w 12192000"/>
              <a:gd name="connsiteY1040" fmla="*/ 2690738 h 6841441"/>
              <a:gd name="connsiteX1041" fmla="*/ 11042454 w 12192000"/>
              <a:gd name="connsiteY1041" fmla="*/ 2553266 h 6841441"/>
              <a:gd name="connsiteX1042" fmla="*/ 11042454 w 12192000"/>
              <a:gd name="connsiteY1042" fmla="*/ 2211609 h 6841441"/>
              <a:gd name="connsiteX1043" fmla="*/ 10767512 w 12192000"/>
              <a:gd name="connsiteY1043" fmla="*/ 2074142 h 6841441"/>
              <a:gd name="connsiteX1044" fmla="*/ 11050750 w 12192000"/>
              <a:gd name="connsiteY1044" fmla="*/ 2550328 h 6841441"/>
              <a:gd name="connsiteX1045" fmla="*/ 10775808 w 12192000"/>
              <a:gd name="connsiteY1045" fmla="*/ 2687801 h 6841441"/>
              <a:gd name="connsiteX1046" fmla="*/ 10775808 w 12192000"/>
              <a:gd name="connsiteY1046" fmla="*/ 3029459 h 6841441"/>
              <a:gd name="connsiteX1047" fmla="*/ 11048436 w 12192000"/>
              <a:gd name="connsiteY1047" fmla="*/ 3165775 h 6841441"/>
              <a:gd name="connsiteX1048" fmla="*/ 11046244 w 12192000"/>
              <a:gd name="connsiteY1048" fmla="*/ 3166872 h 6841441"/>
              <a:gd name="connsiteX1049" fmla="*/ 11046244 w 12192000"/>
              <a:gd name="connsiteY1049" fmla="*/ 3508526 h 6841441"/>
              <a:gd name="connsiteX1050" fmla="*/ 11321186 w 12192000"/>
              <a:gd name="connsiteY1050" fmla="*/ 3645984 h 6841441"/>
              <a:gd name="connsiteX1051" fmla="*/ 11596128 w 12192000"/>
              <a:gd name="connsiteY1051" fmla="*/ 3508526 h 6841441"/>
              <a:gd name="connsiteX1052" fmla="*/ 11596128 w 12192000"/>
              <a:gd name="connsiteY1052" fmla="*/ 3166872 h 6841441"/>
              <a:gd name="connsiteX1053" fmla="*/ 11323498 w 12192000"/>
              <a:gd name="connsiteY1053" fmla="*/ 3030556 h 6841441"/>
              <a:gd name="connsiteX1054" fmla="*/ 11325692 w 12192000"/>
              <a:gd name="connsiteY1054" fmla="*/ 3029459 h 6841441"/>
              <a:gd name="connsiteX1055" fmla="*/ 11325692 w 12192000"/>
              <a:gd name="connsiteY1055" fmla="*/ 2687801 h 6841441"/>
              <a:gd name="connsiteX1056" fmla="*/ 11050750 w 12192000"/>
              <a:gd name="connsiteY1056" fmla="*/ 2550328 h 6841441"/>
              <a:gd name="connsiteX1057" fmla="*/ 11597976 w 12192000"/>
              <a:gd name="connsiteY1057" fmla="*/ 3510712 h 6841441"/>
              <a:gd name="connsiteX1058" fmla="*/ 11323034 w 12192000"/>
              <a:gd name="connsiteY1058" fmla="*/ 3648169 h 6841441"/>
              <a:gd name="connsiteX1059" fmla="*/ 11323034 w 12192000"/>
              <a:gd name="connsiteY1059" fmla="*/ 3989826 h 6841441"/>
              <a:gd name="connsiteX1060" fmla="*/ 11597976 w 12192000"/>
              <a:gd name="connsiteY1060" fmla="*/ 4127292 h 6841441"/>
              <a:gd name="connsiteX1061" fmla="*/ 11872918 w 12192000"/>
              <a:gd name="connsiteY1061" fmla="*/ 3989826 h 6841441"/>
              <a:gd name="connsiteX1062" fmla="*/ 11872918 w 12192000"/>
              <a:gd name="connsiteY1062" fmla="*/ 3648169 h 6841441"/>
              <a:gd name="connsiteX1063" fmla="*/ 11597976 w 12192000"/>
              <a:gd name="connsiteY1063" fmla="*/ 3510712 h 6841441"/>
              <a:gd name="connsiteX1064" fmla="*/ 11879116 w 12192000"/>
              <a:gd name="connsiteY1064" fmla="*/ 3997486 h 6841441"/>
              <a:gd name="connsiteX1065" fmla="*/ 11604174 w 12192000"/>
              <a:gd name="connsiteY1065" fmla="*/ 4134952 h 6841441"/>
              <a:gd name="connsiteX1066" fmla="*/ 11604174 w 12192000"/>
              <a:gd name="connsiteY1066" fmla="*/ 4476609 h 6841441"/>
              <a:gd name="connsiteX1067" fmla="*/ 11879116 w 12192000"/>
              <a:gd name="connsiteY1067" fmla="*/ 4614080 h 6841441"/>
              <a:gd name="connsiteX1068" fmla="*/ 12154058 w 12192000"/>
              <a:gd name="connsiteY1068" fmla="*/ 4476609 h 6841441"/>
              <a:gd name="connsiteX1069" fmla="*/ 12154058 w 12192000"/>
              <a:gd name="connsiteY1069" fmla="*/ 4134952 h 6841441"/>
              <a:gd name="connsiteX1070" fmla="*/ 11879116 w 12192000"/>
              <a:gd name="connsiteY1070" fmla="*/ 3997486 h 6841441"/>
              <a:gd name="connsiteX1071" fmla="*/ 9101292 w 12192000"/>
              <a:gd name="connsiteY1071" fmla="*/ 145118 h 6841441"/>
              <a:gd name="connsiteX1072" fmla="*/ 8826350 w 12192000"/>
              <a:gd name="connsiteY1072" fmla="*/ 282589 h 6841441"/>
              <a:gd name="connsiteX1073" fmla="*/ 8826350 w 12192000"/>
              <a:gd name="connsiteY1073" fmla="*/ 624245 h 6841441"/>
              <a:gd name="connsiteX1074" fmla="*/ 9101292 w 12192000"/>
              <a:gd name="connsiteY1074" fmla="*/ 761716 h 6841441"/>
              <a:gd name="connsiteX1075" fmla="*/ 9376234 w 12192000"/>
              <a:gd name="connsiteY1075" fmla="*/ 624245 h 6841441"/>
              <a:gd name="connsiteX1076" fmla="*/ 9376234 w 12192000"/>
              <a:gd name="connsiteY1076" fmla="*/ 282589 h 6841441"/>
              <a:gd name="connsiteX1077" fmla="*/ 9101292 w 12192000"/>
              <a:gd name="connsiteY1077" fmla="*/ 145118 h 6841441"/>
              <a:gd name="connsiteX1078" fmla="*/ 9377570 w 12192000"/>
              <a:gd name="connsiteY1078" fmla="*/ 625667 h 6841441"/>
              <a:gd name="connsiteX1079" fmla="*/ 9102628 w 12192000"/>
              <a:gd name="connsiteY1079" fmla="*/ 763138 h 6841441"/>
              <a:gd name="connsiteX1080" fmla="*/ 9102628 w 12192000"/>
              <a:gd name="connsiteY1080" fmla="*/ 1104794 h 6841441"/>
              <a:gd name="connsiteX1081" fmla="*/ 9377570 w 12192000"/>
              <a:gd name="connsiteY1081" fmla="*/ 1242268 h 6841441"/>
              <a:gd name="connsiteX1082" fmla="*/ 9652514 w 12192000"/>
              <a:gd name="connsiteY1082" fmla="*/ 1104794 h 6841441"/>
              <a:gd name="connsiteX1083" fmla="*/ 9652514 w 12192000"/>
              <a:gd name="connsiteY1083" fmla="*/ 763138 h 6841441"/>
              <a:gd name="connsiteX1084" fmla="*/ 9377570 w 12192000"/>
              <a:gd name="connsiteY1084" fmla="*/ 625667 h 6841441"/>
              <a:gd name="connsiteX1085" fmla="*/ 9653746 w 12192000"/>
              <a:gd name="connsiteY1085" fmla="*/ 1111512 h 6841441"/>
              <a:gd name="connsiteX1086" fmla="*/ 9378804 w 12192000"/>
              <a:gd name="connsiteY1086" fmla="*/ 1248987 h 6841441"/>
              <a:gd name="connsiteX1087" fmla="*/ 9378804 w 12192000"/>
              <a:gd name="connsiteY1087" fmla="*/ 1590642 h 6841441"/>
              <a:gd name="connsiteX1088" fmla="*/ 9653746 w 12192000"/>
              <a:gd name="connsiteY1088" fmla="*/ 1728114 h 6841441"/>
              <a:gd name="connsiteX1089" fmla="*/ 9928690 w 12192000"/>
              <a:gd name="connsiteY1089" fmla="*/ 1590642 h 6841441"/>
              <a:gd name="connsiteX1090" fmla="*/ 9928690 w 12192000"/>
              <a:gd name="connsiteY1090" fmla="*/ 1248987 h 6841441"/>
              <a:gd name="connsiteX1091" fmla="*/ 9653746 w 12192000"/>
              <a:gd name="connsiteY1091" fmla="*/ 1111512 h 6841441"/>
              <a:gd name="connsiteX1092" fmla="*/ 9935400 w 12192000"/>
              <a:gd name="connsiteY1092" fmla="*/ 1592827 h 6841441"/>
              <a:gd name="connsiteX1093" fmla="*/ 9660458 w 12192000"/>
              <a:gd name="connsiteY1093" fmla="*/ 1730299 h 6841441"/>
              <a:gd name="connsiteX1094" fmla="*/ 9660458 w 12192000"/>
              <a:gd name="connsiteY1094" fmla="*/ 2071957 h 6841441"/>
              <a:gd name="connsiteX1095" fmla="*/ 9935400 w 12192000"/>
              <a:gd name="connsiteY1095" fmla="*/ 2209423 h 6841441"/>
              <a:gd name="connsiteX1096" fmla="*/ 10210344 w 12192000"/>
              <a:gd name="connsiteY1096" fmla="*/ 2071957 h 6841441"/>
              <a:gd name="connsiteX1097" fmla="*/ 10210344 w 12192000"/>
              <a:gd name="connsiteY1097" fmla="*/ 1730299 h 6841441"/>
              <a:gd name="connsiteX1098" fmla="*/ 9935400 w 12192000"/>
              <a:gd name="connsiteY1098" fmla="*/ 1592827 h 6841441"/>
              <a:gd name="connsiteX1099" fmla="*/ 10212154 w 12192000"/>
              <a:gd name="connsiteY1099" fmla="*/ 2074142 h 6841441"/>
              <a:gd name="connsiteX1100" fmla="*/ 9937212 w 12192000"/>
              <a:gd name="connsiteY1100" fmla="*/ 2211609 h 6841441"/>
              <a:gd name="connsiteX1101" fmla="*/ 9937212 w 12192000"/>
              <a:gd name="connsiteY1101" fmla="*/ 2553266 h 6841441"/>
              <a:gd name="connsiteX1102" fmla="*/ 10212154 w 12192000"/>
              <a:gd name="connsiteY1102" fmla="*/ 2690738 h 6841441"/>
              <a:gd name="connsiteX1103" fmla="*/ 10487096 w 12192000"/>
              <a:gd name="connsiteY1103" fmla="*/ 2553266 h 6841441"/>
              <a:gd name="connsiteX1104" fmla="*/ 10487096 w 12192000"/>
              <a:gd name="connsiteY1104" fmla="*/ 2211609 h 6841441"/>
              <a:gd name="connsiteX1105" fmla="*/ 10212154 w 12192000"/>
              <a:gd name="connsiteY1105" fmla="*/ 2074142 h 6841441"/>
              <a:gd name="connsiteX1106" fmla="*/ 10483456 w 12192000"/>
              <a:gd name="connsiteY1106" fmla="*/ 2555447 h 6841441"/>
              <a:gd name="connsiteX1107" fmla="*/ 10208514 w 12192000"/>
              <a:gd name="connsiteY1107" fmla="*/ 2692918 h 6841441"/>
              <a:gd name="connsiteX1108" fmla="*/ 10208514 w 12192000"/>
              <a:gd name="connsiteY1108" fmla="*/ 3034578 h 6841441"/>
              <a:gd name="connsiteX1109" fmla="*/ 10483456 w 12192000"/>
              <a:gd name="connsiteY1109" fmla="*/ 3172049 h 6841441"/>
              <a:gd name="connsiteX1110" fmla="*/ 10758398 w 12192000"/>
              <a:gd name="connsiteY1110" fmla="*/ 3034578 h 6841441"/>
              <a:gd name="connsiteX1111" fmla="*/ 10758398 w 12192000"/>
              <a:gd name="connsiteY1111" fmla="*/ 2692918 h 6841441"/>
              <a:gd name="connsiteX1112" fmla="*/ 10483456 w 12192000"/>
              <a:gd name="connsiteY1112" fmla="*/ 2555447 h 6841441"/>
              <a:gd name="connsiteX1113" fmla="*/ 10760246 w 12192000"/>
              <a:gd name="connsiteY1113" fmla="*/ 3036762 h 6841441"/>
              <a:gd name="connsiteX1114" fmla="*/ 10485304 w 12192000"/>
              <a:gd name="connsiteY1114" fmla="*/ 3174235 h 6841441"/>
              <a:gd name="connsiteX1115" fmla="*/ 10485304 w 12192000"/>
              <a:gd name="connsiteY1115" fmla="*/ 3515889 h 6841441"/>
              <a:gd name="connsiteX1116" fmla="*/ 10760246 w 12192000"/>
              <a:gd name="connsiteY1116" fmla="*/ 3653348 h 6841441"/>
              <a:gd name="connsiteX1117" fmla="*/ 10767676 w 12192000"/>
              <a:gd name="connsiteY1117" fmla="*/ 3649631 h 6841441"/>
              <a:gd name="connsiteX1118" fmla="*/ 10767676 w 12192000"/>
              <a:gd name="connsiteY1118" fmla="*/ 3989826 h 6841441"/>
              <a:gd name="connsiteX1119" fmla="*/ 11042618 w 12192000"/>
              <a:gd name="connsiteY1119" fmla="*/ 4127292 h 6841441"/>
              <a:gd name="connsiteX1120" fmla="*/ 11317560 w 12192000"/>
              <a:gd name="connsiteY1120" fmla="*/ 3989826 h 6841441"/>
              <a:gd name="connsiteX1121" fmla="*/ 11317560 w 12192000"/>
              <a:gd name="connsiteY1121" fmla="*/ 3648169 h 6841441"/>
              <a:gd name="connsiteX1122" fmla="*/ 11042618 w 12192000"/>
              <a:gd name="connsiteY1122" fmla="*/ 3510712 h 6841441"/>
              <a:gd name="connsiteX1123" fmla="*/ 11035188 w 12192000"/>
              <a:gd name="connsiteY1123" fmla="*/ 3514426 h 6841441"/>
              <a:gd name="connsiteX1124" fmla="*/ 11035188 w 12192000"/>
              <a:gd name="connsiteY1124" fmla="*/ 3174235 h 6841441"/>
              <a:gd name="connsiteX1125" fmla="*/ 10760246 w 12192000"/>
              <a:gd name="connsiteY1125" fmla="*/ 3036762 h 6841441"/>
              <a:gd name="connsiteX1126" fmla="*/ 11318622 w 12192000"/>
              <a:gd name="connsiteY1126" fmla="*/ 3993313 h 6841441"/>
              <a:gd name="connsiteX1127" fmla="*/ 11043680 w 12192000"/>
              <a:gd name="connsiteY1127" fmla="*/ 4130778 h 6841441"/>
              <a:gd name="connsiteX1128" fmla="*/ 11043680 w 12192000"/>
              <a:gd name="connsiteY1128" fmla="*/ 4472435 h 6841441"/>
              <a:gd name="connsiteX1129" fmla="*/ 11318622 w 12192000"/>
              <a:gd name="connsiteY1129" fmla="*/ 4609906 h 6841441"/>
              <a:gd name="connsiteX1130" fmla="*/ 11593564 w 12192000"/>
              <a:gd name="connsiteY1130" fmla="*/ 4472435 h 6841441"/>
              <a:gd name="connsiteX1131" fmla="*/ 11593564 w 12192000"/>
              <a:gd name="connsiteY1131" fmla="*/ 4130778 h 6841441"/>
              <a:gd name="connsiteX1132" fmla="*/ 11318622 w 12192000"/>
              <a:gd name="connsiteY1132" fmla="*/ 3993313 h 6841441"/>
              <a:gd name="connsiteX1133" fmla="*/ 11595412 w 12192000"/>
              <a:gd name="connsiteY1133" fmla="*/ 4474620 h 6841441"/>
              <a:gd name="connsiteX1134" fmla="*/ 11320470 w 12192000"/>
              <a:gd name="connsiteY1134" fmla="*/ 4612091 h 6841441"/>
              <a:gd name="connsiteX1135" fmla="*/ 11320470 w 12192000"/>
              <a:gd name="connsiteY1135" fmla="*/ 4953748 h 6841441"/>
              <a:gd name="connsiteX1136" fmla="*/ 11595412 w 12192000"/>
              <a:gd name="connsiteY1136" fmla="*/ 5091219 h 6841441"/>
              <a:gd name="connsiteX1137" fmla="*/ 11870354 w 12192000"/>
              <a:gd name="connsiteY1137" fmla="*/ 4953748 h 6841441"/>
              <a:gd name="connsiteX1138" fmla="*/ 11870354 w 12192000"/>
              <a:gd name="connsiteY1138" fmla="*/ 4612091 h 6841441"/>
              <a:gd name="connsiteX1139" fmla="*/ 11595412 w 12192000"/>
              <a:gd name="connsiteY1139" fmla="*/ 4474620 h 6841441"/>
              <a:gd name="connsiteX1140" fmla="*/ 11875342 w 12192000"/>
              <a:gd name="connsiteY1140" fmla="*/ 4960883 h 6841441"/>
              <a:gd name="connsiteX1141" fmla="*/ 11600400 w 12192000"/>
              <a:gd name="connsiteY1141" fmla="*/ 5098354 h 6841441"/>
              <a:gd name="connsiteX1142" fmla="*/ 11600400 w 12192000"/>
              <a:gd name="connsiteY1142" fmla="*/ 5440011 h 6841441"/>
              <a:gd name="connsiteX1143" fmla="*/ 11875342 w 12192000"/>
              <a:gd name="connsiteY1143" fmla="*/ 5577482 h 6841441"/>
              <a:gd name="connsiteX1144" fmla="*/ 12150284 w 12192000"/>
              <a:gd name="connsiteY1144" fmla="*/ 5440011 h 6841441"/>
              <a:gd name="connsiteX1145" fmla="*/ 12150284 w 12192000"/>
              <a:gd name="connsiteY1145" fmla="*/ 5098354 h 6841441"/>
              <a:gd name="connsiteX1146" fmla="*/ 11875342 w 12192000"/>
              <a:gd name="connsiteY1146" fmla="*/ 4960883 h 6841441"/>
              <a:gd name="connsiteX1147" fmla="*/ 8791464 w 12192000"/>
              <a:gd name="connsiteY1147" fmla="*/ 626533 h 6841441"/>
              <a:gd name="connsiteX1148" fmla="*/ 8516522 w 12192000"/>
              <a:gd name="connsiteY1148" fmla="*/ 764003 h 6841441"/>
              <a:gd name="connsiteX1149" fmla="*/ 8516522 w 12192000"/>
              <a:gd name="connsiteY1149" fmla="*/ 1105660 h 6841441"/>
              <a:gd name="connsiteX1150" fmla="*/ 8791464 w 12192000"/>
              <a:gd name="connsiteY1150" fmla="*/ 1243133 h 6841441"/>
              <a:gd name="connsiteX1151" fmla="*/ 9066408 w 12192000"/>
              <a:gd name="connsiteY1151" fmla="*/ 1105660 h 6841441"/>
              <a:gd name="connsiteX1152" fmla="*/ 9066408 w 12192000"/>
              <a:gd name="connsiteY1152" fmla="*/ 764003 h 6841441"/>
              <a:gd name="connsiteX1153" fmla="*/ 8791464 w 12192000"/>
              <a:gd name="connsiteY1153" fmla="*/ 626533 h 6841441"/>
              <a:gd name="connsiteX1154" fmla="*/ 9097010 w 12192000"/>
              <a:gd name="connsiteY1154" fmla="*/ 1107844 h 6841441"/>
              <a:gd name="connsiteX1155" fmla="*/ 8822068 w 12192000"/>
              <a:gd name="connsiteY1155" fmla="*/ 1245318 h 6841441"/>
              <a:gd name="connsiteX1156" fmla="*/ 8822068 w 12192000"/>
              <a:gd name="connsiteY1156" fmla="*/ 1586974 h 6841441"/>
              <a:gd name="connsiteX1157" fmla="*/ 9097010 w 12192000"/>
              <a:gd name="connsiteY1157" fmla="*/ 1724446 h 6841441"/>
              <a:gd name="connsiteX1158" fmla="*/ 9371952 w 12192000"/>
              <a:gd name="connsiteY1158" fmla="*/ 1586974 h 6841441"/>
              <a:gd name="connsiteX1159" fmla="*/ 9371952 w 12192000"/>
              <a:gd name="connsiteY1159" fmla="*/ 1245318 h 6841441"/>
              <a:gd name="connsiteX1160" fmla="*/ 9097010 w 12192000"/>
              <a:gd name="connsiteY1160" fmla="*/ 1107844 h 6841441"/>
              <a:gd name="connsiteX1161" fmla="*/ 9380042 w 12192000"/>
              <a:gd name="connsiteY1161" fmla="*/ 1592828 h 6841441"/>
              <a:gd name="connsiteX1162" fmla="*/ 9105100 w 12192000"/>
              <a:gd name="connsiteY1162" fmla="*/ 1730299 h 6841441"/>
              <a:gd name="connsiteX1163" fmla="*/ 9105100 w 12192000"/>
              <a:gd name="connsiteY1163" fmla="*/ 2071957 h 6841441"/>
              <a:gd name="connsiteX1164" fmla="*/ 9380042 w 12192000"/>
              <a:gd name="connsiteY1164" fmla="*/ 2209423 h 6841441"/>
              <a:gd name="connsiteX1165" fmla="*/ 9654986 w 12192000"/>
              <a:gd name="connsiteY1165" fmla="*/ 2071957 h 6841441"/>
              <a:gd name="connsiteX1166" fmla="*/ 9654986 w 12192000"/>
              <a:gd name="connsiteY1166" fmla="*/ 1730299 h 6841441"/>
              <a:gd name="connsiteX1167" fmla="*/ 9380042 w 12192000"/>
              <a:gd name="connsiteY1167" fmla="*/ 1592828 h 6841441"/>
              <a:gd name="connsiteX1168" fmla="*/ 9652492 w 12192000"/>
              <a:gd name="connsiteY1168" fmla="*/ 2076244 h 6841441"/>
              <a:gd name="connsiteX1169" fmla="*/ 9377550 w 12192000"/>
              <a:gd name="connsiteY1169" fmla="*/ 2213711 h 6841441"/>
              <a:gd name="connsiteX1170" fmla="*/ 9377550 w 12192000"/>
              <a:gd name="connsiteY1170" fmla="*/ 2555367 h 6841441"/>
              <a:gd name="connsiteX1171" fmla="*/ 9652492 w 12192000"/>
              <a:gd name="connsiteY1171" fmla="*/ 2692840 h 6841441"/>
              <a:gd name="connsiteX1172" fmla="*/ 9927436 w 12192000"/>
              <a:gd name="connsiteY1172" fmla="*/ 2555367 h 6841441"/>
              <a:gd name="connsiteX1173" fmla="*/ 9927436 w 12192000"/>
              <a:gd name="connsiteY1173" fmla="*/ 2213711 h 6841441"/>
              <a:gd name="connsiteX1174" fmla="*/ 9652492 w 12192000"/>
              <a:gd name="connsiteY1174" fmla="*/ 2076244 h 6841441"/>
              <a:gd name="connsiteX1175" fmla="*/ 9929282 w 12192000"/>
              <a:gd name="connsiteY1175" fmla="*/ 2557552 h 6841441"/>
              <a:gd name="connsiteX1176" fmla="*/ 9654340 w 12192000"/>
              <a:gd name="connsiteY1176" fmla="*/ 2695023 h 6841441"/>
              <a:gd name="connsiteX1177" fmla="*/ 9654340 w 12192000"/>
              <a:gd name="connsiteY1177" fmla="*/ 3036683 h 6841441"/>
              <a:gd name="connsiteX1178" fmla="*/ 9929282 w 12192000"/>
              <a:gd name="connsiteY1178" fmla="*/ 3174156 h 6841441"/>
              <a:gd name="connsiteX1179" fmla="*/ 10204226 w 12192000"/>
              <a:gd name="connsiteY1179" fmla="*/ 3036683 h 6841441"/>
              <a:gd name="connsiteX1180" fmla="*/ 10204226 w 12192000"/>
              <a:gd name="connsiteY1180" fmla="*/ 2695023 h 6841441"/>
              <a:gd name="connsiteX1181" fmla="*/ 9929282 w 12192000"/>
              <a:gd name="connsiteY1181" fmla="*/ 2557552 h 6841441"/>
              <a:gd name="connsiteX1182" fmla="*/ 10204888 w 12192000"/>
              <a:gd name="connsiteY1182" fmla="*/ 3036762 h 6841441"/>
              <a:gd name="connsiteX1183" fmla="*/ 9929946 w 12192000"/>
              <a:gd name="connsiteY1183" fmla="*/ 3174235 h 6841441"/>
              <a:gd name="connsiteX1184" fmla="*/ 9929946 w 12192000"/>
              <a:gd name="connsiteY1184" fmla="*/ 3515889 h 6841441"/>
              <a:gd name="connsiteX1185" fmla="*/ 10204888 w 12192000"/>
              <a:gd name="connsiteY1185" fmla="*/ 3653348 h 6841441"/>
              <a:gd name="connsiteX1186" fmla="*/ 10479830 w 12192000"/>
              <a:gd name="connsiteY1186" fmla="*/ 3515889 h 6841441"/>
              <a:gd name="connsiteX1187" fmla="*/ 10479830 w 12192000"/>
              <a:gd name="connsiteY1187" fmla="*/ 3174235 h 6841441"/>
              <a:gd name="connsiteX1188" fmla="*/ 10204888 w 12192000"/>
              <a:gd name="connsiteY1188" fmla="*/ 3036762 h 6841441"/>
              <a:gd name="connsiteX1189" fmla="*/ 10480946 w 12192000"/>
              <a:gd name="connsiteY1189" fmla="*/ 3518987 h 6841441"/>
              <a:gd name="connsiteX1190" fmla="*/ 10206004 w 12192000"/>
              <a:gd name="connsiteY1190" fmla="*/ 3656443 h 6841441"/>
              <a:gd name="connsiteX1191" fmla="*/ 10206004 w 12192000"/>
              <a:gd name="connsiteY1191" fmla="*/ 3998100 h 6841441"/>
              <a:gd name="connsiteX1192" fmla="*/ 10480946 w 12192000"/>
              <a:gd name="connsiteY1192" fmla="*/ 4135568 h 6841441"/>
              <a:gd name="connsiteX1193" fmla="*/ 10755888 w 12192000"/>
              <a:gd name="connsiteY1193" fmla="*/ 3998100 h 6841441"/>
              <a:gd name="connsiteX1194" fmla="*/ 10755888 w 12192000"/>
              <a:gd name="connsiteY1194" fmla="*/ 3656443 h 6841441"/>
              <a:gd name="connsiteX1195" fmla="*/ 10480946 w 12192000"/>
              <a:gd name="connsiteY1195" fmla="*/ 3518987 h 6841441"/>
              <a:gd name="connsiteX1196" fmla="*/ 10757736 w 12192000"/>
              <a:gd name="connsiteY1196" fmla="*/ 4000285 h 6841441"/>
              <a:gd name="connsiteX1197" fmla="*/ 10482794 w 12192000"/>
              <a:gd name="connsiteY1197" fmla="*/ 4137753 h 6841441"/>
              <a:gd name="connsiteX1198" fmla="*/ 10482794 w 12192000"/>
              <a:gd name="connsiteY1198" fmla="*/ 4479410 h 6841441"/>
              <a:gd name="connsiteX1199" fmla="*/ 10757736 w 12192000"/>
              <a:gd name="connsiteY1199" fmla="*/ 4616881 h 6841441"/>
              <a:gd name="connsiteX1200" fmla="*/ 10765112 w 12192000"/>
              <a:gd name="connsiteY1200" fmla="*/ 4613193 h 6841441"/>
              <a:gd name="connsiteX1201" fmla="*/ 10765112 w 12192000"/>
              <a:gd name="connsiteY1201" fmla="*/ 4953748 h 6841441"/>
              <a:gd name="connsiteX1202" fmla="*/ 11040054 w 12192000"/>
              <a:gd name="connsiteY1202" fmla="*/ 5091219 h 6841441"/>
              <a:gd name="connsiteX1203" fmla="*/ 11314996 w 12192000"/>
              <a:gd name="connsiteY1203" fmla="*/ 4953748 h 6841441"/>
              <a:gd name="connsiteX1204" fmla="*/ 11314996 w 12192000"/>
              <a:gd name="connsiteY1204" fmla="*/ 4612091 h 6841441"/>
              <a:gd name="connsiteX1205" fmla="*/ 11040054 w 12192000"/>
              <a:gd name="connsiteY1205" fmla="*/ 4474620 h 6841441"/>
              <a:gd name="connsiteX1206" fmla="*/ 11032678 w 12192000"/>
              <a:gd name="connsiteY1206" fmla="*/ 4478307 h 6841441"/>
              <a:gd name="connsiteX1207" fmla="*/ 11032678 w 12192000"/>
              <a:gd name="connsiteY1207" fmla="*/ 4137753 h 6841441"/>
              <a:gd name="connsiteX1208" fmla="*/ 10757736 w 12192000"/>
              <a:gd name="connsiteY1208" fmla="*/ 4000285 h 6841441"/>
              <a:gd name="connsiteX1209" fmla="*/ 11320522 w 12192000"/>
              <a:gd name="connsiteY1209" fmla="*/ 4959553 h 6841441"/>
              <a:gd name="connsiteX1210" fmla="*/ 11045580 w 12192000"/>
              <a:gd name="connsiteY1210" fmla="*/ 5097024 h 6841441"/>
              <a:gd name="connsiteX1211" fmla="*/ 11045580 w 12192000"/>
              <a:gd name="connsiteY1211" fmla="*/ 5438681 h 6841441"/>
              <a:gd name="connsiteX1212" fmla="*/ 11320522 w 12192000"/>
              <a:gd name="connsiteY1212" fmla="*/ 5576152 h 6841441"/>
              <a:gd name="connsiteX1213" fmla="*/ 11595466 w 12192000"/>
              <a:gd name="connsiteY1213" fmla="*/ 5438681 h 6841441"/>
              <a:gd name="connsiteX1214" fmla="*/ 11595466 w 12192000"/>
              <a:gd name="connsiteY1214" fmla="*/ 5097024 h 6841441"/>
              <a:gd name="connsiteX1215" fmla="*/ 11320522 w 12192000"/>
              <a:gd name="connsiteY1215" fmla="*/ 4959553 h 6841441"/>
              <a:gd name="connsiteX1216" fmla="*/ 11597312 w 12192000"/>
              <a:gd name="connsiteY1216" fmla="*/ 5440866 h 6841441"/>
              <a:gd name="connsiteX1217" fmla="*/ 11322370 w 12192000"/>
              <a:gd name="connsiteY1217" fmla="*/ 5578337 h 6841441"/>
              <a:gd name="connsiteX1218" fmla="*/ 11322370 w 12192000"/>
              <a:gd name="connsiteY1218" fmla="*/ 5919994 h 6841441"/>
              <a:gd name="connsiteX1219" fmla="*/ 11597312 w 12192000"/>
              <a:gd name="connsiteY1219" fmla="*/ 6057465 h 6841441"/>
              <a:gd name="connsiteX1220" fmla="*/ 11872256 w 12192000"/>
              <a:gd name="connsiteY1220" fmla="*/ 5919994 h 6841441"/>
              <a:gd name="connsiteX1221" fmla="*/ 11872256 w 12192000"/>
              <a:gd name="connsiteY1221" fmla="*/ 5578337 h 6841441"/>
              <a:gd name="connsiteX1222" fmla="*/ 11597312 w 12192000"/>
              <a:gd name="connsiteY1222" fmla="*/ 5440866 h 6841441"/>
              <a:gd name="connsiteX1223" fmla="*/ 11877036 w 12192000"/>
              <a:gd name="connsiteY1223" fmla="*/ 5922916 h 6841441"/>
              <a:gd name="connsiteX1224" fmla="*/ 11602094 w 12192000"/>
              <a:gd name="connsiteY1224" fmla="*/ 6060387 h 6841441"/>
              <a:gd name="connsiteX1225" fmla="*/ 11602094 w 12192000"/>
              <a:gd name="connsiteY1225" fmla="*/ 6402044 h 6841441"/>
              <a:gd name="connsiteX1226" fmla="*/ 11877036 w 12192000"/>
              <a:gd name="connsiteY1226" fmla="*/ 6539515 h 6841441"/>
              <a:gd name="connsiteX1227" fmla="*/ 12151980 w 12192000"/>
              <a:gd name="connsiteY1227" fmla="*/ 6402044 h 6841441"/>
              <a:gd name="connsiteX1228" fmla="*/ 12151980 w 12192000"/>
              <a:gd name="connsiteY1228" fmla="*/ 6060387 h 6841441"/>
              <a:gd name="connsiteX1229" fmla="*/ 11877036 w 12192000"/>
              <a:gd name="connsiteY1229" fmla="*/ 5922916 h 6841441"/>
              <a:gd name="connsiteX1230" fmla="*/ 7927120 w 12192000"/>
              <a:gd name="connsiteY1230" fmla="*/ 185144 h 6841441"/>
              <a:gd name="connsiteX1231" fmla="*/ 7687157 w 12192000"/>
              <a:gd name="connsiteY1231" fmla="*/ 305126 h 6841441"/>
              <a:gd name="connsiteX1232" fmla="*/ 7687157 w 12192000"/>
              <a:gd name="connsiteY1232" fmla="*/ 603314 h 6841441"/>
              <a:gd name="connsiteX1233" fmla="*/ 7927120 w 12192000"/>
              <a:gd name="connsiteY1233" fmla="*/ 723296 h 6841441"/>
              <a:gd name="connsiteX1234" fmla="*/ 8167084 w 12192000"/>
              <a:gd name="connsiteY1234" fmla="*/ 603314 h 6841441"/>
              <a:gd name="connsiteX1235" fmla="*/ 8167084 w 12192000"/>
              <a:gd name="connsiteY1235" fmla="*/ 305126 h 6841441"/>
              <a:gd name="connsiteX1236" fmla="*/ 7927120 w 12192000"/>
              <a:gd name="connsiteY1236" fmla="*/ 185144 h 6841441"/>
              <a:gd name="connsiteX1237" fmla="*/ 8207769 w 12192000"/>
              <a:gd name="connsiteY1237" fmla="*/ 651771 h 6841441"/>
              <a:gd name="connsiteX1238" fmla="*/ 7967806 w 12192000"/>
              <a:gd name="connsiteY1238" fmla="*/ 771753 h 6841441"/>
              <a:gd name="connsiteX1239" fmla="*/ 7967806 w 12192000"/>
              <a:gd name="connsiteY1239" fmla="*/ 1069941 h 6841441"/>
              <a:gd name="connsiteX1240" fmla="*/ 8207769 w 12192000"/>
              <a:gd name="connsiteY1240" fmla="*/ 1189923 h 6841441"/>
              <a:gd name="connsiteX1241" fmla="*/ 8447734 w 12192000"/>
              <a:gd name="connsiteY1241" fmla="*/ 1069941 h 6841441"/>
              <a:gd name="connsiteX1242" fmla="*/ 8447734 w 12192000"/>
              <a:gd name="connsiteY1242" fmla="*/ 771753 h 6841441"/>
              <a:gd name="connsiteX1243" fmla="*/ 8207769 w 12192000"/>
              <a:gd name="connsiteY1243" fmla="*/ 651771 h 6841441"/>
              <a:gd name="connsiteX1244" fmla="*/ 8507146 w 12192000"/>
              <a:gd name="connsiteY1244" fmla="*/ 1107844 h 6841441"/>
              <a:gd name="connsiteX1245" fmla="*/ 8232203 w 12192000"/>
              <a:gd name="connsiteY1245" fmla="*/ 1245318 h 6841441"/>
              <a:gd name="connsiteX1246" fmla="*/ 8232203 w 12192000"/>
              <a:gd name="connsiteY1246" fmla="*/ 1586973 h 6841441"/>
              <a:gd name="connsiteX1247" fmla="*/ 8507146 w 12192000"/>
              <a:gd name="connsiteY1247" fmla="*/ 1724445 h 6841441"/>
              <a:gd name="connsiteX1248" fmla="*/ 8782088 w 12192000"/>
              <a:gd name="connsiteY1248" fmla="*/ 1586973 h 6841441"/>
              <a:gd name="connsiteX1249" fmla="*/ 8782088 w 12192000"/>
              <a:gd name="connsiteY1249" fmla="*/ 1245318 h 6841441"/>
              <a:gd name="connsiteX1250" fmla="*/ 8507146 w 12192000"/>
              <a:gd name="connsiteY1250" fmla="*/ 1107844 h 6841441"/>
              <a:gd name="connsiteX1251" fmla="*/ 8792620 w 12192000"/>
              <a:gd name="connsiteY1251" fmla="*/ 1590533 h 6841441"/>
              <a:gd name="connsiteX1252" fmla="*/ 8517678 w 12192000"/>
              <a:gd name="connsiteY1252" fmla="*/ 1728005 h 6841441"/>
              <a:gd name="connsiteX1253" fmla="*/ 8517678 w 12192000"/>
              <a:gd name="connsiteY1253" fmla="*/ 2069662 h 6841441"/>
              <a:gd name="connsiteX1254" fmla="*/ 8792620 w 12192000"/>
              <a:gd name="connsiteY1254" fmla="*/ 2207128 h 6841441"/>
              <a:gd name="connsiteX1255" fmla="*/ 9067564 w 12192000"/>
              <a:gd name="connsiteY1255" fmla="*/ 2069662 h 6841441"/>
              <a:gd name="connsiteX1256" fmla="*/ 9067564 w 12192000"/>
              <a:gd name="connsiteY1256" fmla="*/ 1728005 h 6841441"/>
              <a:gd name="connsiteX1257" fmla="*/ 8792620 w 12192000"/>
              <a:gd name="connsiteY1257" fmla="*/ 1590533 h 6841441"/>
              <a:gd name="connsiteX1258" fmla="*/ 9075162 w 12192000"/>
              <a:gd name="connsiteY1258" fmla="*/ 2071847 h 6841441"/>
              <a:gd name="connsiteX1259" fmla="*/ 8800220 w 12192000"/>
              <a:gd name="connsiteY1259" fmla="*/ 2209313 h 6841441"/>
              <a:gd name="connsiteX1260" fmla="*/ 8800220 w 12192000"/>
              <a:gd name="connsiteY1260" fmla="*/ 2550972 h 6841441"/>
              <a:gd name="connsiteX1261" fmla="*/ 9075162 w 12192000"/>
              <a:gd name="connsiteY1261" fmla="*/ 2688445 h 6841441"/>
              <a:gd name="connsiteX1262" fmla="*/ 9350106 w 12192000"/>
              <a:gd name="connsiteY1262" fmla="*/ 2550972 h 6841441"/>
              <a:gd name="connsiteX1263" fmla="*/ 9350106 w 12192000"/>
              <a:gd name="connsiteY1263" fmla="*/ 2209313 h 6841441"/>
              <a:gd name="connsiteX1264" fmla="*/ 9075162 w 12192000"/>
              <a:gd name="connsiteY1264" fmla="*/ 2071847 h 6841441"/>
              <a:gd name="connsiteX1265" fmla="*/ 9373924 w 12192000"/>
              <a:gd name="connsiteY1265" fmla="*/ 2557552 h 6841441"/>
              <a:gd name="connsiteX1266" fmla="*/ 9098982 w 12192000"/>
              <a:gd name="connsiteY1266" fmla="*/ 2695025 h 6841441"/>
              <a:gd name="connsiteX1267" fmla="*/ 9098982 w 12192000"/>
              <a:gd name="connsiteY1267" fmla="*/ 3034272 h 6841441"/>
              <a:gd name="connsiteX1268" fmla="*/ 9094894 w 12192000"/>
              <a:gd name="connsiteY1268" fmla="*/ 3032229 h 6841441"/>
              <a:gd name="connsiteX1269" fmla="*/ 8819952 w 12192000"/>
              <a:gd name="connsiteY1269" fmla="*/ 3169700 h 6841441"/>
              <a:gd name="connsiteX1270" fmla="*/ 8819952 w 12192000"/>
              <a:gd name="connsiteY1270" fmla="*/ 3511356 h 6841441"/>
              <a:gd name="connsiteX1271" fmla="*/ 9094894 w 12192000"/>
              <a:gd name="connsiteY1271" fmla="*/ 3648814 h 6841441"/>
              <a:gd name="connsiteX1272" fmla="*/ 9369836 w 12192000"/>
              <a:gd name="connsiteY1272" fmla="*/ 3511356 h 6841441"/>
              <a:gd name="connsiteX1273" fmla="*/ 9369836 w 12192000"/>
              <a:gd name="connsiteY1273" fmla="*/ 3172111 h 6841441"/>
              <a:gd name="connsiteX1274" fmla="*/ 9373924 w 12192000"/>
              <a:gd name="connsiteY1274" fmla="*/ 3174156 h 6841441"/>
              <a:gd name="connsiteX1275" fmla="*/ 9648868 w 12192000"/>
              <a:gd name="connsiteY1275" fmla="*/ 3036683 h 6841441"/>
              <a:gd name="connsiteX1276" fmla="*/ 9648868 w 12192000"/>
              <a:gd name="connsiteY1276" fmla="*/ 2695025 h 6841441"/>
              <a:gd name="connsiteX1277" fmla="*/ 9373924 w 12192000"/>
              <a:gd name="connsiteY1277" fmla="*/ 2557552 h 6841441"/>
              <a:gd name="connsiteX1278" fmla="*/ 9649756 w 12192000"/>
              <a:gd name="connsiteY1278" fmla="*/ 3037705 h 6841441"/>
              <a:gd name="connsiteX1279" fmla="*/ 9374814 w 12192000"/>
              <a:gd name="connsiteY1279" fmla="*/ 3175177 h 6841441"/>
              <a:gd name="connsiteX1280" fmla="*/ 9374814 w 12192000"/>
              <a:gd name="connsiteY1280" fmla="*/ 3516832 h 6841441"/>
              <a:gd name="connsiteX1281" fmla="*/ 9649756 w 12192000"/>
              <a:gd name="connsiteY1281" fmla="*/ 3654289 h 6841441"/>
              <a:gd name="connsiteX1282" fmla="*/ 9924700 w 12192000"/>
              <a:gd name="connsiteY1282" fmla="*/ 3516832 h 6841441"/>
              <a:gd name="connsiteX1283" fmla="*/ 9924700 w 12192000"/>
              <a:gd name="connsiteY1283" fmla="*/ 3175177 h 6841441"/>
              <a:gd name="connsiteX1284" fmla="*/ 9649756 w 12192000"/>
              <a:gd name="connsiteY1284" fmla="*/ 3037705 h 6841441"/>
              <a:gd name="connsiteX1285" fmla="*/ 9926546 w 12192000"/>
              <a:gd name="connsiteY1285" fmla="*/ 3519016 h 6841441"/>
              <a:gd name="connsiteX1286" fmla="*/ 9651604 w 12192000"/>
              <a:gd name="connsiteY1286" fmla="*/ 3656475 h 6841441"/>
              <a:gd name="connsiteX1287" fmla="*/ 9651604 w 12192000"/>
              <a:gd name="connsiteY1287" fmla="*/ 3998131 h 6841441"/>
              <a:gd name="connsiteX1288" fmla="*/ 9926546 w 12192000"/>
              <a:gd name="connsiteY1288" fmla="*/ 4135600 h 6841441"/>
              <a:gd name="connsiteX1289" fmla="*/ 10201490 w 12192000"/>
              <a:gd name="connsiteY1289" fmla="*/ 3998131 h 6841441"/>
              <a:gd name="connsiteX1290" fmla="*/ 10201490 w 12192000"/>
              <a:gd name="connsiteY1290" fmla="*/ 3656475 h 6841441"/>
              <a:gd name="connsiteX1291" fmla="*/ 9926546 w 12192000"/>
              <a:gd name="connsiteY1291" fmla="*/ 3519016 h 6841441"/>
              <a:gd name="connsiteX1292" fmla="*/ 10202378 w 12192000"/>
              <a:gd name="connsiteY1292" fmla="*/ 4000285 h 6841441"/>
              <a:gd name="connsiteX1293" fmla="*/ 9927436 w 12192000"/>
              <a:gd name="connsiteY1293" fmla="*/ 4137753 h 6841441"/>
              <a:gd name="connsiteX1294" fmla="*/ 9927436 w 12192000"/>
              <a:gd name="connsiteY1294" fmla="*/ 4479410 h 6841441"/>
              <a:gd name="connsiteX1295" fmla="*/ 10202378 w 12192000"/>
              <a:gd name="connsiteY1295" fmla="*/ 4616881 h 6841441"/>
              <a:gd name="connsiteX1296" fmla="*/ 10477320 w 12192000"/>
              <a:gd name="connsiteY1296" fmla="*/ 4479410 h 6841441"/>
              <a:gd name="connsiteX1297" fmla="*/ 10477320 w 12192000"/>
              <a:gd name="connsiteY1297" fmla="*/ 4137753 h 6841441"/>
              <a:gd name="connsiteX1298" fmla="*/ 10202378 w 12192000"/>
              <a:gd name="connsiteY1298" fmla="*/ 4000285 h 6841441"/>
              <a:gd name="connsiteX1299" fmla="*/ 10480688 w 12192000"/>
              <a:gd name="connsiteY1299" fmla="*/ 4480218 h 6841441"/>
              <a:gd name="connsiteX1300" fmla="*/ 10205746 w 12192000"/>
              <a:gd name="connsiteY1300" fmla="*/ 4617689 h 6841441"/>
              <a:gd name="connsiteX1301" fmla="*/ 10205746 w 12192000"/>
              <a:gd name="connsiteY1301" fmla="*/ 4959346 h 6841441"/>
              <a:gd name="connsiteX1302" fmla="*/ 10480688 w 12192000"/>
              <a:gd name="connsiteY1302" fmla="*/ 5096817 h 6841441"/>
              <a:gd name="connsiteX1303" fmla="*/ 10755632 w 12192000"/>
              <a:gd name="connsiteY1303" fmla="*/ 4959346 h 6841441"/>
              <a:gd name="connsiteX1304" fmla="*/ 10755632 w 12192000"/>
              <a:gd name="connsiteY1304" fmla="*/ 4617689 h 6841441"/>
              <a:gd name="connsiteX1305" fmla="*/ 10480688 w 12192000"/>
              <a:gd name="connsiteY1305" fmla="*/ 4480218 h 6841441"/>
              <a:gd name="connsiteX1306" fmla="*/ 10757478 w 12192000"/>
              <a:gd name="connsiteY1306" fmla="*/ 4961531 h 6841441"/>
              <a:gd name="connsiteX1307" fmla="*/ 10482536 w 12192000"/>
              <a:gd name="connsiteY1307" fmla="*/ 5099002 h 6841441"/>
              <a:gd name="connsiteX1308" fmla="*/ 10482536 w 12192000"/>
              <a:gd name="connsiteY1308" fmla="*/ 5440659 h 6841441"/>
              <a:gd name="connsiteX1309" fmla="*/ 10757478 w 12192000"/>
              <a:gd name="connsiteY1309" fmla="*/ 5578130 h 6841441"/>
              <a:gd name="connsiteX1310" fmla="*/ 11032422 w 12192000"/>
              <a:gd name="connsiteY1310" fmla="*/ 5440659 h 6841441"/>
              <a:gd name="connsiteX1311" fmla="*/ 11032422 w 12192000"/>
              <a:gd name="connsiteY1311" fmla="*/ 5099002 h 6841441"/>
              <a:gd name="connsiteX1312" fmla="*/ 10757478 w 12192000"/>
              <a:gd name="connsiteY1312" fmla="*/ 4961531 h 6841441"/>
              <a:gd name="connsiteX1313" fmla="*/ 11041954 w 12192000"/>
              <a:gd name="connsiteY1313" fmla="*/ 5440866 h 6841441"/>
              <a:gd name="connsiteX1314" fmla="*/ 10767012 w 12192000"/>
              <a:gd name="connsiteY1314" fmla="*/ 5578337 h 6841441"/>
              <a:gd name="connsiteX1315" fmla="*/ 10767012 w 12192000"/>
              <a:gd name="connsiteY1315" fmla="*/ 5919994 h 6841441"/>
              <a:gd name="connsiteX1316" fmla="*/ 11041954 w 12192000"/>
              <a:gd name="connsiteY1316" fmla="*/ 6057465 h 6841441"/>
              <a:gd name="connsiteX1317" fmla="*/ 11316898 w 12192000"/>
              <a:gd name="connsiteY1317" fmla="*/ 5919994 h 6841441"/>
              <a:gd name="connsiteX1318" fmla="*/ 11316898 w 12192000"/>
              <a:gd name="connsiteY1318" fmla="*/ 5578337 h 6841441"/>
              <a:gd name="connsiteX1319" fmla="*/ 11041954 w 12192000"/>
              <a:gd name="connsiteY1319" fmla="*/ 5440866 h 6841441"/>
              <a:gd name="connsiteX1320" fmla="*/ 11320522 w 12192000"/>
              <a:gd name="connsiteY1320" fmla="*/ 5927025 h 6841441"/>
              <a:gd name="connsiteX1321" fmla="*/ 11045580 w 12192000"/>
              <a:gd name="connsiteY1321" fmla="*/ 6064496 h 6841441"/>
              <a:gd name="connsiteX1322" fmla="*/ 11045580 w 12192000"/>
              <a:gd name="connsiteY1322" fmla="*/ 6406153 h 6841441"/>
              <a:gd name="connsiteX1323" fmla="*/ 11320522 w 12192000"/>
              <a:gd name="connsiteY1323" fmla="*/ 6543624 h 6841441"/>
              <a:gd name="connsiteX1324" fmla="*/ 11595466 w 12192000"/>
              <a:gd name="connsiteY1324" fmla="*/ 6406153 h 6841441"/>
              <a:gd name="connsiteX1325" fmla="*/ 11595466 w 12192000"/>
              <a:gd name="connsiteY1325" fmla="*/ 6064496 h 6841441"/>
              <a:gd name="connsiteX1326" fmla="*/ 11320522 w 12192000"/>
              <a:gd name="connsiteY1326" fmla="*/ 5927025 h 6841441"/>
              <a:gd name="connsiteX1327" fmla="*/ 9371188 w 12192000"/>
              <a:gd name="connsiteY1327" fmla="*/ 3519016 h 6841441"/>
              <a:gd name="connsiteX1328" fmla="*/ 9096246 w 12192000"/>
              <a:gd name="connsiteY1328" fmla="*/ 3656475 h 6841441"/>
              <a:gd name="connsiteX1329" fmla="*/ 9096246 w 12192000"/>
              <a:gd name="connsiteY1329" fmla="*/ 3998131 h 6841441"/>
              <a:gd name="connsiteX1330" fmla="*/ 9371188 w 12192000"/>
              <a:gd name="connsiteY1330" fmla="*/ 4135600 h 6841441"/>
              <a:gd name="connsiteX1331" fmla="*/ 9646132 w 12192000"/>
              <a:gd name="connsiteY1331" fmla="*/ 3998131 h 6841441"/>
              <a:gd name="connsiteX1332" fmla="*/ 9646132 w 12192000"/>
              <a:gd name="connsiteY1332" fmla="*/ 3656475 h 6841441"/>
              <a:gd name="connsiteX1333" fmla="*/ 9371188 w 12192000"/>
              <a:gd name="connsiteY1333" fmla="*/ 3519016 h 6841441"/>
              <a:gd name="connsiteX1334" fmla="*/ 9646144 w 12192000"/>
              <a:gd name="connsiteY1334" fmla="*/ 4001092 h 6841441"/>
              <a:gd name="connsiteX1335" fmla="*/ 9371202 w 12192000"/>
              <a:gd name="connsiteY1335" fmla="*/ 4138562 h 6841441"/>
              <a:gd name="connsiteX1336" fmla="*/ 9371202 w 12192000"/>
              <a:gd name="connsiteY1336" fmla="*/ 4480218 h 6841441"/>
              <a:gd name="connsiteX1337" fmla="*/ 9646144 w 12192000"/>
              <a:gd name="connsiteY1337" fmla="*/ 4617689 h 6841441"/>
              <a:gd name="connsiteX1338" fmla="*/ 9921088 w 12192000"/>
              <a:gd name="connsiteY1338" fmla="*/ 4480218 h 6841441"/>
              <a:gd name="connsiteX1339" fmla="*/ 9921088 w 12192000"/>
              <a:gd name="connsiteY1339" fmla="*/ 4138562 h 6841441"/>
              <a:gd name="connsiteX1340" fmla="*/ 9646144 w 12192000"/>
              <a:gd name="connsiteY1340" fmla="*/ 4001092 h 6841441"/>
              <a:gd name="connsiteX1341" fmla="*/ 9922934 w 12192000"/>
              <a:gd name="connsiteY1341" fmla="*/ 4482404 h 6841441"/>
              <a:gd name="connsiteX1342" fmla="*/ 9647992 w 12192000"/>
              <a:gd name="connsiteY1342" fmla="*/ 4619876 h 6841441"/>
              <a:gd name="connsiteX1343" fmla="*/ 9647992 w 12192000"/>
              <a:gd name="connsiteY1343" fmla="*/ 4961532 h 6841441"/>
              <a:gd name="connsiteX1344" fmla="*/ 9922934 w 12192000"/>
              <a:gd name="connsiteY1344" fmla="*/ 5099003 h 6841441"/>
              <a:gd name="connsiteX1345" fmla="*/ 10197878 w 12192000"/>
              <a:gd name="connsiteY1345" fmla="*/ 4961532 h 6841441"/>
              <a:gd name="connsiteX1346" fmla="*/ 10197878 w 12192000"/>
              <a:gd name="connsiteY1346" fmla="*/ 4619876 h 6841441"/>
              <a:gd name="connsiteX1347" fmla="*/ 9922934 w 12192000"/>
              <a:gd name="connsiteY1347" fmla="*/ 4482404 h 6841441"/>
              <a:gd name="connsiteX1348" fmla="*/ 10202120 w 12192000"/>
              <a:gd name="connsiteY1348" fmla="*/ 4961531 h 6841441"/>
              <a:gd name="connsiteX1349" fmla="*/ 9927178 w 12192000"/>
              <a:gd name="connsiteY1349" fmla="*/ 5099002 h 6841441"/>
              <a:gd name="connsiteX1350" fmla="*/ 9927178 w 12192000"/>
              <a:gd name="connsiteY1350" fmla="*/ 5440659 h 6841441"/>
              <a:gd name="connsiteX1351" fmla="*/ 10202120 w 12192000"/>
              <a:gd name="connsiteY1351" fmla="*/ 5578130 h 6841441"/>
              <a:gd name="connsiteX1352" fmla="*/ 10477064 w 12192000"/>
              <a:gd name="connsiteY1352" fmla="*/ 5440659 h 6841441"/>
              <a:gd name="connsiteX1353" fmla="*/ 10477064 w 12192000"/>
              <a:gd name="connsiteY1353" fmla="*/ 5099002 h 6841441"/>
              <a:gd name="connsiteX1354" fmla="*/ 10202120 w 12192000"/>
              <a:gd name="connsiteY1354" fmla="*/ 4961531 h 6841441"/>
              <a:gd name="connsiteX1355" fmla="*/ 10477954 w 12192000"/>
              <a:gd name="connsiteY1355" fmla="*/ 5446584 h 6841441"/>
              <a:gd name="connsiteX1356" fmla="*/ 10203012 w 12192000"/>
              <a:gd name="connsiteY1356" fmla="*/ 5584056 h 6841441"/>
              <a:gd name="connsiteX1357" fmla="*/ 10203012 w 12192000"/>
              <a:gd name="connsiteY1357" fmla="*/ 5925712 h 6841441"/>
              <a:gd name="connsiteX1358" fmla="*/ 10477954 w 12192000"/>
              <a:gd name="connsiteY1358" fmla="*/ 6063183 h 6841441"/>
              <a:gd name="connsiteX1359" fmla="*/ 10752898 w 12192000"/>
              <a:gd name="connsiteY1359" fmla="*/ 5925712 h 6841441"/>
              <a:gd name="connsiteX1360" fmla="*/ 10752898 w 12192000"/>
              <a:gd name="connsiteY1360" fmla="*/ 5584056 h 6841441"/>
              <a:gd name="connsiteX1361" fmla="*/ 10477954 w 12192000"/>
              <a:gd name="connsiteY1361" fmla="*/ 5446584 h 6841441"/>
              <a:gd name="connsiteX1362" fmla="*/ 10759768 w 12192000"/>
              <a:gd name="connsiteY1362" fmla="*/ 5927898 h 6841441"/>
              <a:gd name="connsiteX1363" fmla="*/ 10484826 w 12192000"/>
              <a:gd name="connsiteY1363" fmla="*/ 6065369 h 6841441"/>
              <a:gd name="connsiteX1364" fmla="*/ 10484826 w 12192000"/>
              <a:gd name="connsiteY1364" fmla="*/ 6407026 h 6841441"/>
              <a:gd name="connsiteX1365" fmla="*/ 10759768 w 12192000"/>
              <a:gd name="connsiteY1365" fmla="*/ 6544497 h 6841441"/>
              <a:gd name="connsiteX1366" fmla="*/ 11034710 w 12192000"/>
              <a:gd name="connsiteY1366" fmla="*/ 6407026 h 6841441"/>
              <a:gd name="connsiteX1367" fmla="*/ 11034710 w 12192000"/>
              <a:gd name="connsiteY1367" fmla="*/ 6065369 h 6841441"/>
              <a:gd name="connsiteX1368" fmla="*/ 10759768 w 12192000"/>
              <a:gd name="connsiteY1368" fmla="*/ 5927898 h 68414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</a:cxnLst>
            <a:rect l="l" t="t" r="r" b="b"/>
            <a:pathLst>
              <a:path w="12192000" h="6841441">
                <a:moveTo>
                  <a:pt x="0" y="0"/>
                </a:moveTo>
                <a:lnTo>
                  <a:pt x="5576271" y="0"/>
                </a:lnTo>
                <a:lnTo>
                  <a:pt x="5595999" y="9864"/>
                </a:lnTo>
                <a:lnTo>
                  <a:pt x="5615727" y="0"/>
                </a:lnTo>
                <a:lnTo>
                  <a:pt x="5988694" y="0"/>
                </a:lnTo>
                <a:lnTo>
                  <a:pt x="5988694" y="1941"/>
                </a:lnTo>
                <a:lnTo>
                  <a:pt x="6046890" y="31039"/>
                </a:lnTo>
                <a:lnTo>
                  <a:pt x="6105088" y="1941"/>
                </a:lnTo>
                <a:lnTo>
                  <a:pt x="6105088" y="0"/>
                </a:lnTo>
                <a:lnTo>
                  <a:pt x="6377071" y="0"/>
                </a:lnTo>
                <a:lnTo>
                  <a:pt x="6377071" y="64778"/>
                </a:lnTo>
                <a:lnTo>
                  <a:pt x="6487747" y="120116"/>
                </a:lnTo>
                <a:lnTo>
                  <a:pt x="6598424" y="64778"/>
                </a:lnTo>
                <a:lnTo>
                  <a:pt x="6598424" y="0"/>
                </a:lnTo>
                <a:lnTo>
                  <a:pt x="6841226" y="0"/>
                </a:lnTo>
                <a:lnTo>
                  <a:pt x="6841226" y="115072"/>
                </a:lnTo>
                <a:lnTo>
                  <a:pt x="7017187" y="203051"/>
                </a:lnTo>
                <a:lnTo>
                  <a:pt x="7193148" y="115072"/>
                </a:lnTo>
                <a:lnTo>
                  <a:pt x="7193148" y="0"/>
                </a:lnTo>
                <a:lnTo>
                  <a:pt x="7400472" y="0"/>
                </a:lnTo>
                <a:lnTo>
                  <a:pt x="7400472" y="147008"/>
                </a:lnTo>
                <a:lnTo>
                  <a:pt x="7627825" y="260684"/>
                </a:lnTo>
                <a:lnTo>
                  <a:pt x="7855178" y="147008"/>
                </a:lnTo>
                <a:lnTo>
                  <a:pt x="7855178" y="0"/>
                </a:lnTo>
                <a:lnTo>
                  <a:pt x="8000409" y="0"/>
                </a:lnTo>
                <a:lnTo>
                  <a:pt x="8000409" y="139008"/>
                </a:lnTo>
                <a:lnTo>
                  <a:pt x="8231621" y="254614"/>
                </a:lnTo>
                <a:lnTo>
                  <a:pt x="8231621" y="585155"/>
                </a:lnTo>
                <a:lnTo>
                  <a:pt x="8504234" y="721461"/>
                </a:lnTo>
                <a:lnTo>
                  <a:pt x="8776846" y="585155"/>
                </a:lnTo>
                <a:lnTo>
                  <a:pt x="8776846" y="256891"/>
                </a:lnTo>
                <a:lnTo>
                  <a:pt x="8823870" y="280403"/>
                </a:lnTo>
                <a:lnTo>
                  <a:pt x="9098814" y="142932"/>
                </a:lnTo>
                <a:lnTo>
                  <a:pt x="9098814" y="0"/>
                </a:lnTo>
                <a:lnTo>
                  <a:pt x="9104238" y="0"/>
                </a:lnTo>
                <a:lnTo>
                  <a:pt x="9104238" y="136619"/>
                </a:lnTo>
                <a:lnTo>
                  <a:pt x="9379180" y="274090"/>
                </a:lnTo>
                <a:lnTo>
                  <a:pt x="9654122" y="136619"/>
                </a:lnTo>
                <a:lnTo>
                  <a:pt x="9654122" y="0"/>
                </a:lnTo>
                <a:lnTo>
                  <a:pt x="9659864" y="0"/>
                </a:lnTo>
                <a:lnTo>
                  <a:pt x="9659864" y="136619"/>
                </a:lnTo>
                <a:lnTo>
                  <a:pt x="9934806" y="274090"/>
                </a:lnTo>
                <a:lnTo>
                  <a:pt x="10209748" y="136619"/>
                </a:lnTo>
                <a:lnTo>
                  <a:pt x="10209748" y="0"/>
                </a:lnTo>
                <a:lnTo>
                  <a:pt x="10214134" y="0"/>
                </a:lnTo>
                <a:lnTo>
                  <a:pt x="10214134" y="139825"/>
                </a:lnTo>
                <a:lnTo>
                  <a:pt x="10489076" y="277296"/>
                </a:lnTo>
                <a:lnTo>
                  <a:pt x="10764018" y="139825"/>
                </a:lnTo>
                <a:lnTo>
                  <a:pt x="10764018" y="0"/>
                </a:lnTo>
                <a:lnTo>
                  <a:pt x="10765222" y="0"/>
                </a:lnTo>
                <a:lnTo>
                  <a:pt x="10765222" y="137721"/>
                </a:lnTo>
                <a:lnTo>
                  <a:pt x="11040164" y="275192"/>
                </a:lnTo>
                <a:lnTo>
                  <a:pt x="11315108" y="137721"/>
                </a:lnTo>
                <a:lnTo>
                  <a:pt x="11315108" y="0"/>
                </a:lnTo>
                <a:lnTo>
                  <a:pt x="11321132" y="0"/>
                </a:lnTo>
                <a:lnTo>
                  <a:pt x="11321132" y="129011"/>
                </a:lnTo>
                <a:lnTo>
                  <a:pt x="11596074" y="266482"/>
                </a:lnTo>
                <a:lnTo>
                  <a:pt x="11871016" y="129011"/>
                </a:lnTo>
                <a:lnTo>
                  <a:pt x="11871016" y="0"/>
                </a:lnTo>
                <a:lnTo>
                  <a:pt x="11877040" y="0"/>
                </a:lnTo>
                <a:lnTo>
                  <a:pt x="11877040" y="120301"/>
                </a:lnTo>
                <a:lnTo>
                  <a:pt x="12151982" y="257772"/>
                </a:lnTo>
                <a:lnTo>
                  <a:pt x="12192000" y="237763"/>
                </a:lnTo>
                <a:lnTo>
                  <a:pt x="12192000" y="247228"/>
                </a:lnTo>
                <a:lnTo>
                  <a:pt x="12163522" y="261467"/>
                </a:lnTo>
                <a:lnTo>
                  <a:pt x="12163522" y="603124"/>
                </a:lnTo>
                <a:lnTo>
                  <a:pt x="12192000" y="617363"/>
                </a:lnTo>
                <a:lnTo>
                  <a:pt x="12192000" y="632583"/>
                </a:lnTo>
                <a:lnTo>
                  <a:pt x="12159340" y="616253"/>
                </a:lnTo>
                <a:lnTo>
                  <a:pt x="11884398" y="753723"/>
                </a:lnTo>
                <a:lnTo>
                  <a:pt x="11884398" y="1095379"/>
                </a:lnTo>
                <a:lnTo>
                  <a:pt x="12159340" y="1232854"/>
                </a:lnTo>
                <a:lnTo>
                  <a:pt x="12192000" y="1216524"/>
                </a:lnTo>
                <a:lnTo>
                  <a:pt x="12192000" y="1226930"/>
                </a:lnTo>
                <a:lnTo>
                  <a:pt x="12166052" y="1239904"/>
                </a:lnTo>
                <a:lnTo>
                  <a:pt x="12166052" y="1581560"/>
                </a:lnTo>
                <a:lnTo>
                  <a:pt x="12192000" y="1594534"/>
                </a:lnTo>
                <a:lnTo>
                  <a:pt x="12192000" y="1605162"/>
                </a:lnTo>
                <a:lnTo>
                  <a:pt x="12161674" y="1589999"/>
                </a:lnTo>
                <a:lnTo>
                  <a:pt x="11886732" y="1727472"/>
                </a:lnTo>
                <a:lnTo>
                  <a:pt x="11886732" y="2069130"/>
                </a:lnTo>
                <a:lnTo>
                  <a:pt x="12161674" y="2206593"/>
                </a:lnTo>
                <a:lnTo>
                  <a:pt x="12192000" y="2191431"/>
                </a:lnTo>
                <a:lnTo>
                  <a:pt x="12192000" y="2194541"/>
                </a:lnTo>
                <a:lnTo>
                  <a:pt x="12163522" y="2208779"/>
                </a:lnTo>
                <a:lnTo>
                  <a:pt x="12163522" y="2550435"/>
                </a:lnTo>
                <a:lnTo>
                  <a:pt x="12192000" y="2564674"/>
                </a:lnTo>
                <a:lnTo>
                  <a:pt x="12192000" y="2570515"/>
                </a:lnTo>
                <a:lnTo>
                  <a:pt x="12160420" y="2554725"/>
                </a:lnTo>
                <a:lnTo>
                  <a:pt x="11885478" y="2692195"/>
                </a:lnTo>
                <a:lnTo>
                  <a:pt x="11885478" y="3033852"/>
                </a:lnTo>
                <a:lnTo>
                  <a:pt x="12160420" y="3171325"/>
                </a:lnTo>
                <a:lnTo>
                  <a:pt x="12192000" y="3155535"/>
                </a:lnTo>
                <a:lnTo>
                  <a:pt x="12192000" y="3158643"/>
                </a:lnTo>
                <a:lnTo>
                  <a:pt x="12162268" y="3173509"/>
                </a:lnTo>
                <a:lnTo>
                  <a:pt x="12162268" y="3515165"/>
                </a:lnTo>
                <a:lnTo>
                  <a:pt x="12192000" y="3530030"/>
                </a:lnTo>
                <a:lnTo>
                  <a:pt x="12192000" y="3533344"/>
                </a:lnTo>
                <a:lnTo>
                  <a:pt x="12157684" y="3516188"/>
                </a:lnTo>
                <a:lnTo>
                  <a:pt x="11882742" y="3653644"/>
                </a:lnTo>
                <a:lnTo>
                  <a:pt x="11882742" y="3995303"/>
                </a:lnTo>
                <a:lnTo>
                  <a:pt x="12157684" y="4132767"/>
                </a:lnTo>
                <a:lnTo>
                  <a:pt x="12192000" y="4115610"/>
                </a:lnTo>
                <a:lnTo>
                  <a:pt x="12192000" y="4118719"/>
                </a:lnTo>
                <a:lnTo>
                  <a:pt x="12159532" y="4134952"/>
                </a:lnTo>
                <a:lnTo>
                  <a:pt x="12159532" y="4476609"/>
                </a:lnTo>
                <a:lnTo>
                  <a:pt x="12192000" y="4492843"/>
                </a:lnTo>
                <a:lnTo>
                  <a:pt x="12192000" y="4498615"/>
                </a:lnTo>
                <a:lnTo>
                  <a:pt x="12153910" y="4479570"/>
                </a:lnTo>
                <a:lnTo>
                  <a:pt x="11878968" y="4617041"/>
                </a:lnTo>
                <a:lnTo>
                  <a:pt x="11878968" y="4958698"/>
                </a:lnTo>
                <a:lnTo>
                  <a:pt x="12153910" y="5096169"/>
                </a:lnTo>
                <a:lnTo>
                  <a:pt x="12192000" y="5077124"/>
                </a:lnTo>
                <a:lnTo>
                  <a:pt x="12192000" y="5080233"/>
                </a:lnTo>
                <a:lnTo>
                  <a:pt x="12155758" y="5098354"/>
                </a:lnTo>
                <a:lnTo>
                  <a:pt x="12155758" y="5440011"/>
                </a:lnTo>
                <a:lnTo>
                  <a:pt x="12192000" y="5458132"/>
                </a:lnTo>
                <a:lnTo>
                  <a:pt x="12192000" y="5459801"/>
                </a:lnTo>
                <a:lnTo>
                  <a:pt x="12155604" y="5441603"/>
                </a:lnTo>
                <a:lnTo>
                  <a:pt x="11880662" y="5579074"/>
                </a:lnTo>
                <a:lnTo>
                  <a:pt x="11880662" y="5920731"/>
                </a:lnTo>
                <a:lnTo>
                  <a:pt x="12155604" y="6058202"/>
                </a:lnTo>
                <a:lnTo>
                  <a:pt x="12192000" y="6040004"/>
                </a:lnTo>
                <a:lnTo>
                  <a:pt x="12192000" y="6043113"/>
                </a:lnTo>
                <a:lnTo>
                  <a:pt x="12157452" y="6060387"/>
                </a:lnTo>
                <a:lnTo>
                  <a:pt x="12157452" y="6402044"/>
                </a:lnTo>
                <a:lnTo>
                  <a:pt x="12192000" y="6419318"/>
                </a:lnTo>
                <a:lnTo>
                  <a:pt x="12192000" y="6425493"/>
                </a:lnTo>
                <a:lnTo>
                  <a:pt x="12155366" y="6407176"/>
                </a:lnTo>
                <a:lnTo>
                  <a:pt x="11880424" y="6544647"/>
                </a:lnTo>
                <a:lnTo>
                  <a:pt x="11880424" y="6841441"/>
                </a:lnTo>
                <a:lnTo>
                  <a:pt x="11872256" y="6841441"/>
                </a:lnTo>
                <a:lnTo>
                  <a:pt x="11872256" y="6545809"/>
                </a:lnTo>
                <a:lnTo>
                  <a:pt x="11597312" y="6408338"/>
                </a:lnTo>
                <a:lnTo>
                  <a:pt x="11322370" y="6545809"/>
                </a:lnTo>
                <a:lnTo>
                  <a:pt x="11322370" y="6841441"/>
                </a:lnTo>
                <a:lnTo>
                  <a:pt x="11316898" y="6841441"/>
                </a:lnTo>
                <a:lnTo>
                  <a:pt x="11316898" y="6545809"/>
                </a:lnTo>
                <a:lnTo>
                  <a:pt x="11041954" y="6408338"/>
                </a:lnTo>
                <a:lnTo>
                  <a:pt x="10767012" y="6545809"/>
                </a:lnTo>
                <a:lnTo>
                  <a:pt x="10767012" y="6841441"/>
                </a:lnTo>
                <a:lnTo>
                  <a:pt x="10755754" y="6841441"/>
                </a:lnTo>
                <a:lnTo>
                  <a:pt x="10755754" y="6546467"/>
                </a:lnTo>
                <a:lnTo>
                  <a:pt x="10480812" y="6408996"/>
                </a:lnTo>
                <a:lnTo>
                  <a:pt x="10205870" y="6546467"/>
                </a:lnTo>
                <a:lnTo>
                  <a:pt x="10205870" y="6841441"/>
                </a:lnTo>
                <a:lnTo>
                  <a:pt x="10194300" y="6841441"/>
                </a:lnTo>
                <a:lnTo>
                  <a:pt x="10194300" y="6547320"/>
                </a:lnTo>
                <a:lnTo>
                  <a:pt x="9919358" y="6409849"/>
                </a:lnTo>
                <a:lnTo>
                  <a:pt x="9644416" y="6547320"/>
                </a:lnTo>
                <a:lnTo>
                  <a:pt x="9644416" y="6841441"/>
                </a:lnTo>
                <a:lnTo>
                  <a:pt x="9621690" y="6841441"/>
                </a:lnTo>
                <a:lnTo>
                  <a:pt x="9621690" y="6547318"/>
                </a:lnTo>
                <a:lnTo>
                  <a:pt x="9346748" y="6409847"/>
                </a:lnTo>
                <a:lnTo>
                  <a:pt x="9071806" y="6547318"/>
                </a:lnTo>
                <a:lnTo>
                  <a:pt x="9071806" y="6841441"/>
                </a:lnTo>
                <a:lnTo>
                  <a:pt x="9029992" y="6841441"/>
                </a:lnTo>
                <a:lnTo>
                  <a:pt x="9029992" y="6573201"/>
                </a:lnTo>
                <a:lnTo>
                  <a:pt x="8778934" y="6447672"/>
                </a:lnTo>
                <a:lnTo>
                  <a:pt x="8527878" y="6573201"/>
                </a:lnTo>
                <a:lnTo>
                  <a:pt x="8527878" y="6841441"/>
                </a:lnTo>
                <a:lnTo>
                  <a:pt x="8471218" y="6841441"/>
                </a:lnTo>
                <a:lnTo>
                  <a:pt x="8471218" y="6573201"/>
                </a:lnTo>
                <a:lnTo>
                  <a:pt x="8220161" y="6447672"/>
                </a:lnTo>
                <a:lnTo>
                  <a:pt x="7969104" y="6573200"/>
                </a:lnTo>
                <a:lnTo>
                  <a:pt x="7969104" y="6841441"/>
                </a:lnTo>
                <a:lnTo>
                  <a:pt x="7844075" y="6841441"/>
                </a:lnTo>
                <a:lnTo>
                  <a:pt x="7844075" y="6593710"/>
                </a:lnTo>
                <a:lnTo>
                  <a:pt x="7618049" y="6480697"/>
                </a:lnTo>
                <a:lnTo>
                  <a:pt x="7392023" y="6593710"/>
                </a:lnTo>
                <a:lnTo>
                  <a:pt x="7392023" y="6841440"/>
                </a:lnTo>
                <a:lnTo>
                  <a:pt x="7306727" y="6841440"/>
                </a:lnTo>
                <a:lnTo>
                  <a:pt x="7306727" y="6617702"/>
                </a:lnTo>
                <a:lnTo>
                  <a:pt x="7119316" y="6523997"/>
                </a:lnTo>
                <a:lnTo>
                  <a:pt x="6931906" y="6617702"/>
                </a:lnTo>
                <a:lnTo>
                  <a:pt x="6931906" y="6841440"/>
                </a:lnTo>
                <a:lnTo>
                  <a:pt x="6680641" y="6841440"/>
                </a:lnTo>
                <a:lnTo>
                  <a:pt x="6787730" y="6787896"/>
                </a:lnTo>
                <a:lnTo>
                  <a:pt x="6787730" y="6632771"/>
                </a:lnTo>
                <a:lnTo>
                  <a:pt x="6662896" y="6570353"/>
                </a:lnTo>
                <a:lnTo>
                  <a:pt x="6538060" y="6632771"/>
                </a:lnTo>
                <a:lnTo>
                  <a:pt x="6538060" y="6787896"/>
                </a:lnTo>
                <a:lnTo>
                  <a:pt x="6645150" y="6841440"/>
                </a:lnTo>
                <a:lnTo>
                  <a:pt x="0" y="6841440"/>
                </a:lnTo>
                <a:lnTo>
                  <a:pt x="0" y="0"/>
                </a:lnTo>
                <a:close/>
                <a:moveTo>
                  <a:pt x="7389391" y="205243"/>
                </a:moveTo>
                <a:lnTo>
                  <a:pt x="7172551" y="313663"/>
                </a:lnTo>
                <a:lnTo>
                  <a:pt x="7172551" y="578755"/>
                </a:lnTo>
                <a:lnTo>
                  <a:pt x="7389391" y="687175"/>
                </a:lnTo>
                <a:lnTo>
                  <a:pt x="7606231" y="578755"/>
                </a:lnTo>
                <a:lnTo>
                  <a:pt x="7606231" y="313663"/>
                </a:lnTo>
                <a:lnTo>
                  <a:pt x="7389391" y="205243"/>
                </a:lnTo>
                <a:close/>
                <a:moveTo>
                  <a:pt x="7646842" y="669848"/>
                </a:moveTo>
                <a:lnTo>
                  <a:pt x="7413751" y="786394"/>
                </a:lnTo>
                <a:lnTo>
                  <a:pt x="7413751" y="1076042"/>
                </a:lnTo>
                <a:lnTo>
                  <a:pt x="7646842" y="1192587"/>
                </a:lnTo>
                <a:lnTo>
                  <a:pt x="7879933" y="1076042"/>
                </a:lnTo>
                <a:lnTo>
                  <a:pt x="7879933" y="786394"/>
                </a:lnTo>
                <a:lnTo>
                  <a:pt x="7646842" y="669848"/>
                </a:lnTo>
                <a:close/>
                <a:moveTo>
                  <a:pt x="7940703" y="1122051"/>
                </a:moveTo>
                <a:lnTo>
                  <a:pt x="7700739" y="1242034"/>
                </a:lnTo>
                <a:lnTo>
                  <a:pt x="7700739" y="1540223"/>
                </a:lnTo>
                <a:lnTo>
                  <a:pt x="7940703" y="1660205"/>
                </a:lnTo>
                <a:lnTo>
                  <a:pt x="8180667" y="1540223"/>
                </a:lnTo>
                <a:lnTo>
                  <a:pt x="8180667" y="1242034"/>
                </a:lnTo>
                <a:lnTo>
                  <a:pt x="7940703" y="1122051"/>
                </a:lnTo>
                <a:close/>
                <a:moveTo>
                  <a:pt x="8201287" y="1612403"/>
                </a:moveTo>
                <a:lnTo>
                  <a:pt x="7953314" y="1736391"/>
                </a:lnTo>
                <a:lnTo>
                  <a:pt x="7953314" y="2044532"/>
                </a:lnTo>
                <a:lnTo>
                  <a:pt x="8201287" y="2168518"/>
                </a:lnTo>
                <a:lnTo>
                  <a:pt x="8449260" y="2044532"/>
                </a:lnTo>
                <a:lnTo>
                  <a:pt x="8449260" y="1736391"/>
                </a:lnTo>
                <a:lnTo>
                  <a:pt x="8201287" y="1612403"/>
                </a:lnTo>
                <a:close/>
                <a:moveTo>
                  <a:pt x="8496994" y="2094462"/>
                </a:moveTo>
                <a:lnTo>
                  <a:pt x="8245789" y="2220059"/>
                </a:lnTo>
                <a:lnTo>
                  <a:pt x="8245789" y="2532222"/>
                </a:lnTo>
                <a:lnTo>
                  <a:pt x="8496994" y="2657824"/>
                </a:lnTo>
                <a:lnTo>
                  <a:pt x="8748200" y="2532222"/>
                </a:lnTo>
                <a:lnTo>
                  <a:pt x="8748200" y="2220059"/>
                </a:lnTo>
                <a:lnTo>
                  <a:pt x="8496994" y="2094462"/>
                </a:lnTo>
                <a:close/>
                <a:moveTo>
                  <a:pt x="8789348" y="2550912"/>
                </a:moveTo>
                <a:lnTo>
                  <a:pt x="8514406" y="2688383"/>
                </a:lnTo>
                <a:lnTo>
                  <a:pt x="8514406" y="3030042"/>
                </a:lnTo>
                <a:lnTo>
                  <a:pt x="8789348" y="3167514"/>
                </a:lnTo>
                <a:lnTo>
                  <a:pt x="9064292" y="3030042"/>
                </a:lnTo>
                <a:lnTo>
                  <a:pt x="9064292" y="2688383"/>
                </a:lnTo>
                <a:lnTo>
                  <a:pt x="8789348" y="2550912"/>
                </a:lnTo>
                <a:close/>
                <a:moveTo>
                  <a:pt x="6871905" y="279543"/>
                </a:moveTo>
                <a:lnTo>
                  <a:pt x="6713713" y="358639"/>
                </a:lnTo>
                <a:lnTo>
                  <a:pt x="6713713" y="552611"/>
                </a:lnTo>
                <a:lnTo>
                  <a:pt x="6871905" y="631707"/>
                </a:lnTo>
                <a:lnTo>
                  <a:pt x="7030097" y="552611"/>
                </a:lnTo>
                <a:lnTo>
                  <a:pt x="7030097" y="358639"/>
                </a:lnTo>
                <a:lnTo>
                  <a:pt x="6871905" y="279543"/>
                </a:lnTo>
                <a:close/>
                <a:moveTo>
                  <a:pt x="6437375" y="305710"/>
                </a:moveTo>
                <a:lnTo>
                  <a:pt x="6326697" y="361049"/>
                </a:lnTo>
                <a:lnTo>
                  <a:pt x="6326697" y="498580"/>
                </a:lnTo>
                <a:lnTo>
                  <a:pt x="6437375" y="553918"/>
                </a:lnTo>
                <a:lnTo>
                  <a:pt x="6548051" y="498580"/>
                </a:lnTo>
                <a:lnTo>
                  <a:pt x="6548051" y="361049"/>
                </a:lnTo>
                <a:lnTo>
                  <a:pt x="6437375" y="305710"/>
                </a:lnTo>
                <a:close/>
                <a:moveTo>
                  <a:pt x="6042859" y="330664"/>
                </a:moveTo>
                <a:lnTo>
                  <a:pt x="5964138" y="370025"/>
                </a:lnTo>
                <a:lnTo>
                  <a:pt x="5964138" y="466549"/>
                </a:lnTo>
                <a:lnTo>
                  <a:pt x="6042859" y="505909"/>
                </a:lnTo>
                <a:lnTo>
                  <a:pt x="6121579" y="466549"/>
                </a:lnTo>
                <a:lnTo>
                  <a:pt x="6121579" y="370025"/>
                </a:lnTo>
                <a:lnTo>
                  <a:pt x="6042859" y="330664"/>
                </a:lnTo>
                <a:close/>
                <a:moveTo>
                  <a:pt x="5035413" y="340251"/>
                </a:moveTo>
                <a:lnTo>
                  <a:pt x="5011069" y="352423"/>
                </a:lnTo>
                <a:lnTo>
                  <a:pt x="5011069" y="382272"/>
                </a:lnTo>
                <a:lnTo>
                  <a:pt x="5035413" y="394444"/>
                </a:lnTo>
                <a:lnTo>
                  <a:pt x="5059756" y="382272"/>
                </a:lnTo>
                <a:lnTo>
                  <a:pt x="5059756" y="352423"/>
                </a:lnTo>
                <a:lnTo>
                  <a:pt x="5035413" y="340251"/>
                </a:lnTo>
                <a:close/>
                <a:moveTo>
                  <a:pt x="5651732" y="357904"/>
                </a:moveTo>
                <a:lnTo>
                  <a:pt x="5602101" y="382720"/>
                </a:lnTo>
                <a:lnTo>
                  <a:pt x="5602101" y="443579"/>
                </a:lnTo>
                <a:lnTo>
                  <a:pt x="5651732" y="468395"/>
                </a:lnTo>
                <a:lnTo>
                  <a:pt x="5701365" y="443579"/>
                </a:lnTo>
                <a:lnTo>
                  <a:pt x="5701365" y="382720"/>
                </a:lnTo>
                <a:lnTo>
                  <a:pt x="5651732" y="357904"/>
                </a:lnTo>
                <a:close/>
                <a:moveTo>
                  <a:pt x="7090666" y="719033"/>
                </a:moveTo>
                <a:lnTo>
                  <a:pt x="6914705" y="807014"/>
                </a:lnTo>
                <a:lnTo>
                  <a:pt x="6914705" y="1025670"/>
                </a:lnTo>
                <a:lnTo>
                  <a:pt x="7090666" y="1113650"/>
                </a:lnTo>
                <a:lnTo>
                  <a:pt x="7266628" y="1025670"/>
                </a:lnTo>
                <a:lnTo>
                  <a:pt x="7266628" y="807014"/>
                </a:lnTo>
                <a:lnTo>
                  <a:pt x="7090666" y="719033"/>
                </a:lnTo>
                <a:close/>
                <a:moveTo>
                  <a:pt x="6552413" y="749776"/>
                </a:moveTo>
                <a:lnTo>
                  <a:pt x="6427283" y="812341"/>
                </a:lnTo>
                <a:lnTo>
                  <a:pt x="6427283" y="967832"/>
                </a:lnTo>
                <a:lnTo>
                  <a:pt x="6552413" y="1030397"/>
                </a:lnTo>
                <a:lnTo>
                  <a:pt x="6677544" y="967832"/>
                </a:lnTo>
                <a:lnTo>
                  <a:pt x="6677544" y="812341"/>
                </a:lnTo>
                <a:lnTo>
                  <a:pt x="6552413" y="749776"/>
                </a:lnTo>
                <a:close/>
                <a:moveTo>
                  <a:pt x="5301405" y="760293"/>
                </a:moveTo>
                <a:lnTo>
                  <a:pt x="5257596" y="782198"/>
                </a:lnTo>
                <a:lnTo>
                  <a:pt x="5257596" y="836637"/>
                </a:lnTo>
                <a:lnTo>
                  <a:pt x="5301405" y="858541"/>
                </a:lnTo>
                <a:lnTo>
                  <a:pt x="5345215" y="836637"/>
                </a:lnTo>
                <a:lnTo>
                  <a:pt x="5345215" y="782198"/>
                </a:lnTo>
                <a:lnTo>
                  <a:pt x="5301405" y="760293"/>
                </a:lnTo>
                <a:close/>
                <a:moveTo>
                  <a:pt x="6125829" y="786049"/>
                </a:moveTo>
                <a:lnTo>
                  <a:pt x="6047686" y="825121"/>
                </a:lnTo>
                <a:lnTo>
                  <a:pt x="6047686" y="922224"/>
                </a:lnTo>
                <a:lnTo>
                  <a:pt x="6125829" y="961295"/>
                </a:lnTo>
                <a:lnTo>
                  <a:pt x="6203972" y="922224"/>
                </a:lnTo>
                <a:lnTo>
                  <a:pt x="6203972" y="825121"/>
                </a:lnTo>
                <a:lnTo>
                  <a:pt x="6125829" y="786049"/>
                </a:lnTo>
                <a:close/>
                <a:moveTo>
                  <a:pt x="5696868" y="803296"/>
                </a:moveTo>
                <a:lnTo>
                  <a:pt x="5647236" y="828112"/>
                </a:lnTo>
                <a:lnTo>
                  <a:pt x="5647236" y="888971"/>
                </a:lnTo>
                <a:lnTo>
                  <a:pt x="5696868" y="913787"/>
                </a:lnTo>
                <a:lnTo>
                  <a:pt x="5746501" y="888971"/>
                </a:lnTo>
                <a:lnTo>
                  <a:pt x="5746501" y="828112"/>
                </a:lnTo>
                <a:lnTo>
                  <a:pt x="5696868" y="803296"/>
                </a:lnTo>
                <a:close/>
                <a:moveTo>
                  <a:pt x="7392479" y="1210725"/>
                </a:moveTo>
                <a:lnTo>
                  <a:pt x="7216518" y="1298706"/>
                </a:lnTo>
                <a:lnTo>
                  <a:pt x="7216518" y="1517362"/>
                </a:lnTo>
                <a:lnTo>
                  <a:pt x="7392479" y="1605343"/>
                </a:lnTo>
                <a:lnTo>
                  <a:pt x="7568441" y="1517362"/>
                </a:lnTo>
                <a:lnTo>
                  <a:pt x="7568441" y="1298706"/>
                </a:lnTo>
                <a:lnTo>
                  <a:pt x="7392479" y="1210725"/>
                </a:lnTo>
                <a:close/>
                <a:moveTo>
                  <a:pt x="6884305" y="1236466"/>
                </a:moveTo>
                <a:lnTo>
                  <a:pt x="6751191" y="1303023"/>
                </a:lnTo>
                <a:lnTo>
                  <a:pt x="6751191" y="1468435"/>
                </a:lnTo>
                <a:lnTo>
                  <a:pt x="6884305" y="1534992"/>
                </a:lnTo>
                <a:lnTo>
                  <a:pt x="7017419" y="1468435"/>
                </a:lnTo>
                <a:lnTo>
                  <a:pt x="7017419" y="1303023"/>
                </a:lnTo>
                <a:lnTo>
                  <a:pt x="6884305" y="1236466"/>
                </a:lnTo>
                <a:close/>
                <a:moveTo>
                  <a:pt x="6463689" y="1253927"/>
                </a:moveTo>
                <a:lnTo>
                  <a:pt x="6353013" y="1309266"/>
                </a:lnTo>
                <a:lnTo>
                  <a:pt x="6353013" y="1446797"/>
                </a:lnTo>
                <a:lnTo>
                  <a:pt x="6463689" y="1502135"/>
                </a:lnTo>
                <a:lnTo>
                  <a:pt x="6574366" y="1446797"/>
                </a:lnTo>
                <a:lnTo>
                  <a:pt x="6574366" y="1309266"/>
                </a:lnTo>
                <a:lnTo>
                  <a:pt x="6463689" y="1253927"/>
                </a:lnTo>
                <a:close/>
                <a:moveTo>
                  <a:pt x="5600525" y="1281091"/>
                </a:moveTo>
                <a:lnTo>
                  <a:pt x="5556716" y="1302996"/>
                </a:lnTo>
                <a:lnTo>
                  <a:pt x="5556716" y="1357435"/>
                </a:lnTo>
                <a:lnTo>
                  <a:pt x="5600525" y="1379339"/>
                </a:lnTo>
                <a:lnTo>
                  <a:pt x="5644334" y="1357435"/>
                </a:lnTo>
                <a:lnTo>
                  <a:pt x="5644334" y="1302996"/>
                </a:lnTo>
                <a:lnTo>
                  <a:pt x="5600525" y="1281091"/>
                </a:lnTo>
                <a:close/>
                <a:moveTo>
                  <a:pt x="6045074" y="1290362"/>
                </a:moveTo>
                <a:lnTo>
                  <a:pt x="5966930" y="1329434"/>
                </a:lnTo>
                <a:lnTo>
                  <a:pt x="5966930" y="1426537"/>
                </a:lnTo>
                <a:lnTo>
                  <a:pt x="6045074" y="1465608"/>
                </a:lnTo>
                <a:lnTo>
                  <a:pt x="6123216" y="1426537"/>
                </a:lnTo>
                <a:lnTo>
                  <a:pt x="6123216" y="1329434"/>
                </a:lnTo>
                <a:lnTo>
                  <a:pt x="6045074" y="1290362"/>
                </a:lnTo>
                <a:close/>
                <a:moveTo>
                  <a:pt x="7594823" y="1646840"/>
                </a:moveTo>
                <a:lnTo>
                  <a:pt x="7389025" y="1749739"/>
                </a:lnTo>
                <a:lnTo>
                  <a:pt x="7389025" y="2005471"/>
                </a:lnTo>
                <a:lnTo>
                  <a:pt x="7594823" y="2108370"/>
                </a:lnTo>
                <a:lnTo>
                  <a:pt x="7800621" y="2005471"/>
                </a:lnTo>
                <a:lnTo>
                  <a:pt x="7800621" y="1749739"/>
                </a:lnTo>
                <a:lnTo>
                  <a:pt x="7594823" y="1646840"/>
                </a:lnTo>
                <a:close/>
                <a:moveTo>
                  <a:pt x="7058790" y="1715791"/>
                </a:moveTo>
                <a:lnTo>
                  <a:pt x="6925676" y="1782347"/>
                </a:lnTo>
                <a:lnTo>
                  <a:pt x="6925676" y="1947759"/>
                </a:lnTo>
                <a:lnTo>
                  <a:pt x="7058790" y="2014317"/>
                </a:lnTo>
                <a:lnTo>
                  <a:pt x="7191904" y="1947759"/>
                </a:lnTo>
                <a:lnTo>
                  <a:pt x="7191904" y="1782347"/>
                </a:lnTo>
                <a:lnTo>
                  <a:pt x="7058790" y="1715791"/>
                </a:lnTo>
                <a:close/>
                <a:moveTo>
                  <a:pt x="6581841" y="1717460"/>
                </a:moveTo>
                <a:lnTo>
                  <a:pt x="6492245" y="1762258"/>
                </a:lnTo>
                <a:lnTo>
                  <a:pt x="6492245" y="1873594"/>
                </a:lnTo>
                <a:lnTo>
                  <a:pt x="6581841" y="1918392"/>
                </a:lnTo>
                <a:lnTo>
                  <a:pt x="6671438" y="1873594"/>
                </a:lnTo>
                <a:lnTo>
                  <a:pt x="6671438" y="1762258"/>
                </a:lnTo>
                <a:lnTo>
                  <a:pt x="6581841" y="1717460"/>
                </a:lnTo>
                <a:close/>
                <a:moveTo>
                  <a:pt x="6230891" y="1755112"/>
                </a:moveTo>
                <a:lnTo>
                  <a:pt x="6155978" y="1792569"/>
                </a:lnTo>
                <a:lnTo>
                  <a:pt x="6155978" y="1885658"/>
                </a:lnTo>
                <a:lnTo>
                  <a:pt x="6230891" y="1923115"/>
                </a:lnTo>
                <a:lnTo>
                  <a:pt x="6305805" y="1885658"/>
                </a:lnTo>
                <a:lnTo>
                  <a:pt x="6305805" y="1792569"/>
                </a:lnTo>
                <a:lnTo>
                  <a:pt x="6230891" y="1755112"/>
                </a:lnTo>
                <a:close/>
                <a:moveTo>
                  <a:pt x="5903569" y="1755113"/>
                </a:moveTo>
                <a:lnTo>
                  <a:pt x="5859760" y="1777018"/>
                </a:lnTo>
                <a:lnTo>
                  <a:pt x="5859760" y="1831457"/>
                </a:lnTo>
                <a:lnTo>
                  <a:pt x="5903569" y="1853361"/>
                </a:lnTo>
                <a:lnTo>
                  <a:pt x="5947378" y="1831457"/>
                </a:lnTo>
                <a:lnTo>
                  <a:pt x="5947378" y="1777018"/>
                </a:lnTo>
                <a:lnTo>
                  <a:pt x="5903569" y="1755113"/>
                </a:lnTo>
                <a:close/>
                <a:moveTo>
                  <a:pt x="5438959" y="1773893"/>
                </a:moveTo>
                <a:lnTo>
                  <a:pt x="5414615" y="1786065"/>
                </a:lnTo>
                <a:lnTo>
                  <a:pt x="5414615" y="1815914"/>
                </a:lnTo>
                <a:lnTo>
                  <a:pt x="5438959" y="1828086"/>
                </a:lnTo>
                <a:lnTo>
                  <a:pt x="5463302" y="1815914"/>
                </a:lnTo>
                <a:lnTo>
                  <a:pt x="5463302" y="1786065"/>
                </a:lnTo>
                <a:lnTo>
                  <a:pt x="5438959" y="1773893"/>
                </a:lnTo>
                <a:close/>
                <a:moveTo>
                  <a:pt x="7904930" y="2128392"/>
                </a:moveTo>
                <a:lnTo>
                  <a:pt x="7688203" y="2236755"/>
                </a:lnTo>
                <a:lnTo>
                  <a:pt x="7688203" y="2506069"/>
                </a:lnTo>
                <a:lnTo>
                  <a:pt x="7904930" y="2614433"/>
                </a:lnTo>
                <a:lnTo>
                  <a:pt x="8121658" y="2506069"/>
                </a:lnTo>
                <a:lnTo>
                  <a:pt x="8121658" y="2236755"/>
                </a:lnTo>
                <a:lnTo>
                  <a:pt x="7904930" y="2128392"/>
                </a:lnTo>
                <a:close/>
                <a:moveTo>
                  <a:pt x="8203982" y="2590848"/>
                </a:moveTo>
                <a:lnTo>
                  <a:pt x="7958742" y="2713468"/>
                </a:lnTo>
                <a:lnTo>
                  <a:pt x="7958742" y="3018216"/>
                </a:lnTo>
                <a:lnTo>
                  <a:pt x="8203982" y="3140836"/>
                </a:lnTo>
                <a:lnTo>
                  <a:pt x="8449222" y="3018216"/>
                </a:lnTo>
                <a:lnTo>
                  <a:pt x="8449222" y="2713468"/>
                </a:lnTo>
                <a:lnTo>
                  <a:pt x="8203982" y="2590848"/>
                </a:lnTo>
                <a:close/>
                <a:moveTo>
                  <a:pt x="8482026" y="3037978"/>
                </a:moveTo>
                <a:lnTo>
                  <a:pt x="8207084" y="3175450"/>
                </a:lnTo>
                <a:lnTo>
                  <a:pt x="8207084" y="3517106"/>
                </a:lnTo>
                <a:lnTo>
                  <a:pt x="8482026" y="3654564"/>
                </a:lnTo>
                <a:lnTo>
                  <a:pt x="8506982" y="3642086"/>
                </a:lnTo>
                <a:lnTo>
                  <a:pt x="8506982" y="3982453"/>
                </a:lnTo>
                <a:lnTo>
                  <a:pt x="8781924" y="4119924"/>
                </a:lnTo>
                <a:lnTo>
                  <a:pt x="9056868" y="3982453"/>
                </a:lnTo>
                <a:lnTo>
                  <a:pt x="9056868" y="3640797"/>
                </a:lnTo>
                <a:lnTo>
                  <a:pt x="8781924" y="3503341"/>
                </a:lnTo>
                <a:lnTo>
                  <a:pt x="8756968" y="3515818"/>
                </a:lnTo>
                <a:lnTo>
                  <a:pt x="8756968" y="3175450"/>
                </a:lnTo>
                <a:lnTo>
                  <a:pt x="8482026" y="3037978"/>
                </a:lnTo>
                <a:close/>
                <a:moveTo>
                  <a:pt x="9070218" y="3996141"/>
                </a:moveTo>
                <a:lnTo>
                  <a:pt x="8795276" y="4133611"/>
                </a:lnTo>
                <a:lnTo>
                  <a:pt x="8795276" y="4475268"/>
                </a:lnTo>
                <a:lnTo>
                  <a:pt x="9070218" y="4612739"/>
                </a:lnTo>
                <a:lnTo>
                  <a:pt x="9345160" y="4475268"/>
                </a:lnTo>
                <a:lnTo>
                  <a:pt x="9345160" y="4133611"/>
                </a:lnTo>
                <a:lnTo>
                  <a:pt x="9070218" y="3996141"/>
                </a:lnTo>
                <a:close/>
                <a:moveTo>
                  <a:pt x="9362552" y="4482404"/>
                </a:moveTo>
                <a:lnTo>
                  <a:pt x="9087610" y="4619875"/>
                </a:lnTo>
                <a:lnTo>
                  <a:pt x="9087610" y="4961532"/>
                </a:lnTo>
                <a:lnTo>
                  <a:pt x="9362552" y="5099003"/>
                </a:lnTo>
                <a:lnTo>
                  <a:pt x="9637494" y="4961532"/>
                </a:lnTo>
                <a:lnTo>
                  <a:pt x="9637494" y="4619875"/>
                </a:lnTo>
                <a:lnTo>
                  <a:pt x="9362552" y="4482404"/>
                </a:lnTo>
                <a:close/>
                <a:moveTo>
                  <a:pt x="9647676" y="4968147"/>
                </a:moveTo>
                <a:lnTo>
                  <a:pt x="9372734" y="5105618"/>
                </a:lnTo>
                <a:lnTo>
                  <a:pt x="9372734" y="5447275"/>
                </a:lnTo>
                <a:lnTo>
                  <a:pt x="9647676" y="5584746"/>
                </a:lnTo>
                <a:lnTo>
                  <a:pt x="9922620" y="5447275"/>
                </a:lnTo>
                <a:lnTo>
                  <a:pt x="9922620" y="5105618"/>
                </a:lnTo>
                <a:lnTo>
                  <a:pt x="9647676" y="4968147"/>
                </a:lnTo>
                <a:close/>
                <a:moveTo>
                  <a:pt x="9919444" y="5449461"/>
                </a:moveTo>
                <a:lnTo>
                  <a:pt x="9644500" y="5586933"/>
                </a:lnTo>
                <a:lnTo>
                  <a:pt x="9644500" y="5928589"/>
                </a:lnTo>
                <a:lnTo>
                  <a:pt x="9919444" y="6066060"/>
                </a:lnTo>
                <a:lnTo>
                  <a:pt x="10194386" y="5928589"/>
                </a:lnTo>
                <a:lnTo>
                  <a:pt x="10194386" y="5586933"/>
                </a:lnTo>
                <a:lnTo>
                  <a:pt x="9919444" y="5449461"/>
                </a:lnTo>
                <a:close/>
                <a:moveTo>
                  <a:pt x="10199386" y="5927898"/>
                </a:moveTo>
                <a:lnTo>
                  <a:pt x="9924444" y="6065370"/>
                </a:lnTo>
                <a:lnTo>
                  <a:pt x="9924444" y="6407026"/>
                </a:lnTo>
                <a:lnTo>
                  <a:pt x="10199386" y="6544497"/>
                </a:lnTo>
                <a:lnTo>
                  <a:pt x="10474330" y="6407026"/>
                </a:lnTo>
                <a:lnTo>
                  <a:pt x="10474330" y="6065370"/>
                </a:lnTo>
                <a:lnTo>
                  <a:pt x="10199386" y="5927898"/>
                </a:lnTo>
                <a:close/>
                <a:moveTo>
                  <a:pt x="7335196" y="2166795"/>
                </a:moveTo>
                <a:lnTo>
                  <a:pt x="7159235" y="2254776"/>
                </a:lnTo>
                <a:lnTo>
                  <a:pt x="7159235" y="2473432"/>
                </a:lnTo>
                <a:lnTo>
                  <a:pt x="7335196" y="2561413"/>
                </a:lnTo>
                <a:lnTo>
                  <a:pt x="7511158" y="2473432"/>
                </a:lnTo>
                <a:lnTo>
                  <a:pt x="7511158" y="2254776"/>
                </a:lnTo>
                <a:lnTo>
                  <a:pt x="7335196" y="2166795"/>
                </a:lnTo>
                <a:close/>
                <a:moveTo>
                  <a:pt x="6435326" y="2170928"/>
                </a:moveTo>
                <a:lnTo>
                  <a:pt x="6360413" y="2208385"/>
                </a:lnTo>
                <a:lnTo>
                  <a:pt x="6360413" y="2301474"/>
                </a:lnTo>
                <a:lnTo>
                  <a:pt x="6435326" y="2338931"/>
                </a:lnTo>
                <a:lnTo>
                  <a:pt x="6510240" y="2301474"/>
                </a:lnTo>
                <a:lnTo>
                  <a:pt x="6510240" y="2208385"/>
                </a:lnTo>
                <a:lnTo>
                  <a:pt x="6435326" y="2170928"/>
                </a:lnTo>
                <a:close/>
                <a:moveTo>
                  <a:pt x="6859503" y="2184717"/>
                </a:moveTo>
                <a:lnTo>
                  <a:pt x="6748827" y="2240055"/>
                </a:lnTo>
                <a:lnTo>
                  <a:pt x="6748827" y="2377586"/>
                </a:lnTo>
                <a:lnTo>
                  <a:pt x="6859503" y="2432924"/>
                </a:lnTo>
                <a:lnTo>
                  <a:pt x="6970180" y="2377586"/>
                </a:lnTo>
                <a:lnTo>
                  <a:pt x="6970180" y="2240055"/>
                </a:lnTo>
                <a:lnTo>
                  <a:pt x="6859503" y="2184717"/>
                </a:lnTo>
                <a:close/>
                <a:moveTo>
                  <a:pt x="5967726" y="2186474"/>
                </a:moveTo>
                <a:lnTo>
                  <a:pt x="5903569" y="2218552"/>
                </a:lnTo>
                <a:lnTo>
                  <a:pt x="5903569" y="2298277"/>
                </a:lnTo>
                <a:lnTo>
                  <a:pt x="5967726" y="2330355"/>
                </a:lnTo>
                <a:lnTo>
                  <a:pt x="6031884" y="2298277"/>
                </a:lnTo>
                <a:lnTo>
                  <a:pt x="6031884" y="2218552"/>
                </a:lnTo>
                <a:lnTo>
                  <a:pt x="5967726" y="2186474"/>
                </a:lnTo>
                <a:close/>
                <a:moveTo>
                  <a:pt x="5518132" y="2222643"/>
                </a:moveTo>
                <a:lnTo>
                  <a:pt x="5474323" y="2244548"/>
                </a:lnTo>
                <a:lnTo>
                  <a:pt x="5474323" y="2298987"/>
                </a:lnTo>
                <a:lnTo>
                  <a:pt x="5518132" y="2320891"/>
                </a:lnTo>
                <a:lnTo>
                  <a:pt x="5561941" y="2298987"/>
                </a:lnTo>
                <a:lnTo>
                  <a:pt x="5561941" y="2244548"/>
                </a:lnTo>
                <a:lnTo>
                  <a:pt x="5518132" y="2222643"/>
                </a:lnTo>
                <a:close/>
                <a:moveTo>
                  <a:pt x="5035412" y="2227832"/>
                </a:moveTo>
                <a:lnTo>
                  <a:pt x="5011068" y="2240003"/>
                </a:lnTo>
                <a:lnTo>
                  <a:pt x="5011068" y="2269853"/>
                </a:lnTo>
                <a:lnTo>
                  <a:pt x="5035412" y="2282025"/>
                </a:lnTo>
                <a:lnTo>
                  <a:pt x="5059756" y="2269853"/>
                </a:lnTo>
                <a:lnTo>
                  <a:pt x="5059756" y="2240003"/>
                </a:lnTo>
                <a:lnTo>
                  <a:pt x="5035412" y="2227832"/>
                </a:lnTo>
                <a:close/>
                <a:moveTo>
                  <a:pt x="7617293" y="2627332"/>
                </a:moveTo>
                <a:lnTo>
                  <a:pt x="7411496" y="2730231"/>
                </a:lnTo>
                <a:lnTo>
                  <a:pt x="7411496" y="2985963"/>
                </a:lnTo>
                <a:lnTo>
                  <a:pt x="7617293" y="3088861"/>
                </a:lnTo>
                <a:lnTo>
                  <a:pt x="7823091" y="2985963"/>
                </a:lnTo>
                <a:lnTo>
                  <a:pt x="7823091" y="2730231"/>
                </a:lnTo>
                <a:lnTo>
                  <a:pt x="7617293" y="2627332"/>
                </a:lnTo>
                <a:close/>
                <a:moveTo>
                  <a:pt x="6122375" y="2633324"/>
                </a:moveTo>
                <a:lnTo>
                  <a:pt x="6044232" y="2672396"/>
                </a:lnTo>
                <a:lnTo>
                  <a:pt x="6044232" y="2769499"/>
                </a:lnTo>
                <a:lnTo>
                  <a:pt x="6122375" y="2808570"/>
                </a:lnTo>
                <a:lnTo>
                  <a:pt x="6200518" y="2769499"/>
                </a:lnTo>
                <a:lnTo>
                  <a:pt x="6200518" y="2672396"/>
                </a:lnTo>
                <a:lnTo>
                  <a:pt x="6122375" y="2633324"/>
                </a:lnTo>
                <a:close/>
                <a:moveTo>
                  <a:pt x="6644163" y="2657813"/>
                </a:moveTo>
                <a:lnTo>
                  <a:pt x="6551455" y="2704168"/>
                </a:lnTo>
                <a:lnTo>
                  <a:pt x="6551455" y="2819373"/>
                </a:lnTo>
                <a:lnTo>
                  <a:pt x="6644163" y="2865728"/>
                </a:lnTo>
                <a:lnTo>
                  <a:pt x="6736873" y="2819373"/>
                </a:lnTo>
                <a:lnTo>
                  <a:pt x="6736873" y="2704168"/>
                </a:lnTo>
                <a:lnTo>
                  <a:pt x="6644163" y="2657813"/>
                </a:lnTo>
                <a:close/>
                <a:moveTo>
                  <a:pt x="7107605" y="2693826"/>
                </a:moveTo>
                <a:lnTo>
                  <a:pt x="6992072" y="2751593"/>
                </a:lnTo>
                <a:lnTo>
                  <a:pt x="6992072" y="2895158"/>
                </a:lnTo>
                <a:lnTo>
                  <a:pt x="7107605" y="2952924"/>
                </a:lnTo>
                <a:lnTo>
                  <a:pt x="7223138" y="2895158"/>
                </a:lnTo>
                <a:lnTo>
                  <a:pt x="7223138" y="2751593"/>
                </a:lnTo>
                <a:lnTo>
                  <a:pt x="7107605" y="2693826"/>
                </a:lnTo>
                <a:close/>
                <a:moveTo>
                  <a:pt x="5670985" y="2685599"/>
                </a:moveTo>
                <a:lnTo>
                  <a:pt x="5627176" y="2707504"/>
                </a:lnTo>
                <a:lnTo>
                  <a:pt x="5627176" y="2761943"/>
                </a:lnTo>
                <a:lnTo>
                  <a:pt x="5670985" y="2783847"/>
                </a:lnTo>
                <a:lnTo>
                  <a:pt x="5714794" y="2761943"/>
                </a:lnTo>
                <a:lnTo>
                  <a:pt x="5714794" y="2707504"/>
                </a:lnTo>
                <a:lnTo>
                  <a:pt x="5670985" y="2685599"/>
                </a:lnTo>
                <a:close/>
                <a:moveTo>
                  <a:pt x="5206808" y="2715087"/>
                </a:moveTo>
                <a:lnTo>
                  <a:pt x="5183947" y="2726517"/>
                </a:lnTo>
                <a:lnTo>
                  <a:pt x="5183947" y="2754923"/>
                </a:lnTo>
                <a:lnTo>
                  <a:pt x="5206808" y="2766353"/>
                </a:lnTo>
                <a:lnTo>
                  <a:pt x="5229666" y="2754923"/>
                </a:lnTo>
                <a:lnTo>
                  <a:pt x="5229666" y="2726517"/>
                </a:lnTo>
                <a:lnTo>
                  <a:pt x="5206808" y="2715087"/>
                </a:lnTo>
                <a:close/>
                <a:moveTo>
                  <a:pt x="7892180" y="3094664"/>
                </a:moveTo>
                <a:lnTo>
                  <a:pt x="7675453" y="3203028"/>
                </a:lnTo>
                <a:lnTo>
                  <a:pt x="7675453" y="3472342"/>
                </a:lnTo>
                <a:lnTo>
                  <a:pt x="7892180" y="3580700"/>
                </a:lnTo>
                <a:lnTo>
                  <a:pt x="8108907" y="3472342"/>
                </a:lnTo>
                <a:lnTo>
                  <a:pt x="8108907" y="3203028"/>
                </a:lnTo>
                <a:lnTo>
                  <a:pt x="7892180" y="3094664"/>
                </a:lnTo>
                <a:close/>
                <a:moveTo>
                  <a:pt x="8150165" y="3546165"/>
                </a:moveTo>
                <a:lnTo>
                  <a:pt x="7899108" y="3671684"/>
                </a:lnTo>
                <a:lnTo>
                  <a:pt x="7899108" y="3983659"/>
                </a:lnTo>
                <a:lnTo>
                  <a:pt x="8150165" y="4109187"/>
                </a:lnTo>
                <a:lnTo>
                  <a:pt x="8401222" y="3983659"/>
                </a:lnTo>
                <a:lnTo>
                  <a:pt x="8401222" y="3671684"/>
                </a:lnTo>
                <a:lnTo>
                  <a:pt x="8150165" y="3546165"/>
                </a:lnTo>
                <a:close/>
                <a:moveTo>
                  <a:pt x="8486104" y="4001891"/>
                </a:moveTo>
                <a:lnTo>
                  <a:pt x="8211162" y="4139362"/>
                </a:lnTo>
                <a:lnTo>
                  <a:pt x="8211162" y="4481019"/>
                </a:lnTo>
                <a:lnTo>
                  <a:pt x="8486104" y="4618490"/>
                </a:lnTo>
                <a:lnTo>
                  <a:pt x="8761046" y="4481019"/>
                </a:lnTo>
                <a:lnTo>
                  <a:pt x="8761046" y="4139362"/>
                </a:lnTo>
                <a:lnTo>
                  <a:pt x="8486104" y="4001891"/>
                </a:lnTo>
                <a:close/>
                <a:moveTo>
                  <a:pt x="8767578" y="4512830"/>
                </a:moveTo>
                <a:lnTo>
                  <a:pt x="8521946" y="4635646"/>
                </a:lnTo>
                <a:lnTo>
                  <a:pt x="8521946" y="4940879"/>
                </a:lnTo>
                <a:lnTo>
                  <a:pt x="8767578" y="5063695"/>
                </a:lnTo>
                <a:lnTo>
                  <a:pt x="9013212" y="4940879"/>
                </a:lnTo>
                <a:lnTo>
                  <a:pt x="9013212" y="4635646"/>
                </a:lnTo>
                <a:lnTo>
                  <a:pt x="8767578" y="4512830"/>
                </a:lnTo>
                <a:close/>
                <a:moveTo>
                  <a:pt x="9084352" y="4967251"/>
                </a:moveTo>
                <a:lnTo>
                  <a:pt x="8809410" y="5104722"/>
                </a:lnTo>
                <a:lnTo>
                  <a:pt x="8809410" y="5446379"/>
                </a:lnTo>
                <a:lnTo>
                  <a:pt x="9084352" y="5583850"/>
                </a:lnTo>
                <a:lnTo>
                  <a:pt x="9359294" y="5446379"/>
                </a:lnTo>
                <a:lnTo>
                  <a:pt x="9359294" y="5104722"/>
                </a:lnTo>
                <a:lnTo>
                  <a:pt x="9084352" y="4967251"/>
                </a:lnTo>
                <a:close/>
                <a:moveTo>
                  <a:pt x="9364086" y="5449460"/>
                </a:moveTo>
                <a:lnTo>
                  <a:pt x="9089144" y="5586931"/>
                </a:lnTo>
                <a:lnTo>
                  <a:pt x="9089144" y="5928589"/>
                </a:lnTo>
                <a:lnTo>
                  <a:pt x="9364086" y="6066060"/>
                </a:lnTo>
                <a:lnTo>
                  <a:pt x="9639030" y="5928589"/>
                </a:lnTo>
                <a:lnTo>
                  <a:pt x="9639030" y="5586931"/>
                </a:lnTo>
                <a:lnTo>
                  <a:pt x="9364086" y="5449460"/>
                </a:lnTo>
                <a:close/>
                <a:moveTo>
                  <a:pt x="9642568" y="5928535"/>
                </a:moveTo>
                <a:lnTo>
                  <a:pt x="9367626" y="6066006"/>
                </a:lnTo>
                <a:lnTo>
                  <a:pt x="9367626" y="6407663"/>
                </a:lnTo>
                <a:lnTo>
                  <a:pt x="9642568" y="6545134"/>
                </a:lnTo>
                <a:lnTo>
                  <a:pt x="9917510" y="6407663"/>
                </a:lnTo>
                <a:lnTo>
                  <a:pt x="9917510" y="6066006"/>
                </a:lnTo>
                <a:lnTo>
                  <a:pt x="9642568" y="5928535"/>
                </a:lnTo>
                <a:close/>
                <a:moveTo>
                  <a:pt x="7314387" y="3103667"/>
                </a:moveTo>
                <a:lnTo>
                  <a:pt x="7116564" y="3202579"/>
                </a:lnTo>
                <a:lnTo>
                  <a:pt x="7116564" y="3448403"/>
                </a:lnTo>
                <a:lnTo>
                  <a:pt x="7314387" y="3547315"/>
                </a:lnTo>
                <a:lnTo>
                  <a:pt x="7512211" y="3448403"/>
                </a:lnTo>
                <a:lnTo>
                  <a:pt x="7512211" y="3202579"/>
                </a:lnTo>
                <a:lnTo>
                  <a:pt x="7314387" y="3103667"/>
                </a:lnTo>
                <a:close/>
                <a:moveTo>
                  <a:pt x="6690890" y="3120392"/>
                </a:moveTo>
                <a:lnTo>
                  <a:pt x="6547601" y="3192037"/>
                </a:lnTo>
                <a:lnTo>
                  <a:pt x="6547601" y="3370095"/>
                </a:lnTo>
                <a:lnTo>
                  <a:pt x="6690890" y="3441740"/>
                </a:lnTo>
                <a:lnTo>
                  <a:pt x="6834180" y="3370095"/>
                </a:lnTo>
                <a:lnTo>
                  <a:pt x="6834180" y="3192037"/>
                </a:lnTo>
                <a:lnTo>
                  <a:pt x="6690890" y="3120392"/>
                </a:lnTo>
                <a:close/>
                <a:moveTo>
                  <a:pt x="6168776" y="3174143"/>
                </a:moveTo>
                <a:lnTo>
                  <a:pt x="6090634" y="3213214"/>
                </a:lnTo>
                <a:lnTo>
                  <a:pt x="6090634" y="3310317"/>
                </a:lnTo>
                <a:lnTo>
                  <a:pt x="6168776" y="3349388"/>
                </a:lnTo>
                <a:lnTo>
                  <a:pt x="6246918" y="3310317"/>
                </a:lnTo>
                <a:lnTo>
                  <a:pt x="6246918" y="3213214"/>
                </a:lnTo>
                <a:lnTo>
                  <a:pt x="6168776" y="3174143"/>
                </a:lnTo>
                <a:close/>
                <a:moveTo>
                  <a:pt x="5737248" y="3220909"/>
                </a:moveTo>
                <a:lnTo>
                  <a:pt x="5714387" y="3232339"/>
                </a:lnTo>
                <a:lnTo>
                  <a:pt x="5714387" y="3260745"/>
                </a:lnTo>
                <a:lnTo>
                  <a:pt x="5737248" y="3272175"/>
                </a:lnTo>
                <a:lnTo>
                  <a:pt x="5760106" y="3260745"/>
                </a:lnTo>
                <a:lnTo>
                  <a:pt x="5760106" y="3232339"/>
                </a:lnTo>
                <a:lnTo>
                  <a:pt x="5737248" y="3220909"/>
                </a:lnTo>
                <a:close/>
                <a:moveTo>
                  <a:pt x="7571111" y="3574267"/>
                </a:moveTo>
                <a:lnTo>
                  <a:pt x="7354384" y="3682631"/>
                </a:lnTo>
                <a:lnTo>
                  <a:pt x="7354384" y="3951946"/>
                </a:lnTo>
                <a:lnTo>
                  <a:pt x="7571111" y="4060309"/>
                </a:lnTo>
                <a:lnTo>
                  <a:pt x="7787838" y="3951946"/>
                </a:lnTo>
                <a:lnTo>
                  <a:pt x="7787838" y="3682631"/>
                </a:lnTo>
                <a:lnTo>
                  <a:pt x="7571111" y="3574267"/>
                </a:lnTo>
                <a:close/>
                <a:moveTo>
                  <a:pt x="7903520" y="4052461"/>
                </a:moveTo>
                <a:lnTo>
                  <a:pt x="7667348" y="4170547"/>
                </a:lnTo>
                <a:lnTo>
                  <a:pt x="7667348" y="4464025"/>
                </a:lnTo>
                <a:lnTo>
                  <a:pt x="7903520" y="4582111"/>
                </a:lnTo>
                <a:lnTo>
                  <a:pt x="8139693" y="4464026"/>
                </a:lnTo>
                <a:lnTo>
                  <a:pt x="8139693" y="4170547"/>
                </a:lnTo>
                <a:lnTo>
                  <a:pt x="7903520" y="4052461"/>
                </a:lnTo>
                <a:close/>
                <a:moveTo>
                  <a:pt x="8186910" y="4527639"/>
                </a:moveTo>
                <a:lnTo>
                  <a:pt x="7935853" y="4653167"/>
                </a:lnTo>
                <a:lnTo>
                  <a:pt x="7935853" y="4965142"/>
                </a:lnTo>
                <a:lnTo>
                  <a:pt x="8186910" y="5090671"/>
                </a:lnTo>
                <a:lnTo>
                  <a:pt x="8437968" y="4965143"/>
                </a:lnTo>
                <a:lnTo>
                  <a:pt x="8437968" y="4653168"/>
                </a:lnTo>
                <a:lnTo>
                  <a:pt x="8186910" y="4527639"/>
                </a:lnTo>
                <a:close/>
                <a:moveTo>
                  <a:pt x="8485504" y="5007158"/>
                </a:moveTo>
                <a:lnTo>
                  <a:pt x="8234447" y="5132687"/>
                </a:lnTo>
                <a:lnTo>
                  <a:pt x="8234447" y="5444662"/>
                </a:lnTo>
                <a:lnTo>
                  <a:pt x="8485504" y="5570190"/>
                </a:lnTo>
                <a:lnTo>
                  <a:pt x="8736562" y="5444662"/>
                </a:lnTo>
                <a:lnTo>
                  <a:pt x="8736562" y="5132687"/>
                </a:lnTo>
                <a:lnTo>
                  <a:pt x="8485504" y="5007158"/>
                </a:lnTo>
                <a:close/>
                <a:moveTo>
                  <a:pt x="8767322" y="5448545"/>
                </a:moveTo>
                <a:lnTo>
                  <a:pt x="8492378" y="5586017"/>
                </a:lnTo>
                <a:lnTo>
                  <a:pt x="8492378" y="5927673"/>
                </a:lnTo>
                <a:lnTo>
                  <a:pt x="8767322" y="6065144"/>
                </a:lnTo>
                <a:lnTo>
                  <a:pt x="9042266" y="5927673"/>
                </a:lnTo>
                <a:lnTo>
                  <a:pt x="9042266" y="5586017"/>
                </a:lnTo>
                <a:lnTo>
                  <a:pt x="8767322" y="5448545"/>
                </a:lnTo>
                <a:close/>
                <a:moveTo>
                  <a:pt x="9055612" y="5929859"/>
                </a:moveTo>
                <a:lnTo>
                  <a:pt x="8780670" y="6067330"/>
                </a:lnTo>
                <a:lnTo>
                  <a:pt x="8780670" y="6408987"/>
                </a:lnTo>
                <a:lnTo>
                  <a:pt x="9055612" y="6546458"/>
                </a:lnTo>
                <a:lnTo>
                  <a:pt x="9330556" y="6408987"/>
                </a:lnTo>
                <a:lnTo>
                  <a:pt x="9330556" y="6067330"/>
                </a:lnTo>
                <a:lnTo>
                  <a:pt x="9055612" y="5929859"/>
                </a:lnTo>
                <a:close/>
                <a:moveTo>
                  <a:pt x="6955480" y="3635774"/>
                </a:moveTo>
                <a:lnTo>
                  <a:pt x="6796360" y="3715334"/>
                </a:lnTo>
                <a:lnTo>
                  <a:pt x="6796360" y="3913064"/>
                </a:lnTo>
                <a:lnTo>
                  <a:pt x="6955480" y="3992624"/>
                </a:lnTo>
                <a:lnTo>
                  <a:pt x="7114600" y="3913064"/>
                </a:lnTo>
                <a:lnTo>
                  <a:pt x="7114600" y="3715334"/>
                </a:lnTo>
                <a:lnTo>
                  <a:pt x="6955480" y="3635774"/>
                </a:lnTo>
                <a:close/>
                <a:moveTo>
                  <a:pt x="6463687" y="3675490"/>
                </a:moveTo>
                <a:lnTo>
                  <a:pt x="6353012" y="3730828"/>
                </a:lnTo>
                <a:lnTo>
                  <a:pt x="6353012" y="3868360"/>
                </a:lnTo>
                <a:lnTo>
                  <a:pt x="6463687" y="3923698"/>
                </a:lnTo>
                <a:lnTo>
                  <a:pt x="6574365" y="3868360"/>
                </a:lnTo>
                <a:lnTo>
                  <a:pt x="6574365" y="3730828"/>
                </a:lnTo>
                <a:lnTo>
                  <a:pt x="6463687" y="3675490"/>
                </a:lnTo>
                <a:close/>
                <a:moveTo>
                  <a:pt x="5998807" y="3705736"/>
                </a:moveTo>
                <a:lnTo>
                  <a:pt x="5920664" y="3744807"/>
                </a:lnTo>
                <a:lnTo>
                  <a:pt x="5920664" y="3841910"/>
                </a:lnTo>
                <a:lnTo>
                  <a:pt x="5998807" y="3880981"/>
                </a:lnTo>
                <a:lnTo>
                  <a:pt x="6076948" y="3841910"/>
                </a:lnTo>
                <a:lnTo>
                  <a:pt x="6076948" y="3744807"/>
                </a:lnTo>
                <a:lnTo>
                  <a:pt x="5998807" y="3705736"/>
                </a:lnTo>
                <a:close/>
                <a:moveTo>
                  <a:pt x="5579163" y="3767726"/>
                </a:moveTo>
                <a:lnTo>
                  <a:pt x="5556304" y="3779156"/>
                </a:lnTo>
                <a:lnTo>
                  <a:pt x="5556304" y="3807562"/>
                </a:lnTo>
                <a:lnTo>
                  <a:pt x="5579163" y="3818992"/>
                </a:lnTo>
                <a:lnTo>
                  <a:pt x="5602023" y="3807562"/>
                </a:lnTo>
                <a:lnTo>
                  <a:pt x="5602023" y="3779156"/>
                </a:lnTo>
                <a:lnTo>
                  <a:pt x="5579163" y="3767726"/>
                </a:lnTo>
                <a:close/>
                <a:moveTo>
                  <a:pt x="7404573" y="4124936"/>
                </a:moveTo>
                <a:lnTo>
                  <a:pt x="7221306" y="4216570"/>
                </a:lnTo>
                <a:lnTo>
                  <a:pt x="7221306" y="4444306"/>
                </a:lnTo>
                <a:lnTo>
                  <a:pt x="7404573" y="4535940"/>
                </a:lnTo>
                <a:lnTo>
                  <a:pt x="7587841" y="4444306"/>
                </a:lnTo>
                <a:lnTo>
                  <a:pt x="7587841" y="4216570"/>
                </a:lnTo>
                <a:lnTo>
                  <a:pt x="7404573" y="4124936"/>
                </a:lnTo>
                <a:close/>
                <a:moveTo>
                  <a:pt x="6841225" y="4153519"/>
                </a:moveTo>
                <a:lnTo>
                  <a:pt x="6695178" y="4226543"/>
                </a:lnTo>
                <a:lnTo>
                  <a:pt x="6695178" y="4408027"/>
                </a:lnTo>
                <a:lnTo>
                  <a:pt x="6841225" y="4481051"/>
                </a:lnTo>
                <a:lnTo>
                  <a:pt x="6987273" y="4408027"/>
                </a:lnTo>
                <a:lnTo>
                  <a:pt x="6987273" y="4226543"/>
                </a:lnTo>
                <a:lnTo>
                  <a:pt x="6841225" y="4153519"/>
                </a:lnTo>
                <a:close/>
                <a:moveTo>
                  <a:pt x="6303048" y="4182996"/>
                </a:moveTo>
                <a:lnTo>
                  <a:pt x="6192372" y="4238334"/>
                </a:lnTo>
                <a:lnTo>
                  <a:pt x="6192372" y="4375866"/>
                </a:lnTo>
                <a:lnTo>
                  <a:pt x="6303048" y="4431204"/>
                </a:lnTo>
                <a:lnTo>
                  <a:pt x="6413725" y="4375866"/>
                </a:lnTo>
                <a:lnTo>
                  <a:pt x="6413725" y="4238334"/>
                </a:lnTo>
                <a:lnTo>
                  <a:pt x="6303048" y="4182996"/>
                </a:lnTo>
                <a:close/>
                <a:moveTo>
                  <a:pt x="5819986" y="4213983"/>
                </a:moveTo>
                <a:lnTo>
                  <a:pt x="5741845" y="4253054"/>
                </a:lnTo>
                <a:lnTo>
                  <a:pt x="5741845" y="4350157"/>
                </a:lnTo>
                <a:lnTo>
                  <a:pt x="5819986" y="4389228"/>
                </a:lnTo>
                <a:lnTo>
                  <a:pt x="5898128" y="4350157"/>
                </a:lnTo>
                <a:lnTo>
                  <a:pt x="5898128" y="4253054"/>
                </a:lnTo>
                <a:lnTo>
                  <a:pt x="5819986" y="4213983"/>
                </a:lnTo>
                <a:close/>
                <a:moveTo>
                  <a:pt x="5271116" y="4257315"/>
                </a:moveTo>
                <a:lnTo>
                  <a:pt x="5248256" y="4268745"/>
                </a:lnTo>
                <a:lnTo>
                  <a:pt x="5248256" y="4297151"/>
                </a:lnTo>
                <a:lnTo>
                  <a:pt x="5271116" y="4308581"/>
                </a:lnTo>
                <a:lnTo>
                  <a:pt x="5293975" y="4297151"/>
                </a:lnTo>
                <a:lnTo>
                  <a:pt x="5293975" y="4268745"/>
                </a:lnTo>
                <a:lnTo>
                  <a:pt x="5271116" y="4257315"/>
                </a:lnTo>
                <a:close/>
                <a:moveTo>
                  <a:pt x="7596184" y="4564999"/>
                </a:moveTo>
                <a:lnTo>
                  <a:pt x="7379457" y="4673363"/>
                </a:lnTo>
                <a:lnTo>
                  <a:pt x="7379457" y="4942678"/>
                </a:lnTo>
                <a:lnTo>
                  <a:pt x="7596184" y="5051041"/>
                </a:lnTo>
                <a:lnTo>
                  <a:pt x="7812911" y="4942678"/>
                </a:lnTo>
                <a:lnTo>
                  <a:pt x="7812911" y="4673363"/>
                </a:lnTo>
                <a:lnTo>
                  <a:pt x="7596184" y="4564999"/>
                </a:lnTo>
                <a:close/>
                <a:moveTo>
                  <a:pt x="7906385" y="5006314"/>
                </a:moveTo>
                <a:lnTo>
                  <a:pt x="7655328" y="5131843"/>
                </a:lnTo>
                <a:lnTo>
                  <a:pt x="7655328" y="5443818"/>
                </a:lnTo>
                <a:lnTo>
                  <a:pt x="7906385" y="5569346"/>
                </a:lnTo>
                <a:lnTo>
                  <a:pt x="8157442" y="5443819"/>
                </a:lnTo>
                <a:lnTo>
                  <a:pt x="8157442" y="5131844"/>
                </a:lnTo>
                <a:lnTo>
                  <a:pt x="7906385" y="5006314"/>
                </a:lnTo>
                <a:close/>
                <a:moveTo>
                  <a:pt x="8191090" y="5486539"/>
                </a:moveTo>
                <a:lnTo>
                  <a:pt x="7940033" y="5612067"/>
                </a:lnTo>
                <a:lnTo>
                  <a:pt x="7940033" y="5924042"/>
                </a:lnTo>
                <a:lnTo>
                  <a:pt x="8191090" y="6049571"/>
                </a:lnTo>
                <a:lnTo>
                  <a:pt x="8442148" y="5924043"/>
                </a:lnTo>
                <a:lnTo>
                  <a:pt x="8442148" y="5612068"/>
                </a:lnTo>
                <a:lnTo>
                  <a:pt x="8191090" y="5486539"/>
                </a:lnTo>
                <a:close/>
                <a:moveTo>
                  <a:pt x="8485014" y="5966058"/>
                </a:moveTo>
                <a:lnTo>
                  <a:pt x="8238390" y="6089370"/>
                </a:lnTo>
                <a:lnTo>
                  <a:pt x="8238390" y="6395838"/>
                </a:lnTo>
                <a:lnTo>
                  <a:pt x="8485014" y="6519150"/>
                </a:lnTo>
                <a:lnTo>
                  <a:pt x="8731640" y="6395838"/>
                </a:lnTo>
                <a:lnTo>
                  <a:pt x="8731640" y="6089370"/>
                </a:lnTo>
                <a:lnTo>
                  <a:pt x="8485014" y="5966058"/>
                </a:lnTo>
                <a:close/>
                <a:moveTo>
                  <a:pt x="7046747" y="4570545"/>
                </a:moveTo>
                <a:lnTo>
                  <a:pt x="6870786" y="4658526"/>
                </a:lnTo>
                <a:lnTo>
                  <a:pt x="6870786" y="4877183"/>
                </a:lnTo>
                <a:lnTo>
                  <a:pt x="7046747" y="4965164"/>
                </a:lnTo>
                <a:lnTo>
                  <a:pt x="7222709" y="4877183"/>
                </a:lnTo>
                <a:lnTo>
                  <a:pt x="7222709" y="4658526"/>
                </a:lnTo>
                <a:lnTo>
                  <a:pt x="7046747" y="4570545"/>
                </a:lnTo>
                <a:close/>
                <a:moveTo>
                  <a:pt x="6515255" y="4616677"/>
                </a:moveTo>
                <a:lnTo>
                  <a:pt x="6384997" y="4681806"/>
                </a:lnTo>
                <a:lnTo>
                  <a:pt x="6384997" y="4843672"/>
                </a:lnTo>
                <a:lnTo>
                  <a:pt x="6515255" y="4908801"/>
                </a:lnTo>
                <a:lnTo>
                  <a:pt x="6645515" y="4843672"/>
                </a:lnTo>
                <a:lnTo>
                  <a:pt x="6645515" y="4681806"/>
                </a:lnTo>
                <a:lnTo>
                  <a:pt x="6515255" y="4616677"/>
                </a:lnTo>
                <a:close/>
                <a:moveTo>
                  <a:pt x="5983300" y="4643700"/>
                </a:moveTo>
                <a:lnTo>
                  <a:pt x="5894654" y="4688023"/>
                </a:lnTo>
                <a:lnTo>
                  <a:pt x="5894654" y="4798180"/>
                </a:lnTo>
                <a:lnTo>
                  <a:pt x="5983300" y="4842503"/>
                </a:lnTo>
                <a:lnTo>
                  <a:pt x="6071947" y="4798180"/>
                </a:lnTo>
                <a:lnTo>
                  <a:pt x="6071947" y="4688023"/>
                </a:lnTo>
                <a:lnTo>
                  <a:pt x="5983300" y="4643700"/>
                </a:lnTo>
                <a:close/>
                <a:moveTo>
                  <a:pt x="5455222" y="4709281"/>
                </a:moveTo>
                <a:lnTo>
                  <a:pt x="5395818" y="4738983"/>
                </a:lnTo>
                <a:lnTo>
                  <a:pt x="5395818" y="4812801"/>
                </a:lnTo>
                <a:lnTo>
                  <a:pt x="5455222" y="4842503"/>
                </a:lnTo>
                <a:lnTo>
                  <a:pt x="5514626" y="4812801"/>
                </a:lnTo>
                <a:lnTo>
                  <a:pt x="5514626" y="4738983"/>
                </a:lnTo>
                <a:lnTo>
                  <a:pt x="5455222" y="4709281"/>
                </a:lnTo>
                <a:close/>
                <a:moveTo>
                  <a:pt x="5108409" y="4750260"/>
                </a:moveTo>
                <a:lnTo>
                  <a:pt x="5085549" y="4761690"/>
                </a:lnTo>
                <a:lnTo>
                  <a:pt x="5085549" y="4790096"/>
                </a:lnTo>
                <a:lnTo>
                  <a:pt x="5108409" y="4801526"/>
                </a:lnTo>
                <a:lnTo>
                  <a:pt x="5131268" y="4790096"/>
                </a:lnTo>
                <a:lnTo>
                  <a:pt x="5131268" y="4761690"/>
                </a:lnTo>
                <a:lnTo>
                  <a:pt x="5108409" y="4750260"/>
                </a:lnTo>
                <a:close/>
                <a:moveTo>
                  <a:pt x="7323918" y="5011496"/>
                </a:moveTo>
                <a:lnTo>
                  <a:pt x="7107191" y="5119860"/>
                </a:lnTo>
                <a:lnTo>
                  <a:pt x="7107191" y="5389175"/>
                </a:lnTo>
                <a:lnTo>
                  <a:pt x="7323918" y="5497538"/>
                </a:lnTo>
                <a:lnTo>
                  <a:pt x="7540645" y="5389175"/>
                </a:lnTo>
                <a:lnTo>
                  <a:pt x="7540645" y="5119860"/>
                </a:lnTo>
                <a:lnTo>
                  <a:pt x="7323918" y="5011496"/>
                </a:lnTo>
                <a:close/>
                <a:moveTo>
                  <a:pt x="7586942" y="5492103"/>
                </a:moveTo>
                <a:lnTo>
                  <a:pt x="7344099" y="5613525"/>
                </a:lnTo>
                <a:lnTo>
                  <a:pt x="7344099" y="5915293"/>
                </a:lnTo>
                <a:lnTo>
                  <a:pt x="7586942" y="6036714"/>
                </a:lnTo>
                <a:lnTo>
                  <a:pt x="7829785" y="5915293"/>
                </a:lnTo>
                <a:lnTo>
                  <a:pt x="7829785" y="5613525"/>
                </a:lnTo>
                <a:lnTo>
                  <a:pt x="7586942" y="5492103"/>
                </a:lnTo>
                <a:close/>
                <a:moveTo>
                  <a:pt x="7893743" y="5984365"/>
                </a:moveTo>
                <a:lnTo>
                  <a:pt x="7642686" y="6109894"/>
                </a:lnTo>
                <a:lnTo>
                  <a:pt x="7642686" y="6421869"/>
                </a:lnTo>
                <a:lnTo>
                  <a:pt x="7893743" y="6547397"/>
                </a:lnTo>
                <a:lnTo>
                  <a:pt x="8144800" y="6421870"/>
                </a:lnTo>
                <a:lnTo>
                  <a:pt x="8144800" y="6109895"/>
                </a:lnTo>
                <a:lnTo>
                  <a:pt x="7893743" y="5984365"/>
                </a:lnTo>
                <a:close/>
                <a:moveTo>
                  <a:pt x="6778762" y="5045391"/>
                </a:moveTo>
                <a:lnTo>
                  <a:pt x="6602801" y="5133372"/>
                </a:lnTo>
                <a:lnTo>
                  <a:pt x="6602801" y="5352029"/>
                </a:lnTo>
                <a:lnTo>
                  <a:pt x="6778762" y="5440010"/>
                </a:lnTo>
                <a:lnTo>
                  <a:pt x="6954723" y="5352029"/>
                </a:lnTo>
                <a:lnTo>
                  <a:pt x="6954723" y="5133372"/>
                </a:lnTo>
                <a:lnTo>
                  <a:pt x="6778762" y="5045391"/>
                </a:lnTo>
                <a:close/>
                <a:moveTo>
                  <a:pt x="6239651" y="5109604"/>
                </a:moveTo>
                <a:lnTo>
                  <a:pt x="6128974" y="5164942"/>
                </a:lnTo>
                <a:lnTo>
                  <a:pt x="6128974" y="5302474"/>
                </a:lnTo>
                <a:lnTo>
                  <a:pt x="6239651" y="5357812"/>
                </a:lnTo>
                <a:lnTo>
                  <a:pt x="6350327" y="5302474"/>
                </a:lnTo>
                <a:lnTo>
                  <a:pt x="6350327" y="5164942"/>
                </a:lnTo>
                <a:lnTo>
                  <a:pt x="6239651" y="5109604"/>
                </a:lnTo>
                <a:close/>
                <a:moveTo>
                  <a:pt x="5763513" y="5145271"/>
                </a:moveTo>
                <a:lnTo>
                  <a:pt x="5685370" y="5184342"/>
                </a:lnTo>
                <a:lnTo>
                  <a:pt x="5685370" y="5281445"/>
                </a:lnTo>
                <a:lnTo>
                  <a:pt x="5763513" y="5320516"/>
                </a:lnTo>
                <a:lnTo>
                  <a:pt x="5841654" y="5281445"/>
                </a:lnTo>
                <a:lnTo>
                  <a:pt x="5841654" y="5184342"/>
                </a:lnTo>
                <a:lnTo>
                  <a:pt x="5763513" y="5145271"/>
                </a:lnTo>
                <a:close/>
                <a:moveTo>
                  <a:pt x="5271116" y="5273256"/>
                </a:moveTo>
                <a:lnTo>
                  <a:pt x="5248255" y="5284686"/>
                </a:lnTo>
                <a:lnTo>
                  <a:pt x="5248255" y="5313092"/>
                </a:lnTo>
                <a:lnTo>
                  <a:pt x="5271116" y="5324522"/>
                </a:lnTo>
                <a:lnTo>
                  <a:pt x="5293974" y="5313092"/>
                </a:lnTo>
                <a:lnTo>
                  <a:pt x="5293974" y="5284686"/>
                </a:lnTo>
                <a:lnTo>
                  <a:pt x="5271116" y="5273256"/>
                </a:lnTo>
                <a:close/>
                <a:moveTo>
                  <a:pt x="7014399" y="5516400"/>
                </a:moveTo>
                <a:lnTo>
                  <a:pt x="6801720" y="5622740"/>
                </a:lnTo>
                <a:lnTo>
                  <a:pt x="6801720" y="5887025"/>
                </a:lnTo>
                <a:lnTo>
                  <a:pt x="7014399" y="5993365"/>
                </a:lnTo>
                <a:lnTo>
                  <a:pt x="7227079" y="5887025"/>
                </a:lnTo>
                <a:lnTo>
                  <a:pt x="7227079" y="5622740"/>
                </a:lnTo>
                <a:lnTo>
                  <a:pt x="7014399" y="5516400"/>
                </a:lnTo>
                <a:close/>
                <a:moveTo>
                  <a:pt x="6461408" y="5631236"/>
                </a:moveTo>
                <a:lnTo>
                  <a:pt x="6331348" y="5696266"/>
                </a:lnTo>
                <a:lnTo>
                  <a:pt x="6331348" y="5857886"/>
                </a:lnTo>
                <a:lnTo>
                  <a:pt x="6461408" y="5922916"/>
                </a:lnTo>
                <a:lnTo>
                  <a:pt x="6591468" y="5857886"/>
                </a:lnTo>
                <a:lnTo>
                  <a:pt x="6591468" y="5696266"/>
                </a:lnTo>
                <a:lnTo>
                  <a:pt x="6461408" y="5631236"/>
                </a:lnTo>
                <a:close/>
                <a:moveTo>
                  <a:pt x="5938137" y="5726278"/>
                </a:moveTo>
                <a:lnTo>
                  <a:pt x="5870183" y="5760256"/>
                </a:lnTo>
                <a:lnTo>
                  <a:pt x="5870183" y="5844700"/>
                </a:lnTo>
                <a:lnTo>
                  <a:pt x="5938137" y="5878678"/>
                </a:lnTo>
                <a:lnTo>
                  <a:pt x="6006093" y="5844700"/>
                </a:lnTo>
                <a:lnTo>
                  <a:pt x="6006093" y="5760256"/>
                </a:lnTo>
                <a:lnTo>
                  <a:pt x="5938137" y="5726278"/>
                </a:lnTo>
                <a:close/>
                <a:moveTo>
                  <a:pt x="5463302" y="5734021"/>
                </a:moveTo>
                <a:lnTo>
                  <a:pt x="5419493" y="5755926"/>
                </a:lnTo>
                <a:lnTo>
                  <a:pt x="5419493" y="5810365"/>
                </a:lnTo>
                <a:lnTo>
                  <a:pt x="5463302" y="5832269"/>
                </a:lnTo>
                <a:lnTo>
                  <a:pt x="5507111" y="5810365"/>
                </a:lnTo>
                <a:lnTo>
                  <a:pt x="5507111" y="5755926"/>
                </a:lnTo>
                <a:lnTo>
                  <a:pt x="5463302" y="5734021"/>
                </a:lnTo>
                <a:close/>
                <a:moveTo>
                  <a:pt x="7285683" y="6023870"/>
                </a:moveTo>
                <a:lnTo>
                  <a:pt x="7068956" y="6132234"/>
                </a:lnTo>
                <a:lnTo>
                  <a:pt x="7068956" y="6401549"/>
                </a:lnTo>
                <a:lnTo>
                  <a:pt x="7285683" y="6509912"/>
                </a:lnTo>
                <a:lnTo>
                  <a:pt x="7502410" y="6401549"/>
                </a:lnTo>
                <a:lnTo>
                  <a:pt x="7502410" y="6132234"/>
                </a:lnTo>
                <a:lnTo>
                  <a:pt x="7285683" y="6023870"/>
                </a:lnTo>
                <a:close/>
                <a:moveTo>
                  <a:pt x="6747493" y="6078390"/>
                </a:moveTo>
                <a:lnTo>
                  <a:pt x="6581842" y="6161215"/>
                </a:lnTo>
                <a:lnTo>
                  <a:pt x="6581842" y="6367060"/>
                </a:lnTo>
                <a:lnTo>
                  <a:pt x="6747493" y="6449885"/>
                </a:lnTo>
                <a:lnTo>
                  <a:pt x="6913143" y="6367060"/>
                </a:lnTo>
                <a:lnTo>
                  <a:pt x="6913143" y="6161215"/>
                </a:lnTo>
                <a:lnTo>
                  <a:pt x="6747493" y="6078390"/>
                </a:lnTo>
                <a:close/>
                <a:moveTo>
                  <a:pt x="6286036" y="6150390"/>
                </a:moveTo>
                <a:lnTo>
                  <a:pt x="6186803" y="6200007"/>
                </a:lnTo>
                <a:lnTo>
                  <a:pt x="6186803" y="6323318"/>
                </a:lnTo>
                <a:lnTo>
                  <a:pt x="6286036" y="6372935"/>
                </a:lnTo>
                <a:lnTo>
                  <a:pt x="6385271" y="6323318"/>
                </a:lnTo>
                <a:lnTo>
                  <a:pt x="6385271" y="6200007"/>
                </a:lnTo>
                <a:lnTo>
                  <a:pt x="6286036" y="6150390"/>
                </a:lnTo>
                <a:close/>
                <a:moveTo>
                  <a:pt x="5809798" y="6187938"/>
                </a:moveTo>
                <a:lnTo>
                  <a:pt x="5741844" y="6221916"/>
                </a:lnTo>
                <a:lnTo>
                  <a:pt x="5741844" y="6306360"/>
                </a:lnTo>
                <a:lnTo>
                  <a:pt x="5809798" y="6340338"/>
                </a:lnTo>
                <a:lnTo>
                  <a:pt x="5877754" y="6306360"/>
                </a:lnTo>
                <a:lnTo>
                  <a:pt x="5877754" y="6221916"/>
                </a:lnTo>
                <a:lnTo>
                  <a:pt x="5809798" y="6187938"/>
                </a:lnTo>
                <a:close/>
                <a:moveTo>
                  <a:pt x="5345215" y="6242090"/>
                </a:moveTo>
                <a:lnTo>
                  <a:pt x="5301405" y="6263995"/>
                </a:lnTo>
                <a:lnTo>
                  <a:pt x="5301405" y="6318434"/>
                </a:lnTo>
                <a:lnTo>
                  <a:pt x="5345215" y="6340338"/>
                </a:lnTo>
                <a:lnTo>
                  <a:pt x="5389023" y="6318434"/>
                </a:lnTo>
                <a:lnTo>
                  <a:pt x="5389023" y="6263995"/>
                </a:lnTo>
                <a:lnTo>
                  <a:pt x="5345215" y="6242090"/>
                </a:lnTo>
                <a:close/>
                <a:moveTo>
                  <a:pt x="6210764" y="6582447"/>
                </a:moveTo>
                <a:lnTo>
                  <a:pt x="6111532" y="6632064"/>
                </a:lnTo>
                <a:lnTo>
                  <a:pt x="6111532" y="6755375"/>
                </a:lnTo>
                <a:lnTo>
                  <a:pt x="6210764" y="6804992"/>
                </a:lnTo>
                <a:lnTo>
                  <a:pt x="6309998" y="6755375"/>
                </a:lnTo>
                <a:lnTo>
                  <a:pt x="6309998" y="6632064"/>
                </a:lnTo>
                <a:lnTo>
                  <a:pt x="6210764" y="6582447"/>
                </a:lnTo>
                <a:close/>
                <a:moveTo>
                  <a:pt x="5760105" y="6617520"/>
                </a:moveTo>
                <a:lnTo>
                  <a:pt x="5692150" y="6651498"/>
                </a:lnTo>
                <a:lnTo>
                  <a:pt x="5692150" y="6735942"/>
                </a:lnTo>
                <a:lnTo>
                  <a:pt x="5760105" y="6769920"/>
                </a:lnTo>
                <a:lnTo>
                  <a:pt x="5828061" y="6735942"/>
                </a:lnTo>
                <a:lnTo>
                  <a:pt x="5828061" y="6651498"/>
                </a:lnTo>
                <a:lnTo>
                  <a:pt x="5760105" y="6617520"/>
                </a:lnTo>
                <a:close/>
                <a:moveTo>
                  <a:pt x="5312912" y="6645301"/>
                </a:moveTo>
                <a:lnTo>
                  <a:pt x="5269103" y="6667206"/>
                </a:lnTo>
                <a:lnTo>
                  <a:pt x="5269103" y="6721645"/>
                </a:lnTo>
                <a:lnTo>
                  <a:pt x="5312912" y="6743549"/>
                </a:lnTo>
                <a:lnTo>
                  <a:pt x="5356721" y="6721645"/>
                </a:lnTo>
                <a:lnTo>
                  <a:pt x="5356721" y="6667206"/>
                </a:lnTo>
                <a:lnTo>
                  <a:pt x="5312912" y="6645301"/>
                </a:lnTo>
                <a:close/>
                <a:moveTo>
                  <a:pt x="11885018" y="133185"/>
                </a:moveTo>
                <a:lnTo>
                  <a:pt x="11610076" y="270656"/>
                </a:lnTo>
                <a:lnTo>
                  <a:pt x="11610076" y="612312"/>
                </a:lnTo>
                <a:lnTo>
                  <a:pt x="11885018" y="749783"/>
                </a:lnTo>
                <a:lnTo>
                  <a:pt x="12159960" y="612312"/>
                </a:lnTo>
                <a:lnTo>
                  <a:pt x="12159960" y="270656"/>
                </a:lnTo>
                <a:lnTo>
                  <a:pt x="11885018" y="133185"/>
                </a:lnTo>
                <a:close/>
                <a:moveTo>
                  <a:pt x="11323206" y="136480"/>
                </a:moveTo>
                <a:lnTo>
                  <a:pt x="11048264" y="273951"/>
                </a:lnTo>
                <a:lnTo>
                  <a:pt x="11048264" y="615608"/>
                </a:lnTo>
                <a:lnTo>
                  <a:pt x="11323206" y="753078"/>
                </a:lnTo>
                <a:lnTo>
                  <a:pt x="11598150" y="615608"/>
                </a:lnTo>
                <a:lnTo>
                  <a:pt x="11598150" y="273951"/>
                </a:lnTo>
                <a:lnTo>
                  <a:pt x="11323206" y="136480"/>
                </a:lnTo>
                <a:close/>
                <a:moveTo>
                  <a:pt x="11606714" y="623391"/>
                </a:moveTo>
                <a:lnTo>
                  <a:pt x="11331772" y="760862"/>
                </a:lnTo>
                <a:lnTo>
                  <a:pt x="11331772" y="1102518"/>
                </a:lnTo>
                <a:lnTo>
                  <a:pt x="11606714" y="1239992"/>
                </a:lnTo>
                <a:lnTo>
                  <a:pt x="11881656" y="1102518"/>
                </a:lnTo>
                <a:lnTo>
                  <a:pt x="11881656" y="760862"/>
                </a:lnTo>
                <a:lnTo>
                  <a:pt x="11606714" y="623391"/>
                </a:lnTo>
                <a:close/>
                <a:moveTo>
                  <a:pt x="11885636" y="1102429"/>
                </a:moveTo>
                <a:lnTo>
                  <a:pt x="11610694" y="1239904"/>
                </a:lnTo>
                <a:lnTo>
                  <a:pt x="11610694" y="1581560"/>
                </a:lnTo>
                <a:lnTo>
                  <a:pt x="11885636" y="1719032"/>
                </a:lnTo>
                <a:lnTo>
                  <a:pt x="12160580" y="1581560"/>
                </a:lnTo>
                <a:lnTo>
                  <a:pt x="12160580" y="1239904"/>
                </a:lnTo>
                <a:lnTo>
                  <a:pt x="11885636" y="1102429"/>
                </a:lnTo>
                <a:close/>
                <a:moveTo>
                  <a:pt x="10766496" y="142011"/>
                </a:moveTo>
                <a:lnTo>
                  <a:pt x="10491554" y="279481"/>
                </a:lnTo>
                <a:lnTo>
                  <a:pt x="10491554" y="621138"/>
                </a:lnTo>
                <a:lnTo>
                  <a:pt x="10766496" y="758609"/>
                </a:lnTo>
                <a:lnTo>
                  <a:pt x="11041440" y="621138"/>
                </a:lnTo>
                <a:lnTo>
                  <a:pt x="11041440" y="279481"/>
                </a:lnTo>
                <a:lnTo>
                  <a:pt x="10766496" y="142011"/>
                </a:lnTo>
                <a:close/>
                <a:moveTo>
                  <a:pt x="11050726" y="623391"/>
                </a:moveTo>
                <a:lnTo>
                  <a:pt x="10775784" y="760862"/>
                </a:lnTo>
                <a:lnTo>
                  <a:pt x="10775784" y="1102518"/>
                </a:lnTo>
                <a:lnTo>
                  <a:pt x="11050726" y="1239992"/>
                </a:lnTo>
                <a:lnTo>
                  <a:pt x="11325668" y="1102518"/>
                </a:lnTo>
                <a:lnTo>
                  <a:pt x="11325668" y="760862"/>
                </a:lnTo>
                <a:lnTo>
                  <a:pt x="11050726" y="623391"/>
                </a:lnTo>
                <a:close/>
                <a:moveTo>
                  <a:pt x="11328152" y="1109881"/>
                </a:moveTo>
                <a:lnTo>
                  <a:pt x="11053210" y="1247355"/>
                </a:lnTo>
                <a:lnTo>
                  <a:pt x="11053210" y="1589011"/>
                </a:lnTo>
                <a:lnTo>
                  <a:pt x="11328152" y="1726483"/>
                </a:lnTo>
                <a:lnTo>
                  <a:pt x="11603094" y="1589011"/>
                </a:lnTo>
                <a:lnTo>
                  <a:pt x="11603094" y="1247355"/>
                </a:lnTo>
                <a:lnTo>
                  <a:pt x="11328152" y="1109881"/>
                </a:lnTo>
                <a:close/>
                <a:moveTo>
                  <a:pt x="11604942" y="1591196"/>
                </a:moveTo>
                <a:lnTo>
                  <a:pt x="11330000" y="1728668"/>
                </a:lnTo>
                <a:lnTo>
                  <a:pt x="11330000" y="2069362"/>
                </a:lnTo>
                <a:lnTo>
                  <a:pt x="11329318" y="2069021"/>
                </a:lnTo>
                <a:lnTo>
                  <a:pt x="11054376" y="2206488"/>
                </a:lnTo>
                <a:lnTo>
                  <a:pt x="11054376" y="2548144"/>
                </a:lnTo>
                <a:lnTo>
                  <a:pt x="11329318" y="2685617"/>
                </a:lnTo>
                <a:lnTo>
                  <a:pt x="11604260" y="2548144"/>
                </a:lnTo>
                <a:lnTo>
                  <a:pt x="11604260" y="2207452"/>
                </a:lnTo>
                <a:lnTo>
                  <a:pt x="11604942" y="2207792"/>
                </a:lnTo>
                <a:lnTo>
                  <a:pt x="11879884" y="2070326"/>
                </a:lnTo>
                <a:lnTo>
                  <a:pt x="11879884" y="1728668"/>
                </a:lnTo>
                <a:lnTo>
                  <a:pt x="11604942" y="1591196"/>
                </a:lnTo>
                <a:close/>
                <a:moveTo>
                  <a:pt x="11883106" y="2071315"/>
                </a:moveTo>
                <a:lnTo>
                  <a:pt x="11608164" y="2208779"/>
                </a:lnTo>
                <a:lnTo>
                  <a:pt x="11608164" y="2550435"/>
                </a:lnTo>
                <a:lnTo>
                  <a:pt x="11883106" y="2687907"/>
                </a:lnTo>
                <a:lnTo>
                  <a:pt x="12158050" y="2550435"/>
                </a:lnTo>
                <a:lnTo>
                  <a:pt x="12158050" y="2208779"/>
                </a:lnTo>
                <a:lnTo>
                  <a:pt x="11883106" y="2071315"/>
                </a:lnTo>
                <a:close/>
                <a:moveTo>
                  <a:pt x="11606108" y="2550328"/>
                </a:moveTo>
                <a:lnTo>
                  <a:pt x="11331166" y="2687801"/>
                </a:lnTo>
                <a:lnTo>
                  <a:pt x="11331166" y="3029459"/>
                </a:lnTo>
                <a:lnTo>
                  <a:pt x="11606108" y="3166932"/>
                </a:lnTo>
                <a:lnTo>
                  <a:pt x="11881050" y="3029459"/>
                </a:lnTo>
                <a:lnTo>
                  <a:pt x="11881050" y="2687801"/>
                </a:lnTo>
                <a:lnTo>
                  <a:pt x="11606108" y="2550328"/>
                </a:lnTo>
                <a:close/>
                <a:moveTo>
                  <a:pt x="11881852" y="3036038"/>
                </a:moveTo>
                <a:lnTo>
                  <a:pt x="11606910" y="3173509"/>
                </a:lnTo>
                <a:lnTo>
                  <a:pt x="11606910" y="3515165"/>
                </a:lnTo>
                <a:lnTo>
                  <a:pt x="11881852" y="3652622"/>
                </a:lnTo>
                <a:lnTo>
                  <a:pt x="12156794" y="3515165"/>
                </a:lnTo>
                <a:lnTo>
                  <a:pt x="12156794" y="3173509"/>
                </a:lnTo>
                <a:lnTo>
                  <a:pt x="11881852" y="3036038"/>
                </a:lnTo>
                <a:close/>
                <a:moveTo>
                  <a:pt x="10210508" y="142011"/>
                </a:moveTo>
                <a:lnTo>
                  <a:pt x="9935566" y="279481"/>
                </a:lnTo>
                <a:lnTo>
                  <a:pt x="9935566" y="621138"/>
                </a:lnTo>
                <a:lnTo>
                  <a:pt x="10210508" y="758609"/>
                </a:lnTo>
                <a:lnTo>
                  <a:pt x="10485450" y="621138"/>
                </a:lnTo>
                <a:lnTo>
                  <a:pt x="10485450" y="279481"/>
                </a:lnTo>
                <a:lnTo>
                  <a:pt x="10210508" y="142011"/>
                </a:lnTo>
                <a:close/>
                <a:moveTo>
                  <a:pt x="10494402" y="628681"/>
                </a:moveTo>
                <a:lnTo>
                  <a:pt x="10219460" y="766151"/>
                </a:lnTo>
                <a:lnTo>
                  <a:pt x="10219460" y="1107808"/>
                </a:lnTo>
                <a:lnTo>
                  <a:pt x="10494402" y="1245282"/>
                </a:lnTo>
                <a:lnTo>
                  <a:pt x="10769344" y="1107808"/>
                </a:lnTo>
                <a:lnTo>
                  <a:pt x="10769344" y="766151"/>
                </a:lnTo>
                <a:lnTo>
                  <a:pt x="10494402" y="628681"/>
                </a:lnTo>
                <a:close/>
                <a:moveTo>
                  <a:pt x="10776056" y="1109993"/>
                </a:moveTo>
                <a:lnTo>
                  <a:pt x="10501114" y="1247468"/>
                </a:lnTo>
                <a:lnTo>
                  <a:pt x="10501114" y="1589125"/>
                </a:lnTo>
                <a:lnTo>
                  <a:pt x="10776056" y="1726596"/>
                </a:lnTo>
                <a:lnTo>
                  <a:pt x="11050998" y="1589125"/>
                </a:lnTo>
                <a:lnTo>
                  <a:pt x="11050998" y="1247468"/>
                </a:lnTo>
                <a:lnTo>
                  <a:pt x="10776056" y="1109993"/>
                </a:lnTo>
                <a:close/>
                <a:moveTo>
                  <a:pt x="11049584" y="1591197"/>
                </a:moveTo>
                <a:lnTo>
                  <a:pt x="10774642" y="1728668"/>
                </a:lnTo>
                <a:lnTo>
                  <a:pt x="10774642" y="2070326"/>
                </a:lnTo>
                <a:lnTo>
                  <a:pt x="11049584" y="2207792"/>
                </a:lnTo>
                <a:lnTo>
                  <a:pt x="11324526" y="2070326"/>
                </a:lnTo>
                <a:lnTo>
                  <a:pt x="11324526" y="1728668"/>
                </a:lnTo>
                <a:lnTo>
                  <a:pt x="11049584" y="1591197"/>
                </a:lnTo>
                <a:close/>
                <a:moveTo>
                  <a:pt x="9656138" y="144354"/>
                </a:moveTo>
                <a:lnTo>
                  <a:pt x="9381196" y="281825"/>
                </a:lnTo>
                <a:lnTo>
                  <a:pt x="9381196" y="623481"/>
                </a:lnTo>
                <a:lnTo>
                  <a:pt x="9656138" y="760952"/>
                </a:lnTo>
                <a:lnTo>
                  <a:pt x="9931082" y="623481"/>
                </a:lnTo>
                <a:lnTo>
                  <a:pt x="9931082" y="281825"/>
                </a:lnTo>
                <a:lnTo>
                  <a:pt x="9656138" y="144354"/>
                </a:lnTo>
                <a:close/>
                <a:moveTo>
                  <a:pt x="9937792" y="625667"/>
                </a:moveTo>
                <a:lnTo>
                  <a:pt x="9662850" y="763138"/>
                </a:lnTo>
                <a:lnTo>
                  <a:pt x="9662850" y="1104794"/>
                </a:lnTo>
                <a:lnTo>
                  <a:pt x="9937792" y="1242268"/>
                </a:lnTo>
                <a:lnTo>
                  <a:pt x="10212734" y="1104794"/>
                </a:lnTo>
                <a:lnTo>
                  <a:pt x="10212734" y="763138"/>
                </a:lnTo>
                <a:lnTo>
                  <a:pt x="9937792" y="625667"/>
                </a:lnTo>
                <a:close/>
                <a:moveTo>
                  <a:pt x="10215834" y="1109993"/>
                </a:moveTo>
                <a:lnTo>
                  <a:pt x="9940892" y="1247468"/>
                </a:lnTo>
                <a:lnTo>
                  <a:pt x="9940892" y="1589125"/>
                </a:lnTo>
                <a:lnTo>
                  <a:pt x="10215834" y="1726596"/>
                </a:lnTo>
                <a:lnTo>
                  <a:pt x="10490776" y="1589125"/>
                </a:lnTo>
                <a:lnTo>
                  <a:pt x="10490776" y="1247468"/>
                </a:lnTo>
                <a:lnTo>
                  <a:pt x="10215834" y="1109993"/>
                </a:lnTo>
                <a:close/>
                <a:moveTo>
                  <a:pt x="10490722" y="1592828"/>
                </a:moveTo>
                <a:lnTo>
                  <a:pt x="10215780" y="1730300"/>
                </a:lnTo>
                <a:lnTo>
                  <a:pt x="10215780" y="2071957"/>
                </a:lnTo>
                <a:lnTo>
                  <a:pt x="10490722" y="2209425"/>
                </a:lnTo>
                <a:lnTo>
                  <a:pt x="10765664" y="2071957"/>
                </a:lnTo>
                <a:lnTo>
                  <a:pt x="10765664" y="1730300"/>
                </a:lnTo>
                <a:lnTo>
                  <a:pt x="10490722" y="1592828"/>
                </a:lnTo>
                <a:close/>
                <a:moveTo>
                  <a:pt x="10767512" y="2074142"/>
                </a:moveTo>
                <a:lnTo>
                  <a:pt x="10492570" y="2211609"/>
                </a:lnTo>
                <a:lnTo>
                  <a:pt x="10492570" y="2553266"/>
                </a:lnTo>
                <a:lnTo>
                  <a:pt x="10767512" y="2690738"/>
                </a:lnTo>
                <a:lnTo>
                  <a:pt x="11042454" y="2553266"/>
                </a:lnTo>
                <a:lnTo>
                  <a:pt x="11042454" y="2211609"/>
                </a:lnTo>
                <a:lnTo>
                  <a:pt x="10767512" y="2074142"/>
                </a:lnTo>
                <a:close/>
                <a:moveTo>
                  <a:pt x="11050750" y="2550328"/>
                </a:moveTo>
                <a:lnTo>
                  <a:pt x="10775808" y="2687801"/>
                </a:lnTo>
                <a:lnTo>
                  <a:pt x="10775808" y="3029459"/>
                </a:lnTo>
                <a:lnTo>
                  <a:pt x="11048436" y="3165775"/>
                </a:lnTo>
                <a:lnTo>
                  <a:pt x="11046244" y="3166872"/>
                </a:lnTo>
                <a:lnTo>
                  <a:pt x="11046244" y="3508526"/>
                </a:lnTo>
                <a:lnTo>
                  <a:pt x="11321186" y="3645984"/>
                </a:lnTo>
                <a:lnTo>
                  <a:pt x="11596128" y="3508526"/>
                </a:lnTo>
                <a:lnTo>
                  <a:pt x="11596128" y="3166872"/>
                </a:lnTo>
                <a:lnTo>
                  <a:pt x="11323498" y="3030556"/>
                </a:lnTo>
                <a:lnTo>
                  <a:pt x="11325692" y="3029459"/>
                </a:lnTo>
                <a:lnTo>
                  <a:pt x="11325692" y="2687801"/>
                </a:lnTo>
                <a:lnTo>
                  <a:pt x="11050750" y="2550328"/>
                </a:lnTo>
                <a:close/>
                <a:moveTo>
                  <a:pt x="11597976" y="3510712"/>
                </a:moveTo>
                <a:lnTo>
                  <a:pt x="11323034" y="3648169"/>
                </a:lnTo>
                <a:lnTo>
                  <a:pt x="11323034" y="3989826"/>
                </a:lnTo>
                <a:lnTo>
                  <a:pt x="11597976" y="4127292"/>
                </a:lnTo>
                <a:lnTo>
                  <a:pt x="11872918" y="3989826"/>
                </a:lnTo>
                <a:lnTo>
                  <a:pt x="11872918" y="3648169"/>
                </a:lnTo>
                <a:lnTo>
                  <a:pt x="11597976" y="3510712"/>
                </a:lnTo>
                <a:close/>
                <a:moveTo>
                  <a:pt x="11879116" y="3997486"/>
                </a:moveTo>
                <a:lnTo>
                  <a:pt x="11604174" y="4134952"/>
                </a:lnTo>
                <a:lnTo>
                  <a:pt x="11604174" y="4476609"/>
                </a:lnTo>
                <a:lnTo>
                  <a:pt x="11879116" y="4614080"/>
                </a:lnTo>
                <a:lnTo>
                  <a:pt x="12154058" y="4476609"/>
                </a:lnTo>
                <a:lnTo>
                  <a:pt x="12154058" y="4134952"/>
                </a:lnTo>
                <a:lnTo>
                  <a:pt x="11879116" y="3997486"/>
                </a:lnTo>
                <a:close/>
                <a:moveTo>
                  <a:pt x="9101292" y="145118"/>
                </a:moveTo>
                <a:lnTo>
                  <a:pt x="8826350" y="282589"/>
                </a:lnTo>
                <a:lnTo>
                  <a:pt x="8826350" y="624245"/>
                </a:lnTo>
                <a:lnTo>
                  <a:pt x="9101292" y="761716"/>
                </a:lnTo>
                <a:lnTo>
                  <a:pt x="9376234" y="624245"/>
                </a:lnTo>
                <a:lnTo>
                  <a:pt x="9376234" y="282589"/>
                </a:lnTo>
                <a:lnTo>
                  <a:pt x="9101292" y="145118"/>
                </a:lnTo>
                <a:close/>
                <a:moveTo>
                  <a:pt x="9377570" y="625667"/>
                </a:moveTo>
                <a:lnTo>
                  <a:pt x="9102628" y="763138"/>
                </a:lnTo>
                <a:lnTo>
                  <a:pt x="9102628" y="1104794"/>
                </a:lnTo>
                <a:lnTo>
                  <a:pt x="9377570" y="1242268"/>
                </a:lnTo>
                <a:lnTo>
                  <a:pt x="9652514" y="1104794"/>
                </a:lnTo>
                <a:lnTo>
                  <a:pt x="9652514" y="763138"/>
                </a:lnTo>
                <a:lnTo>
                  <a:pt x="9377570" y="625667"/>
                </a:lnTo>
                <a:close/>
                <a:moveTo>
                  <a:pt x="9653746" y="1111512"/>
                </a:moveTo>
                <a:lnTo>
                  <a:pt x="9378804" y="1248987"/>
                </a:lnTo>
                <a:lnTo>
                  <a:pt x="9378804" y="1590642"/>
                </a:lnTo>
                <a:lnTo>
                  <a:pt x="9653746" y="1728114"/>
                </a:lnTo>
                <a:lnTo>
                  <a:pt x="9928690" y="1590642"/>
                </a:lnTo>
                <a:lnTo>
                  <a:pt x="9928690" y="1248987"/>
                </a:lnTo>
                <a:lnTo>
                  <a:pt x="9653746" y="1111512"/>
                </a:lnTo>
                <a:close/>
                <a:moveTo>
                  <a:pt x="9935400" y="1592827"/>
                </a:moveTo>
                <a:lnTo>
                  <a:pt x="9660458" y="1730299"/>
                </a:lnTo>
                <a:lnTo>
                  <a:pt x="9660458" y="2071957"/>
                </a:lnTo>
                <a:lnTo>
                  <a:pt x="9935400" y="2209423"/>
                </a:lnTo>
                <a:lnTo>
                  <a:pt x="10210344" y="2071957"/>
                </a:lnTo>
                <a:lnTo>
                  <a:pt x="10210344" y="1730299"/>
                </a:lnTo>
                <a:lnTo>
                  <a:pt x="9935400" y="1592827"/>
                </a:lnTo>
                <a:close/>
                <a:moveTo>
                  <a:pt x="10212154" y="2074142"/>
                </a:moveTo>
                <a:lnTo>
                  <a:pt x="9937212" y="2211609"/>
                </a:lnTo>
                <a:lnTo>
                  <a:pt x="9937212" y="2553266"/>
                </a:lnTo>
                <a:lnTo>
                  <a:pt x="10212154" y="2690738"/>
                </a:lnTo>
                <a:lnTo>
                  <a:pt x="10487096" y="2553266"/>
                </a:lnTo>
                <a:lnTo>
                  <a:pt x="10487096" y="2211609"/>
                </a:lnTo>
                <a:lnTo>
                  <a:pt x="10212154" y="2074142"/>
                </a:lnTo>
                <a:close/>
                <a:moveTo>
                  <a:pt x="10483456" y="2555447"/>
                </a:moveTo>
                <a:lnTo>
                  <a:pt x="10208514" y="2692918"/>
                </a:lnTo>
                <a:lnTo>
                  <a:pt x="10208514" y="3034578"/>
                </a:lnTo>
                <a:lnTo>
                  <a:pt x="10483456" y="3172049"/>
                </a:lnTo>
                <a:lnTo>
                  <a:pt x="10758398" y="3034578"/>
                </a:lnTo>
                <a:lnTo>
                  <a:pt x="10758398" y="2692918"/>
                </a:lnTo>
                <a:lnTo>
                  <a:pt x="10483456" y="2555447"/>
                </a:lnTo>
                <a:close/>
                <a:moveTo>
                  <a:pt x="10760246" y="3036762"/>
                </a:moveTo>
                <a:lnTo>
                  <a:pt x="10485304" y="3174235"/>
                </a:lnTo>
                <a:lnTo>
                  <a:pt x="10485304" y="3515889"/>
                </a:lnTo>
                <a:lnTo>
                  <a:pt x="10760246" y="3653348"/>
                </a:lnTo>
                <a:lnTo>
                  <a:pt x="10767676" y="3649631"/>
                </a:lnTo>
                <a:lnTo>
                  <a:pt x="10767676" y="3989826"/>
                </a:lnTo>
                <a:lnTo>
                  <a:pt x="11042618" y="4127292"/>
                </a:lnTo>
                <a:lnTo>
                  <a:pt x="11317560" y="3989826"/>
                </a:lnTo>
                <a:lnTo>
                  <a:pt x="11317560" y="3648169"/>
                </a:lnTo>
                <a:lnTo>
                  <a:pt x="11042618" y="3510712"/>
                </a:lnTo>
                <a:lnTo>
                  <a:pt x="11035188" y="3514426"/>
                </a:lnTo>
                <a:lnTo>
                  <a:pt x="11035188" y="3174235"/>
                </a:lnTo>
                <a:lnTo>
                  <a:pt x="10760246" y="3036762"/>
                </a:lnTo>
                <a:close/>
                <a:moveTo>
                  <a:pt x="11318622" y="3993313"/>
                </a:moveTo>
                <a:lnTo>
                  <a:pt x="11043680" y="4130778"/>
                </a:lnTo>
                <a:lnTo>
                  <a:pt x="11043680" y="4472435"/>
                </a:lnTo>
                <a:lnTo>
                  <a:pt x="11318622" y="4609906"/>
                </a:lnTo>
                <a:lnTo>
                  <a:pt x="11593564" y="4472435"/>
                </a:lnTo>
                <a:lnTo>
                  <a:pt x="11593564" y="4130778"/>
                </a:lnTo>
                <a:lnTo>
                  <a:pt x="11318622" y="3993313"/>
                </a:lnTo>
                <a:close/>
                <a:moveTo>
                  <a:pt x="11595412" y="4474620"/>
                </a:moveTo>
                <a:lnTo>
                  <a:pt x="11320470" y="4612091"/>
                </a:lnTo>
                <a:lnTo>
                  <a:pt x="11320470" y="4953748"/>
                </a:lnTo>
                <a:lnTo>
                  <a:pt x="11595412" y="5091219"/>
                </a:lnTo>
                <a:lnTo>
                  <a:pt x="11870354" y="4953748"/>
                </a:lnTo>
                <a:lnTo>
                  <a:pt x="11870354" y="4612091"/>
                </a:lnTo>
                <a:lnTo>
                  <a:pt x="11595412" y="4474620"/>
                </a:lnTo>
                <a:close/>
                <a:moveTo>
                  <a:pt x="11875342" y="4960883"/>
                </a:moveTo>
                <a:lnTo>
                  <a:pt x="11600400" y="5098354"/>
                </a:lnTo>
                <a:lnTo>
                  <a:pt x="11600400" y="5440011"/>
                </a:lnTo>
                <a:lnTo>
                  <a:pt x="11875342" y="5577482"/>
                </a:lnTo>
                <a:lnTo>
                  <a:pt x="12150284" y="5440011"/>
                </a:lnTo>
                <a:lnTo>
                  <a:pt x="12150284" y="5098354"/>
                </a:lnTo>
                <a:lnTo>
                  <a:pt x="11875342" y="4960883"/>
                </a:lnTo>
                <a:close/>
                <a:moveTo>
                  <a:pt x="8791464" y="626533"/>
                </a:moveTo>
                <a:lnTo>
                  <a:pt x="8516522" y="764003"/>
                </a:lnTo>
                <a:lnTo>
                  <a:pt x="8516522" y="1105660"/>
                </a:lnTo>
                <a:lnTo>
                  <a:pt x="8791464" y="1243133"/>
                </a:lnTo>
                <a:lnTo>
                  <a:pt x="9066408" y="1105660"/>
                </a:lnTo>
                <a:lnTo>
                  <a:pt x="9066408" y="764003"/>
                </a:lnTo>
                <a:lnTo>
                  <a:pt x="8791464" y="626533"/>
                </a:lnTo>
                <a:close/>
                <a:moveTo>
                  <a:pt x="9097010" y="1107844"/>
                </a:moveTo>
                <a:lnTo>
                  <a:pt x="8822068" y="1245318"/>
                </a:lnTo>
                <a:lnTo>
                  <a:pt x="8822068" y="1586974"/>
                </a:lnTo>
                <a:lnTo>
                  <a:pt x="9097010" y="1724446"/>
                </a:lnTo>
                <a:lnTo>
                  <a:pt x="9371952" y="1586974"/>
                </a:lnTo>
                <a:lnTo>
                  <a:pt x="9371952" y="1245318"/>
                </a:lnTo>
                <a:lnTo>
                  <a:pt x="9097010" y="1107844"/>
                </a:lnTo>
                <a:close/>
                <a:moveTo>
                  <a:pt x="9380042" y="1592828"/>
                </a:moveTo>
                <a:lnTo>
                  <a:pt x="9105100" y="1730299"/>
                </a:lnTo>
                <a:lnTo>
                  <a:pt x="9105100" y="2071957"/>
                </a:lnTo>
                <a:lnTo>
                  <a:pt x="9380042" y="2209423"/>
                </a:lnTo>
                <a:lnTo>
                  <a:pt x="9654986" y="2071957"/>
                </a:lnTo>
                <a:lnTo>
                  <a:pt x="9654986" y="1730299"/>
                </a:lnTo>
                <a:lnTo>
                  <a:pt x="9380042" y="1592828"/>
                </a:lnTo>
                <a:close/>
                <a:moveTo>
                  <a:pt x="9652492" y="2076244"/>
                </a:moveTo>
                <a:lnTo>
                  <a:pt x="9377550" y="2213711"/>
                </a:lnTo>
                <a:lnTo>
                  <a:pt x="9377550" y="2555367"/>
                </a:lnTo>
                <a:lnTo>
                  <a:pt x="9652492" y="2692840"/>
                </a:lnTo>
                <a:lnTo>
                  <a:pt x="9927436" y="2555367"/>
                </a:lnTo>
                <a:lnTo>
                  <a:pt x="9927436" y="2213711"/>
                </a:lnTo>
                <a:lnTo>
                  <a:pt x="9652492" y="2076244"/>
                </a:lnTo>
                <a:close/>
                <a:moveTo>
                  <a:pt x="9929282" y="2557552"/>
                </a:moveTo>
                <a:lnTo>
                  <a:pt x="9654340" y="2695023"/>
                </a:lnTo>
                <a:lnTo>
                  <a:pt x="9654340" y="3036683"/>
                </a:lnTo>
                <a:lnTo>
                  <a:pt x="9929282" y="3174156"/>
                </a:lnTo>
                <a:lnTo>
                  <a:pt x="10204226" y="3036683"/>
                </a:lnTo>
                <a:lnTo>
                  <a:pt x="10204226" y="2695023"/>
                </a:lnTo>
                <a:lnTo>
                  <a:pt x="9929282" y="2557552"/>
                </a:lnTo>
                <a:close/>
                <a:moveTo>
                  <a:pt x="10204888" y="3036762"/>
                </a:moveTo>
                <a:lnTo>
                  <a:pt x="9929946" y="3174235"/>
                </a:lnTo>
                <a:lnTo>
                  <a:pt x="9929946" y="3515889"/>
                </a:lnTo>
                <a:lnTo>
                  <a:pt x="10204888" y="3653348"/>
                </a:lnTo>
                <a:lnTo>
                  <a:pt x="10479830" y="3515889"/>
                </a:lnTo>
                <a:lnTo>
                  <a:pt x="10479830" y="3174235"/>
                </a:lnTo>
                <a:lnTo>
                  <a:pt x="10204888" y="3036762"/>
                </a:lnTo>
                <a:close/>
                <a:moveTo>
                  <a:pt x="10480946" y="3518987"/>
                </a:moveTo>
                <a:lnTo>
                  <a:pt x="10206004" y="3656443"/>
                </a:lnTo>
                <a:lnTo>
                  <a:pt x="10206004" y="3998100"/>
                </a:lnTo>
                <a:lnTo>
                  <a:pt x="10480946" y="4135568"/>
                </a:lnTo>
                <a:lnTo>
                  <a:pt x="10755888" y="3998100"/>
                </a:lnTo>
                <a:lnTo>
                  <a:pt x="10755888" y="3656443"/>
                </a:lnTo>
                <a:lnTo>
                  <a:pt x="10480946" y="3518987"/>
                </a:lnTo>
                <a:close/>
                <a:moveTo>
                  <a:pt x="10757736" y="4000285"/>
                </a:moveTo>
                <a:lnTo>
                  <a:pt x="10482794" y="4137753"/>
                </a:lnTo>
                <a:lnTo>
                  <a:pt x="10482794" y="4479410"/>
                </a:lnTo>
                <a:lnTo>
                  <a:pt x="10757736" y="4616881"/>
                </a:lnTo>
                <a:lnTo>
                  <a:pt x="10765112" y="4613193"/>
                </a:lnTo>
                <a:lnTo>
                  <a:pt x="10765112" y="4953748"/>
                </a:lnTo>
                <a:lnTo>
                  <a:pt x="11040054" y="5091219"/>
                </a:lnTo>
                <a:lnTo>
                  <a:pt x="11314996" y="4953748"/>
                </a:lnTo>
                <a:lnTo>
                  <a:pt x="11314996" y="4612091"/>
                </a:lnTo>
                <a:lnTo>
                  <a:pt x="11040054" y="4474620"/>
                </a:lnTo>
                <a:lnTo>
                  <a:pt x="11032678" y="4478307"/>
                </a:lnTo>
                <a:lnTo>
                  <a:pt x="11032678" y="4137753"/>
                </a:lnTo>
                <a:lnTo>
                  <a:pt x="10757736" y="4000285"/>
                </a:lnTo>
                <a:close/>
                <a:moveTo>
                  <a:pt x="11320522" y="4959553"/>
                </a:moveTo>
                <a:lnTo>
                  <a:pt x="11045580" y="5097024"/>
                </a:lnTo>
                <a:lnTo>
                  <a:pt x="11045580" y="5438681"/>
                </a:lnTo>
                <a:lnTo>
                  <a:pt x="11320522" y="5576152"/>
                </a:lnTo>
                <a:lnTo>
                  <a:pt x="11595466" y="5438681"/>
                </a:lnTo>
                <a:lnTo>
                  <a:pt x="11595466" y="5097024"/>
                </a:lnTo>
                <a:lnTo>
                  <a:pt x="11320522" y="4959553"/>
                </a:lnTo>
                <a:close/>
                <a:moveTo>
                  <a:pt x="11597312" y="5440866"/>
                </a:moveTo>
                <a:lnTo>
                  <a:pt x="11322370" y="5578337"/>
                </a:lnTo>
                <a:lnTo>
                  <a:pt x="11322370" y="5919994"/>
                </a:lnTo>
                <a:lnTo>
                  <a:pt x="11597312" y="6057465"/>
                </a:lnTo>
                <a:lnTo>
                  <a:pt x="11872256" y="5919994"/>
                </a:lnTo>
                <a:lnTo>
                  <a:pt x="11872256" y="5578337"/>
                </a:lnTo>
                <a:lnTo>
                  <a:pt x="11597312" y="5440866"/>
                </a:lnTo>
                <a:close/>
                <a:moveTo>
                  <a:pt x="11877036" y="5922916"/>
                </a:moveTo>
                <a:lnTo>
                  <a:pt x="11602094" y="6060387"/>
                </a:lnTo>
                <a:lnTo>
                  <a:pt x="11602094" y="6402044"/>
                </a:lnTo>
                <a:lnTo>
                  <a:pt x="11877036" y="6539515"/>
                </a:lnTo>
                <a:lnTo>
                  <a:pt x="12151980" y="6402044"/>
                </a:lnTo>
                <a:lnTo>
                  <a:pt x="12151980" y="6060387"/>
                </a:lnTo>
                <a:lnTo>
                  <a:pt x="11877036" y="5922916"/>
                </a:lnTo>
                <a:close/>
                <a:moveTo>
                  <a:pt x="7927120" y="185144"/>
                </a:moveTo>
                <a:lnTo>
                  <a:pt x="7687157" y="305126"/>
                </a:lnTo>
                <a:lnTo>
                  <a:pt x="7687157" y="603314"/>
                </a:lnTo>
                <a:lnTo>
                  <a:pt x="7927120" y="723296"/>
                </a:lnTo>
                <a:lnTo>
                  <a:pt x="8167084" y="603314"/>
                </a:lnTo>
                <a:lnTo>
                  <a:pt x="8167084" y="305126"/>
                </a:lnTo>
                <a:lnTo>
                  <a:pt x="7927120" y="185144"/>
                </a:lnTo>
                <a:close/>
                <a:moveTo>
                  <a:pt x="8207769" y="651771"/>
                </a:moveTo>
                <a:lnTo>
                  <a:pt x="7967806" y="771753"/>
                </a:lnTo>
                <a:lnTo>
                  <a:pt x="7967806" y="1069941"/>
                </a:lnTo>
                <a:lnTo>
                  <a:pt x="8207769" y="1189923"/>
                </a:lnTo>
                <a:lnTo>
                  <a:pt x="8447734" y="1069941"/>
                </a:lnTo>
                <a:lnTo>
                  <a:pt x="8447734" y="771753"/>
                </a:lnTo>
                <a:lnTo>
                  <a:pt x="8207769" y="651771"/>
                </a:lnTo>
                <a:close/>
                <a:moveTo>
                  <a:pt x="8507146" y="1107844"/>
                </a:moveTo>
                <a:lnTo>
                  <a:pt x="8232203" y="1245318"/>
                </a:lnTo>
                <a:lnTo>
                  <a:pt x="8232203" y="1586973"/>
                </a:lnTo>
                <a:lnTo>
                  <a:pt x="8507146" y="1724445"/>
                </a:lnTo>
                <a:lnTo>
                  <a:pt x="8782088" y="1586973"/>
                </a:lnTo>
                <a:lnTo>
                  <a:pt x="8782088" y="1245318"/>
                </a:lnTo>
                <a:lnTo>
                  <a:pt x="8507146" y="1107844"/>
                </a:lnTo>
                <a:close/>
                <a:moveTo>
                  <a:pt x="8792620" y="1590533"/>
                </a:moveTo>
                <a:lnTo>
                  <a:pt x="8517678" y="1728005"/>
                </a:lnTo>
                <a:lnTo>
                  <a:pt x="8517678" y="2069662"/>
                </a:lnTo>
                <a:lnTo>
                  <a:pt x="8792620" y="2207128"/>
                </a:lnTo>
                <a:lnTo>
                  <a:pt x="9067564" y="2069662"/>
                </a:lnTo>
                <a:lnTo>
                  <a:pt x="9067564" y="1728005"/>
                </a:lnTo>
                <a:lnTo>
                  <a:pt x="8792620" y="1590533"/>
                </a:lnTo>
                <a:close/>
                <a:moveTo>
                  <a:pt x="9075162" y="2071847"/>
                </a:moveTo>
                <a:lnTo>
                  <a:pt x="8800220" y="2209313"/>
                </a:lnTo>
                <a:lnTo>
                  <a:pt x="8800220" y="2550972"/>
                </a:lnTo>
                <a:lnTo>
                  <a:pt x="9075162" y="2688445"/>
                </a:lnTo>
                <a:lnTo>
                  <a:pt x="9350106" y="2550972"/>
                </a:lnTo>
                <a:lnTo>
                  <a:pt x="9350106" y="2209313"/>
                </a:lnTo>
                <a:lnTo>
                  <a:pt x="9075162" y="2071847"/>
                </a:lnTo>
                <a:close/>
                <a:moveTo>
                  <a:pt x="9373924" y="2557552"/>
                </a:moveTo>
                <a:lnTo>
                  <a:pt x="9098982" y="2695025"/>
                </a:lnTo>
                <a:lnTo>
                  <a:pt x="9098982" y="3034272"/>
                </a:lnTo>
                <a:lnTo>
                  <a:pt x="9094894" y="3032229"/>
                </a:lnTo>
                <a:lnTo>
                  <a:pt x="8819952" y="3169700"/>
                </a:lnTo>
                <a:lnTo>
                  <a:pt x="8819952" y="3511356"/>
                </a:lnTo>
                <a:lnTo>
                  <a:pt x="9094894" y="3648814"/>
                </a:lnTo>
                <a:lnTo>
                  <a:pt x="9369836" y="3511356"/>
                </a:lnTo>
                <a:lnTo>
                  <a:pt x="9369836" y="3172111"/>
                </a:lnTo>
                <a:lnTo>
                  <a:pt x="9373924" y="3174156"/>
                </a:lnTo>
                <a:lnTo>
                  <a:pt x="9648868" y="3036683"/>
                </a:lnTo>
                <a:lnTo>
                  <a:pt x="9648868" y="2695025"/>
                </a:lnTo>
                <a:lnTo>
                  <a:pt x="9373924" y="2557552"/>
                </a:lnTo>
                <a:close/>
                <a:moveTo>
                  <a:pt x="9649756" y="3037705"/>
                </a:moveTo>
                <a:lnTo>
                  <a:pt x="9374814" y="3175177"/>
                </a:lnTo>
                <a:lnTo>
                  <a:pt x="9374814" y="3516832"/>
                </a:lnTo>
                <a:lnTo>
                  <a:pt x="9649756" y="3654289"/>
                </a:lnTo>
                <a:lnTo>
                  <a:pt x="9924700" y="3516832"/>
                </a:lnTo>
                <a:lnTo>
                  <a:pt x="9924700" y="3175177"/>
                </a:lnTo>
                <a:lnTo>
                  <a:pt x="9649756" y="3037705"/>
                </a:lnTo>
                <a:close/>
                <a:moveTo>
                  <a:pt x="9926546" y="3519016"/>
                </a:moveTo>
                <a:lnTo>
                  <a:pt x="9651604" y="3656475"/>
                </a:lnTo>
                <a:lnTo>
                  <a:pt x="9651604" y="3998131"/>
                </a:lnTo>
                <a:lnTo>
                  <a:pt x="9926546" y="4135600"/>
                </a:lnTo>
                <a:lnTo>
                  <a:pt x="10201490" y="3998131"/>
                </a:lnTo>
                <a:lnTo>
                  <a:pt x="10201490" y="3656475"/>
                </a:lnTo>
                <a:lnTo>
                  <a:pt x="9926546" y="3519016"/>
                </a:lnTo>
                <a:close/>
                <a:moveTo>
                  <a:pt x="10202378" y="4000285"/>
                </a:moveTo>
                <a:lnTo>
                  <a:pt x="9927436" y="4137753"/>
                </a:lnTo>
                <a:lnTo>
                  <a:pt x="9927436" y="4479410"/>
                </a:lnTo>
                <a:lnTo>
                  <a:pt x="10202378" y="4616881"/>
                </a:lnTo>
                <a:lnTo>
                  <a:pt x="10477320" y="4479410"/>
                </a:lnTo>
                <a:lnTo>
                  <a:pt x="10477320" y="4137753"/>
                </a:lnTo>
                <a:lnTo>
                  <a:pt x="10202378" y="4000285"/>
                </a:lnTo>
                <a:close/>
                <a:moveTo>
                  <a:pt x="10480688" y="4480218"/>
                </a:moveTo>
                <a:lnTo>
                  <a:pt x="10205746" y="4617689"/>
                </a:lnTo>
                <a:lnTo>
                  <a:pt x="10205746" y="4959346"/>
                </a:lnTo>
                <a:lnTo>
                  <a:pt x="10480688" y="5096817"/>
                </a:lnTo>
                <a:lnTo>
                  <a:pt x="10755632" y="4959346"/>
                </a:lnTo>
                <a:lnTo>
                  <a:pt x="10755632" y="4617689"/>
                </a:lnTo>
                <a:lnTo>
                  <a:pt x="10480688" y="4480218"/>
                </a:lnTo>
                <a:close/>
                <a:moveTo>
                  <a:pt x="10757478" y="4961531"/>
                </a:moveTo>
                <a:lnTo>
                  <a:pt x="10482536" y="5099002"/>
                </a:lnTo>
                <a:lnTo>
                  <a:pt x="10482536" y="5440659"/>
                </a:lnTo>
                <a:lnTo>
                  <a:pt x="10757478" y="5578130"/>
                </a:lnTo>
                <a:lnTo>
                  <a:pt x="11032422" y="5440659"/>
                </a:lnTo>
                <a:lnTo>
                  <a:pt x="11032422" y="5099002"/>
                </a:lnTo>
                <a:lnTo>
                  <a:pt x="10757478" y="4961531"/>
                </a:lnTo>
                <a:close/>
                <a:moveTo>
                  <a:pt x="11041954" y="5440866"/>
                </a:moveTo>
                <a:lnTo>
                  <a:pt x="10767012" y="5578337"/>
                </a:lnTo>
                <a:lnTo>
                  <a:pt x="10767012" y="5919994"/>
                </a:lnTo>
                <a:lnTo>
                  <a:pt x="11041954" y="6057465"/>
                </a:lnTo>
                <a:lnTo>
                  <a:pt x="11316898" y="5919994"/>
                </a:lnTo>
                <a:lnTo>
                  <a:pt x="11316898" y="5578337"/>
                </a:lnTo>
                <a:lnTo>
                  <a:pt x="11041954" y="5440866"/>
                </a:lnTo>
                <a:close/>
                <a:moveTo>
                  <a:pt x="11320522" y="5927025"/>
                </a:moveTo>
                <a:lnTo>
                  <a:pt x="11045580" y="6064496"/>
                </a:lnTo>
                <a:lnTo>
                  <a:pt x="11045580" y="6406153"/>
                </a:lnTo>
                <a:lnTo>
                  <a:pt x="11320522" y="6543624"/>
                </a:lnTo>
                <a:lnTo>
                  <a:pt x="11595466" y="6406153"/>
                </a:lnTo>
                <a:lnTo>
                  <a:pt x="11595466" y="6064496"/>
                </a:lnTo>
                <a:lnTo>
                  <a:pt x="11320522" y="5927025"/>
                </a:lnTo>
                <a:close/>
                <a:moveTo>
                  <a:pt x="9371188" y="3519016"/>
                </a:moveTo>
                <a:lnTo>
                  <a:pt x="9096246" y="3656475"/>
                </a:lnTo>
                <a:lnTo>
                  <a:pt x="9096246" y="3998131"/>
                </a:lnTo>
                <a:lnTo>
                  <a:pt x="9371188" y="4135600"/>
                </a:lnTo>
                <a:lnTo>
                  <a:pt x="9646132" y="3998131"/>
                </a:lnTo>
                <a:lnTo>
                  <a:pt x="9646132" y="3656475"/>
                </a:lnTo>
                <a:lnTo>
                  <a:pt x="9371188" y="3519016"/>
                </a:lnTo>
                <a:close/>
                <a:moveTo>
                  <a:pt x="9646144" y="4001092"/>
                </a:moveTo>
                <a:lnTo>
                  <a:pt x="9371202" y="4138562"/>
                </a:lnTo>
                <a:lnTo>
                  <a:pt x="9371202" y="4480218"/>
                </a:lnTo>
                <a:lnTo>
                  <a:pt x="9646144" y="4617689"/>
                </a:lnTo>
                <a:lnTo>
                  <a:pt x="9921088" y="4480218"/>
                </a:lnTo>
                <a:lnTo>
                  <a:pt x="9921088" y="4138562"/>
                </a:lnTo>
                <a:lnTo>
                  <a:pt x="9646144" y="4001092"/>
                </a:lnTo>
                <a:close/>
                <a:moveTo>
                  <a:pt x="9922934" y="4482404"/>
                </a:moveTo>
                <a:lnTo>
                  <a:pt x="9647992" y="4619876"/>
                </a:lnTo>
                <a:lnTo>
                  <a:pt x="9647992" y="4961532"/>
                </a:lnTo>
                <a:lnTo>
                  <a:pt x="9922934" y="5099003"/>
                </a:lnTo>
                <a:lnTo>
                  <a:pt x="10197878" y="4961532"/>
                </a:lnTo>
                <a:lnTo>
                  <a:pt x="10197878" y="4619876"/>
                </a:lnTo>
                <a:lnTo>
                  <a:pt x="9922934" y="4482404"/>
                </a:lnTo>
                <a:close/>
                <a:moveTo>
                  <a:pt x="10202120" y="4961531"/>
                </a:moveTo>
                <a:lnTo>
                  <a:pt x="9927178" y="5099002"/>
                </a:lnTo>
                <a:lnTo>
                  <a:pt x="9927178" y="5440659"/>
                </a:lnTo>
                <a:lnTo>
                  <a:pt x="10202120" y="5578130"/>
                </a:lnTo>
                <a:lnTo>
                  <a:pt x="10477064" y="5440659"/>
                </a:lnTo>
                <a:lnTo>
                  <a:pt x="10477064" y="5099002"/>
                </a:lnTo>
                <a:lnTo>
                  <a:pt x="10202120" y="4961531"/>
                </a:lnTo>
                <a:close/>
                <a:moveTo>
                  <a:pt x="10477954" y="5446584"/>
                </a:moveTo>
                <a:lnTo>
                  <a:pt x="10203012" y="5584056"/>
                </a:lnTo>
                <a:lnTo>
                  <a:pt x="10203012" y="5925712"/>
                </a:lnTo>
                <a:lnTo>
                  <a:pt x="10477954" y="6063183"/>
                </a:lnTo>
                <a:lnTo>
                  <a:pt x="10752898" y="5925712"/>
                </a:lnTo>
                <a:lnTo>
                  <a:pt x="10752898" y="5584056"/>
                </a:lnTo>
                <a:lnTo>
                  <a:pt x="10477954" y="5446584"/>
                </a:lnTo>
                <a:close/>
                <a:moveTo>
                  <a:pt x="10759768" y="5927898"/>
                </a:moveTo>
                <a:lnTo>
                  <a:pt x="10484826" y="6065369"/>
                </a:lnTo>
                <a:lnTo>
                  <a:pt x="10484826" y="6407026"/>
                </a:lnTo>
                <a:lnTo>
                  <a:pt x="10759768" y="6544497"/>
                </a:lnTo>
                <a:lnTo>
                  <a:pt x="11034710" y="6407026"/>
                </a:lnTo>
                <a:lnTo>
                  <a:pt x="11034710" y="6065369"/>
                </a:lnTo>
                <a:lnTo>
                  <a:pt x="10759768" y="5927898"/>
                </a:lnTo>
                <a:close/>
              </a:path>
            </a:pathLst>
          </a:custGeom>
          <a:gradFill>
            <a:gsLst>
              <a:gs pos="0">
                <a:schemeClr val="tx2"/>
              </a:gs>
              <a:gs pos="44000">
                <a:schemeClr val="bg2">
                  <a:alpha val="7000"/>
                </a:schemeClr>
              </a:gs>
            </a:gsLst>
            <a:path path="circle">
              <a:fillToRect r="100000" b="100000"/>
            </a:path>
          </a:gra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B67EE27C-315E-114D-678B-F37ACF7659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859305" y="1262489"/>
            <a:ext cx="4729730" cy="4441711"/>
          </a:xfrm>
          <a:prstGeom prst="roundRect">
            <a:avLst>
              <a:gd name="adj" fmla="val 7483"/>
            </a:avLst>
          </a:prstGeom>
          <a:solidFill>
            <a:schemeClr val="bg1"/>
          </a:solidFill>
          <a:ln>
            <a:solidFill>
              <a:srgbClr val="CE8576">
                <a:alpha val="45098"/>
              </a:srgbClr>
            </a:solidFill>
          </a:ln>
          <a:effectLst>
            <a:outerShdw blurRad="254000" dist="127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4381EF84-510E-D8E8-B23A-14AF220886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48928" y="1292613"/>
            <a:ext cx="4729730" cy="4441711"/>
          </a:xfrm>
          <a:prstGeom prst="roundRect">
            <a:avLst>
              <a:gd name="adj" fmla="val 7483"/>
            </a:avLst>
          </a:prstGeom>
          <a:solidFill>
            <a:schemeClr val="bg1"/>
          </a:solidFill>
          <a:ln>
            <a:solidFill>
              <a:srgbClr val="CE8576">
                <a:alpha val="45098"/>
              </a:srgbClr>
            </a:solidFill>
          </a:ln>
          <a:effectLst>
            <a:outerShdw blurRad="254000" dist="12700" sx="102000" sy="102000" algn="c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C321C58E-2AC6-E502-D4B3-CCBD3DD43A7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060867" y="1595202"/>
            <a:ext cx="412481" cy="399877"/>
            <a:chOff x="11543151" y="2821042"/>
            <a:chExt cx="571500" cy="554038"/>
          </a:xfrm>
        </p:grpSpPr>
        <p:sp>
          <p:nvSpPr>
            <p:cNvPr id="52" name="Freeform 688">
              <a:extLst>
                <a:ext uri="{FF2B5EF4-FFF2-40B4-BE49-F238E27FC236}">
                  <a16:creationId xmlns:a16="http://schemas.microsoft.com/office/drawing/2014/main" id="{69F4E709-FBB5-BE93-DB18-170C4312922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671738" y="2821042"/>
              <a:ext cx="76200" cy="103188"/>
            </a:xfrm>
            <a:custGeom>
              <a:avLst/>
              <a:gdLst>
                <a:gd name="T0" fmla="*/ 12 w 24"/>
                <a:gd name="T1" fmla="*/ 32 h 32"/>
                <a:gd name="T2" fmla="*/ 24 w 24"/>
                <a:gd name="T3" fmla="*/ 18 h 32"/>
                <a:gd name="T4" fmla="*/ 24 w 24"/>
                <a:gd name="T5" fmla="*/ 13 h 32"/>
                <a:gd name="T6" fmla="*/ 12 w 24"/>
                <a:gd name="T7" fmla="*/ 0 h 32"/>
                <a:gd name="T8" fmla="*/ 0 w 24"/>
                <a:gd name="T9" fmla="*/ 13 h 32"/>
                <a:gd name="T10" fmla="*/ 0 w 24"/>
                <a:gd name="T11" fmla="*/ 18 h 32"/>
                <a:gd name="T12" fmla="*/ 12 w 24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2">
                  <a:moveTo>
                    <a:pt x="12" y="32"/>
                  </a:moveTo>
                  <a:cubicBezTo>
                    <a:pt x="19" y="32"/>
                    <a:pt x="24" y="26"/>
                    <a:pt x="24" y="18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6"/>
                    <a:pt x="19" y="0"/>
                    <a:pt x="12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6"/>
                    <a:pt x="5" y="32"/>
                    <a:pt x="12" y="32"/>
                  </a:cubicBezTo>
                  <a:close/>
                </a:path>
              </a:pathLst>
            </a:cu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689">
              <a:extLst>
                <a:ext uri="{FF2B5EF4-FFF2-40B4-BE49-F238E27FC236}">
                  <a16:creationId xmlns:a16="http://schemas.microsoft.com/office/drawing/2014/main" id="{2B3E2151-CC28-F3D0-EBDD-514B3F449FD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546326" y="2914705"/>
              <a:ext cx="98425" cy="422275"/>
            </a:xfrm>
            <a:custGeom>
              <a:avLst/>
              <a:gdLst>
                <a:gd name="T0" fmla="*/ 0 w 62"/>
                <a:gd name="T1" fmla="*/ 0 h 266"/>
                <a:gd name="T2" fmla="*/ 62 w 62"/>
                <a:gd name="T3" fmla="*/ 71 h 266"/>
                <a:gd name="T4" fmla="*/ 62 w 62"/>
                <a:gd name="T5" fmla="*/ 26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266">
                  <a:moveTo>
                    <a:pt x="0" y="0"/>
                  </a:moveTo>
                  <a:lnTo>
                    <a:pt x="62" y="71"/>
                  </a:lnTo>
                  <a:lnTo>
                    <a:pt x="62" y="266"/>
                  </a:lnTo>
                </a:path>
              </a:pathLst>
            </a:cu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Freeform 690">
              <a:extLst>
                <a:ext uri="{FF2B5EF4-FFF2-40B4-BE49-F238E27FC236}">
                  <a16:creationId xmlns:a16="http://schemas.microsoft.com/office/drawing/2014/main" id="{245FFA0B-91E6-C35F-938F-41A7E56883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543151" y="2836917"/>
              <a:ext cx="325437" cy="138113"/>
            </a:xfrm>
            <a:custGeom>
              <a:avLst/>
              <a:gdLst>
                <a:gd name="T0" fmla="*/ 102 w 102"/>
                <a:gd name="T1" fmla="*/ 1 h 43"/>
                <a:gd name="T2" fmla="*/ 65 w 102"/>
                <a:gd name="T3" fmla="*/ 39 h 43"/>
                <a:gd name="T4" fmla="*/ 55 w 102"/>
                <a:gd name="T5" fmla="*/ 43 h 43"/>
                <a:gd name="T6" fmla="*/ 47 w 102"/>
                <a:gd name="T7" fmla="*/ 43 h 43"/>
                <a:gd name="T8" fmla="*/ 38 w 102"/>
                <a:gd name="T9" fmla="*/ 39 h 43"/>
                <a:gd name="T10" fmla="*/ 0 w 102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" h="43">
                  <a:moveTo>
                    <a:pt x="102" y="1"/>
                  </a:moveTo>
                  <a:cubicBezTo>
                    <a:pt x="65" y="39"/>
                    <a:pt x="65" y="39"/>
                    <a:pt x="65" y="39"/>
                  </a:cubicBezTo>
                  <a:cubicBezTo>
                    <a:pt x="62" y="42"/>
                    <a:pt x="59" y="43"/>
                    <a:pt x="55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4" y="43"/>
                    <a:pt x="40" y="42"/>
                    <a:pt x="38" y="3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" name="Freeform 691">
              <a:extLst>
                <a:ext uri="{FF2B5EF4-FFF2-40B4-BE49-F238E27FC236}">
                  <a16:creationId xmlns:a16="http://schemas.microsoft.com/office/drawing/2014/main" id="{DFA0587B-91ED-2354-64D5-020736BD3B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773338" y="2914705"/>
              <a:ext cx="98425" cy="422275"/>
            </a:xfrm>
            <a:custGeom>
              <a:avLst/>
              <a:gdLst>
                <a:gd name="T0" fmla="*/ 0 w 62"/>
                <a:gd name="T1" fmla="*/ 266 h 266"/>
                <a:gd name="T2" fmla="*/ 0 w 62"/>
                <a:gd name="T3" fmla="*/ 71 h 266"/>
                <a:gd name="T4" fmla="*/ 62 w 62"/>
                <a:gd name="T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266">
                  <a:moveTo>
                    <a:pt x="0" y="266"/>
                  </a:moveTo>
                  <a:lnTo>
                    <a:pt x="0" y="71"/>
                  </a:lnTo>
                  <a:lnTo>
                    <a:pt x="62" y="0"/>
                  </a:lnTo>
                </a:path>
              </a:pathLst>
            </a:cu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6" name="Line 692">
              <a:extLst>
                <a:ext uri="{FF2B5EF4-FFF2-40B4-BE49-F238E27FC236}">
                  <a16:creationId xmlns:a16="http://schemas.microsoft.com/office/drawing/2014/main" id="{977C6B33-17BB-74D9-D550-29732AAC1D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709838" y="3143305"/>
              <a:ext cx="0" cy="193675"/>
            </a:xfrm>
            <a:prstGeom prst="lin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7" name="Freeform 693">
              <a:extLst>
                <a:ext uri="{FF2B5EF4-FFF2-40B4-BE49-F238E27FC236}">
                  <a16:creationId xmlns:a16="http://schemas.microsoft.com/office/drawing/2014/main" id="{65555725-6E05-5D9C-BD24-096281156F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817788" y="3021067"/>
              <a:ext cx="69850" cy="354013"/>
            </a:xfrm>
            <a:custGeom>
              <a:avLst/>
              <a:gdLst>
                <a:gd name="T0" fmla="*/ 0 w 44"/>
                <a:gd name="T1" fmla="*/ 0 h 223"/>
                <a:gd name="T2" fmla="*/ 44 w 44"/>
                <a:gd name="T3" fmla="*/ 53 h 223"/>
                <a:gd name="T4" fmla="*/ 44 w 44"/>
                <a:gd name="T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23">
                  <a:moveTo>
                    <a:pt x="0" y="0"/>
                  </a:moveTo>
                  <a:lnTo>
                    <a:pt x="44" y="53"/>
                  </a:lnTo>
                  <a:lnTo>
                    <a:pt x="44" y="223"/>
                  </a:lnTo>
                </a:path>
              </a:pathLst>
            </a:cu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8" name="Freeform 694">
              <a:extLst>
                <a:ext uri="{FF2B5EF4-FFF2-40B4-BE49-F238E27FC236}">
                  <a16:creationId xmlns:a16="http://schemas.microsoft.com/office/drawing/2014/main" id="{F41EA04F-BB98-EF44-8DF6-E1971C685E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862238" y="2909942"/>
              <a:ext cx="252412" cy="142875"/>
            </a:xfrm>
            <a:custGeom>
              <a:avLst/>
              <a:gdLst>
                <a:gd name="T0" fmla="*/ 79 w 79"/>
                <a:gd name="T1" fmla="*/ 0 h 44"/>
                <a:gd name="T2" fmla="*/ 42 w 79"/>
                <a:gd name="T3" fmla="*/ 40 h 44"/>
                <a:gd name="T4" fmla="*/ 32 w 79"/>
                <a:gd name="T5" fmla="*/ 44 h 44"/>
                <a:gd name="T6" fmla="*/ 24 w 79"/>
                <a:gd name="T7" fmla="*/ 44 h 44"/>
                <a:gd name="T8" fmla="*/ 15 w 79"/>
                <a:gd name="T9" fmla="*/ 40 h 44"/>
                <a:gd name="T10" fmla="*/ 0 w 79"/>
                <a:gd name="T11" fmla="*/ 2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" h="44">
                  <a:moveTo>
                    <a:pt x="79" y="0"/>
                  </a:moveTo>
                  <a:cubicBezTo>
                    <a:pt x="42" y="40"/>
                    <a:pt x="42" y="40"/>
                    <a:pt x="42" y="40"/>
                  </a:cubicBezTo>
                  <a:cubicBezTo>
                    <a:pt x="39" y="42"/>
                    <a:pt x="36" y="44"/>
                    <a:pt x="32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1" y="44"/>
                    <a:pt x="17" y="42"/>
                    <a:pt x="15" y="40"/>
                  </a:cubicBezTo>
                  <a:cubicBezTo>
                    <a:pt x="0" y="21"/>
                    <a:pt x="0" y="21"/>
                    <a:pt x="0" y="21"/>
                  </a:cubicBezTo>
                </a:path>
              </a:pathLst>
            </a:cu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9" name="Freeform 695">
              <a:extLst>
                <a:ext uri="{FF2B5EF4-FFF2-40B4-BE49-F238E27FC236}">
                  <a16:creationId xmlns:a16="http://schemas.microsoft.com/office/drawing/2014/main" id="{0ECDAF9F-A9A6-A34E-B91B-1C0A8AFB6F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2016226" y="2987730"/>
              <a:ext cx="98425" cy="387350"/>
            </a:xfrm>
            <a:custGeom>
              <a:avLst/>
              <a:gdLst>
                <a:gd name="T0" fmla="*/ 0 w 62"/>
                <a:gd name="T1" fmla="*/ 244 h 244"/>
                <a:gd name="T2" fmla="*/ 0 w 62"/>
                <a:gd name="T3" fmla="*/ 74 h 244"/>
                <a:gd name="T4" fmla="*/ 62 w 62"/>
                <a:gd name="T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244">
                  <a:moveTo>
                    <a:pt x="0" y="244"/>
                  </a:moveTo>
                  <a:lnTo>
                    <a:pt x="0" y="74"/>
                  </a:lnTo>
                  <a:lnTo>
                    <a:pt x="62" y="0"/>
                  </a:lnTo>
                </a:path>
              </a:pathLst>
            </a:cu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0" name="Line 696">
              <a:extLst>
                <a:ext uri="{FF2B5EF4-FFF2-40B4-BE49-F238E27FC236}">
                  <a16:creationId xmlns:a16="http://schemas.microsoft.com/office/drawing/2014/main" id="{A01D5ED3-4CCC-1A2E-2BFE-FB29CBDE5E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952726" y="3208392"/>
              <a:ext cx="0" cy="166688"/>
            </a:xfrm>
            <a:prstGeom prst="line">
              <a:avLst/>
            </a:pr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61" name="Freeform 697">
              <a:extLst>
                <a:ext uri="{FF2B5EF4-FFF2-40B4-BE49-F238E27FC236}">
                  <a16:creationId xmlns:a16="http://schemas.microsoft.com/office/drawing/2014/main" id="{6B5063FB-F001-931D-1901-09EBCBC6966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913038" y="2897242"/>
              <a:ext cx="77787" cy="103188"/>
            </a:xfrm>
            <a:custGeom>
              <a:avLst/>
              <a:gdLst>
                <a:gd name="T0" fmla="*/ 12 w 24"/>
                <a:gd name="T1" fmla="*/ 32 h 32"/>
                <a:gd name="T2" fmla="*/ 24 w 24"/>
                <a:gd name="T3" fmla="*/ 18 h 32"/>
                <a:gd name="T4" fmla="*/ 24 w 24"/>
                <a:gd name="T5" fmla="*/ 13 h 32"/>
                <a:gd name="T6" fmla="*/ 12 w 24"/>
                <a:gd name="T7" fmla="*/ 0 h 32"/>
                <a:gd name="T8" fmla="*/ 0 w 24"/>
                <a:gd name="T9" fmla="*/ 13 h 32"/>
                <a:gd name="T10" fmla="*/ 0 w 24"/>
                <a:gd name="T11" fmla="*/ 18 h 32"/>
                <a:gd name="T12" fmla="*/ 12 w 24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2">
                  <a:moveTo>
                    <a:pt x="12" y="32"/>
                  </a:moveTo>
                  <a:cubicBezTo>
                    <a:pt x="19" y="32"/>
                    <a:pt x="24" y="26"/>
                    <a:pt x="24" y="18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6"/>
                    <a:pt x="19" y="0"/>
                    <a:pt x="12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6"/>
                    <a:pt x="5" y="32"/>
                    <a:pt x="12" y="32"/>
                  </a:cubicBezTo>
                  <a:close/>
                </a:path>
              </a:pathLst>
            </a:custGeom>
            <a:noFill/>
            <a:ln w="190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68E8EB31-B4A8-A6F3-8096-2B7E47EE0AC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761194" y="1488633"/>
            <a:ext cx="402147" cy="459461"/>
            <a:chOff x="-2146300" y="5856288"/>
            <a:chExt cx="668338" cy="763588"/>
          </a:xfrm>
          <a:solidFill>
            <a:schemeClr val="tx2"/>
          </a:solidFill>
        </p:grpSpPr>
        <p:sp>
          <p:nvSpPr>
            <p:cNvPr id="16" name="Rectangle 229">
              <a:extLst>
                <a:ext uri="{FF2B5EF4-FFF2-40B4-BE49-F238E27FC236}">
                  <a16:creationId xmlns:a16="http://schemas.microsoft.com/office/drawing/2014/main" id="{C7B89C0C-31BC-38E2-9FBF-36FCD81DAF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824037" y="6369050"/>
              <a:ext cx="23813" cy="250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DA6A484F-137D-1E00-DC64-160093345B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882775" y="5856288"/>
              <a:ext cx="142875" cy="142875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8 h 48"/>
                <a:gd name="T12" fmla="*/ 8 w 48"/>
                <a:gd name="T13" fmla="*/ 24 h 48"/>
                <a:gd name="T14" fmla="*/ 24 w 48"/>
                <a:gd name="T15" fmla="*/ 40 h 48"/>
                <a:gd name="T16" fmla="*/ 40 w 48"/>
                <a:gd name="T17" fmla="*/ 24 h 48"/>
                <a:gd name="T18" fmla="*/ 24 w 48"/>
                <a:gd name="T19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8"/>
                  </a:moveTo>
                  <a:cubicBezTo>
                    <a:pt x="15" y="8"/>
                    <a:pt x="8" y="15"/>
                    <a:pt x="8" y="24"/>
                  </a:cubicBezTo>
                  <a:cubicBezTo>
                    <a:pt x="8" y="33"/>
                    <a:pt x="15" y="40"/>
                    <a:pt x="24" y="40"/>
                  </a:cubicBezTo>
                  <a:cubicBezTo>
                    <a:pt x="33" y="40"/>
                    <a:pt x="40" y="33"/>
                    <a:pt x="40" y="24"/>
                  </a:cubicBezTo>
                  <a:cubicBezTo>
                    <a:pt x="40" y="15"/>
                    <a:pt x="33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0768ED40-46AB-97E5-4DBD-C1F19E33C2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955800" y="6022975"/>
              <a:ext cx="287338" cy="95250"/>
            </a:xfrm>
            <a:custGeom>
              <a:avLst/>
              <a:gdLst>
                <a:gd name="T0" fmla="*/ 96 w 96"/>
                <a:gd name="T1" fmla="*/ 32 h 32"/>
                <a:gd name="T2" fmla="*/ 88 w 96"/>
                <a:gd name="T3" fmla="*/ 32 h 32"/>
                <a:gd name="T4" fmla="*/ 88 w 96"/>
                <a:gd name="T5" fmla="*/ 28 h 32"/>
                <a:gd name="T6" fmla="*/ 68 w 96"/>
                <a:gd name="T7" fmla="*/ 8 h 32"/>
                <a:gd name="T8" fmla="*/ 28 w 96"/>
                <a:gd name="T9" fmla="*/ 8 h 32"/>
                <a:gd name="T10" fmla="*/ 8 w 96"/>
                <a:gd name="T11" fmla="*/ 28 h 32"/>
                <a:gd name="T12" fmla="*/ 8 w 96"/>
                <a:gd name="T13" fmla="*/ 32 h 32"/>
                <a:gd name="T14" fmla="*/ 0 w 96"/>
                <a:gd name="T15" fmla="*/ 32 h 32"/>
                <a:gd name="T16" fmla="*/ 0 w 96"/>
                <a:gd name="T17" fmla="*/ 28 h 32"/>
                <a:gd name="T18" fmla="*/ 28 w 96"/>
                <a:gd name="T19" fmla="*/ 0 h 32"/>
                <a:gd name="T20" fmla="*/ 68 w 96"/>
                <a:gd name="T21" fmla="*/ 0 h 32"/>
                <a:gd name="T22" fmla="*/ 96 w 96"/>
                <a:gd name="T23" fmla="*/ 28 h 32"/>
                <a:gd name="T24" fmla="*/ 96 w 96"/>
                <a:gd name="T2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32">
                  <a:moveTo>
                    <a:pt x="96" y="32"/>
                  </a:moveTo>
                  <a:cubicBezTo>
                    <a:pt x="88" y="32"/>
                    <a:pt x="88" y="32"/>
                    <a:pt x="88" y="32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88" y="17"/>
                    <a:pt x="79" y="8"/>
                    <a:pt x="6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17" y="8"/>
                    <a:pt x="8" y="17"/>
                    <a:pt x="8" y="2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83" y="0"/>
                    <a:pt x="96" y="13"/>
                    <a:pt x="96" y="28"/>
                  </a:cubicBezTo>
                  <a:lnTo>
                    <a:pt x="96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232">
              <a:extLst>
                <a:ext uri="{FF2B5EF4-FFF2-40B4-BE49-F238E27FC236}">
                  <a16:creationId xmlns:a16="http://schemas.microsoft.com/office/drawing/2014/main" id="{5CF579D1-186B-A393-507D-97EFC1778B6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2027237" y="6416675"/>
              <a:ext cx="23813" cy="203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4C561578-B964-FB18-6194-001BE0D84D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2074862" y="5962650"/>
              <a:ext cx="119063" cy="120650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A71FFA5F-B79D-0F9D-0D4B-4B1C4C0BA38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2146300" y="6107113"/>
              <a:ext cx="263525" cy="512763"/>
            </a:xfrm>
            <a:custGeom>
              <a:avLst/>
              <a:gdLst>
                <a:gd name="T0" fmla="*/ 72 w 88"/>
                <a:gd name="T1" fmla="*/ 172 h 172"/>
                <a:gd name="T2" fmla="*/ 64 w 88"/>
                <a:gd name="T3" fmla="*/ 172 h 172"/>
                <a:gd name="T4" fmla="*/ 64 w 88"/>
                <a:gd name="T5" fmla="*/ 88 h 172"/>
                <a:gd name="T6" fmla="*/ 80 w 88"/>
                <a:gd name="T7" fmla="*/ 88 h 172"/>
                <a:gd name="T8" fmla="*/ 80 w 88"/>
                <a:gd name="T9" fmla="*/ 24 h 172"/>
                <a:gd name="T10" fmla="*/ 64 w 88"/>
                <a:gd name="T11" fmla="*/ 8 h 172"/>
                <a:gd name="T12" fmla="*/ 24 w 88"/>
                <a:gd name="T13" fmla="*/ 8 h 172"/>
                <a:gd name="T14" fmla="*/ 8 w 88"/>
                <a:gd name="T15" fmla="*/ 24 h 172"/>
                <a:gd name="T16" fmla="*/ 8 w 88"/>
                <a:gd name="T17" fmla="*/ 88 h 172"/>
                <a:gd name="T18" fmla="*/ 24 w 88"/>
                <a:gd name="T19" fmla="*/ 88 h 172"/>
                <a:gd name="T20" fmla="*/ 24 w 88"/>
                <a:gd name="T21" fmla="*/ 172 h 172"/>
                <a:gd name="T22" fmla="*/ 16 w 88"/>
                <a:gd name="T23" fmla="*/ 172 h 172"/>
                <a:gd name="T24" fmla="*/ 16 w 88"/>
                <a:gd name="T25" fmla="*/ 96 h 172"/>
                <a:gd name="T26" fmla="*/ 0 w 88"/>
                <a:gd name="T27" fmla="*/ 96 h 172"/>
                <a:gd name="T28" fmla="*/ 0 w 88"/>
                <a:gd name="T29" fmla="*/ 24 h 172"/>
                <a:gd name="T30" fmla="*/ 24 w 88"/>
                <a:gd name="T31" fmla="*/ 0 h 172"/>
                <a:gd name="T32" fmla="*/ 64 w 88"/>
                <a:gd name="T33" fmla="*/ 0 h 172"/>
                <a:gd name="T34" fmla="*/ 88 w 88"/>
                <a:gd name="T35" fmla="*/ 24 h 172"/>
                <a:gd name="T36" fmla="*/ 88 w 88"/>
                <a:gd name="T37" fmla="*/ 96 h 172"/>
                <a:gd name="T38" fmla="*/ 72 w 88"/>
                <a:gd name="T39" fmla="*/ 96 h 172"/>
                <a:gd name="T40" fmla="*/ 72 w 88"/>
                <a:gd name="T4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172">
                  <a:moveTo>
                    <a:pt x="72" y="172"/>
                  </a:moveTo>
                  <a:cubicBezTo>
                    <a:pt x="64" y="172"/>
                    <a:pt x="64" y="172"/>
                    <a:pt x="64" y="172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15"/>
                    <a:pt x="73" y="8"/>
                    <a:pt x="6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15" y="8"/>
                    <a:pt x="8" y="15"/>
                    <a:pt x="8" y="24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7" y="0"/>
                    <a:pt x="88" y="11"/>
                    <a:pt x="88" y="24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72" y="96"/>
                    <a:pt x="72" y="96"/>
                    <a:pt x="72" y="96"/>
                  </a:cubicBezTo>
                  <a:lnTo>
                    <a:pt x="72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35">
              <a:extLst>
                <a:ext uri="{FF2B5EF4-FFF2-40B4-BE49-F238E27FC236}">
                  <a16:creationId xmlns:a16="http://schemas.microsoft.com/office/drawing/2014/main" id="{A4F9E9C8-1D6F-FC49-1FB7-4FA65176B0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620837" y="6416675"/>
              <a:ext cx="23813" cy="203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336263D2-AD7B-DE23-27F2-4278DEF92C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668462" y="5962650"/>
              <a:ext cx="119063" cy="120650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9637D4EC-3F45-A68C-DF84-F281607B50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739900" y="6107113"/>
              <a:ext cx="261938" cy="512763"/>
            </a:xfrm>
            <a:custGeom>
              <a:avLst/>
              <a:gdLst>
                <a:gd name="T0" fmla="*/ 72 w 88"/>
                <a:gd name="T1" fmla="*/ 172 h 172"/>
                <a:gd name="T2" fmla="*/ 64 w 88"/>
                <a:gd name="T3" fmla="*/ 172 h 172"/>
                <a:gd name="T4" fmla="*/ 64 w 88"/>
                <a:gd name="T5" fmla="*/ 88 h 172"/>
                <a:gd name="T6" fmla="*/ 80 w 88"/>
                <a:gd name="T7" fmla="*/ 88 h 172"/>
                <a:gd name="T8" fmla="*/ 80 w 88"/>
                <a:gd name="T9" fmla="*/ 24 h 172"/>
                <a:gd name="T10" fmla="*/ 64 w 88"/>
                <a:gd name="T11" fmla="*/ 8 h 172"/>
                <a:gd name="T12" fmla="*/ 24 w 88"/>
                <a:gd name="T13" fmla="*/ 8 h 172"/>
                <a:gd name="T14" fmla="*/ 8 w 88"/>
                <a:gd name="T15" fmla="*/ 24 h 172"/>
                <a:gd name="T16" fmla="*/ 8 w 88"/>
                <a:gd name="T17" fmla="*/ 88 h 172"/>
                <a:gd name="T18" fmla="*/ 24 w 88"/>
                <a:gd name="T19" fmla="*/ 88 h 172"/>
                <a:gd name="T20" fmla="*/ 24 w 88"/>
                <a:gd name="T21" fmla="*/ 172 h 172"/>
                <a:gd name="T22" fmla="*/ 16 w 88"/>
                <a:gd name="T23" fmla="*/ 172 h 172"/>
                <a:gd name="T24" fmla="*/ 16 w 88"/>
                <a:gd name="T25" fmla="*/ 96 h 172"/>
                <a:gd name="T26" fmla="*/ 0 w 88"/>
                <a:gd name="T27" fmla="*/ 96 h 172"/>
                <a:gd name="T28" fmla="*/ 0 w 88"/>
                <a:gd name="T29" fmla="*/ 24 h 172"/>
                <a:gd name="T30" fmla="*/ 24 w 88"/>
                <a:gd name="T31" fmla="*/ 0 h 172"/>
                <a:gd name="T32" fmla="*/ 64 w 88"/>
                <a:gd name="T33" fmla="*/ 0 h 172"/>
                <a:gd name="T34" fmla="*/ 88 w 88"/>
                <a:gd name="T35" fmla="*/ 24 h 172"/>
                <a:gd name="T36" fmla="*/ 88 w 88"/>
                <a:gd name="T37" fmla="*/ 96 h 172"/>
                <a:gd name="T38" fmla="*/ 72 w 88"/>
                <a:gd name="T39" fmla="*/ 96 h 172"/>
                <a:gd name="T40" fmla="*/ 72 w 88"/>
                <a:gd name="T4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172">
                  <a:moveTo>
                    <a:pt x="72" y="172"/>
                  </a:moveTo>
                  <a:cubicBezTo>
                    <a:pt x="64" y="172"/>
                    <a:pt x="64" y="172"/>
                    <a:pt x="64" y="172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15"/>
                    <a:pt x="73" y="8"/>
                    <a:pt x="6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15" y="8"/>
                    <a:pt x="8" y="15"/>
                    <a:pt x="8" y="24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7" y="0"/>
                    <a:pt x="88" y="11"/>
                    <a:pt x="88" y="24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72" y="96"/>
                    <a:pt x="72" y="96"/>
                    <a:pt x="72" y="96"/>
                  </a:cubicBezTo>
                  <a:lnTo>
                    <a:pt x="72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Rectangle 238">
              <a:extLst>
                <a:ext uri="{FF2B5EF4-FFF2-40B4-BE49-F238E27FC236}">
                  <a16:creationId xmlns:a16="http://schemas.microsoft.com/office/drawing/2014/main" id="{8688DEC3-E8DB-33F3-9268-28D29E7126A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824037" y="6070600"/>
              <a:ext cx="2381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E9BF09E8-F9CA-A541-0BEC-C01B9F9A56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824037" y="6118225"/>
              <a:ext cx="2381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40">
              <a:extLst>
                <a:ext uri="{FF2B5EF4-FFF2-40B4-BE49-F238E27FC236}">
                  <a16:creationId xmlns:a16="http://schemas.microsoft.com/office/drawing/2014/main" id="{44ECF44E-AF0F-5890-C091-A51F8677C5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620837" y="6154738"/>
              <a:ext cx="2381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41">
              <a:extLst>
                <a:ext uri="{FF2B5EF4-FFF2-40B4-BE49-F238E27FC236}">
                  <a16:creationId xmlns:a16="http://schemas.microsoft.com/office/drawing/2014/main" id="{A2B2FC0D-95F3-D58C-4A31-59CA07B8CE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2027237" y="6154738"/>
              <a:ext cx="2381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242">
              <a:extLst>
                <a:ext uri="{FF2B5EF4-FFF2-40B4-BE49-F238E27FC236}">
                  <a16:creationId xmlns:a16="http://schemas.microsoft.com/office/drawing/2014/main" id="{22383552-3E50-EB26-6F02-EEF9FFCC07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908175" y="6381750"/>
              <a:ext cx="25400" cy="238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Rectangle 243">
              <a:extLst>
                <a:ext uri="{FF2B5EF4-FFF2-40B4-BE49-F238E27FC236}">
                  <a16:creationId xmlns:a16="http://schemas.microsoft.com/office/drawing/2014/main" id="{D073301D-A538-3BE3-1F21-56BCC3F441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739900" y="6381750"/>
              <a:ext cx="23813" cy="238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Espaço Reservado para Texto 20">
            <a:extLst>
              <a:ext uri="{FF2B5EF4-FFF2-40B4-BE49-F238E27FC236}">
                <a16:creationId xmlns:a16="http://schemas.microsoft.com/office/drawing/2014/main" id="{473E2E3D-1EBB-4EA6-BC27-3226C9F060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57027" y="2752085"/>
            <a:ext cx="4248137" cy="281330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1900"/>
              </a:lnSpc>
              <a:spcBef>
                <a:spcPts val="600"/>
              </a:spcBef>
              <a:defRPr sz="1800">
                <a:solidFill>
                  <a:srgbClr val="292929"/>
                </a:solidFill>
                <a:latin typeface="Calibri Corpo"/>
              </a:defRPr>
            </a:lvl1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.</a:t>
            </a:r>
          </a:p>
          <a:p>
            <a:pPr lvl="0"/>
            <a:r>
              <a:rPr lang="pt-BR"/>
              <a:t>Nunc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 </a:t>
            </a:r>
            <a:r>
              <a:rPr lang="pt-BR" err="1"/>
              <a:t>habitant</a:t>
            </a:r>
            <a:r>
              <a:rPr lang="pt-BR"/>
              <a:t> </a:t>
            </a:r>
            <a:r>
              <a:rPr lang="pt-BR" err="1"/>
              <a:t>morbi</a:t>
            </a:r>
            <a:r>
              <a:rPr lang="pt-BR"/>
              <a:t> </a:t>
            </a:r>
            <a:r>
              <a:rPr lang="pt-BR" err="1"/>
              <a:t>tristique</a:t>
            </a:r>
            <a:r>
              <a:rPr lang="pt-BR"/>
              <a:t> </a:t>
            </a:r>
            <a:r>
              <a:rPr lang="pt-BR" err="1"/>
              <a:t>senectus</a:t>
            </a:r>
            <a:r>
              <a:rPr lang="pt-BR"/>
              <a:t> et </a:t>
            </a:r>
            <a:r>
              <a:rPr lang="pt-BR" err="1"/>
              <a:t>netus</a:t>
            </a:r>
            <a:r>
              <a:rPr lang="pt-BR"/>
              <a:t> et </a:t>
            </a:r>
            <a:r>
              <a:rPr lang="pt-BR" err="1"/>
              <a:t>malesuada</a:t>
            </a:r>
            <a:r>
              <a:rPr lang="pt-BR"/>
              <a:t> fames ac </a:t>
            </a:r>
            <a:r>
              <a:rPr lang="pt-BR" err="1"/>
              <a:t>turpis</a:t>
            </a:r>
            <a:r>
              <a:rPr lang="pt-BR"/>
              <a:t> </a:t>
            </a:r>
            <a:r>
              <a:rPr lang="pt-BR" err="1"/>
              <a:t>egestas</a:t>
            </a:r>
            <a:r>
              <a:rPr lang="pt-BR"/>
              <a:t>. 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BCF94AB0-2145-405D-B9DC-3B1AF99D7A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57027" y="2231486"/>
            <a:ext cx="4248137" cy="39052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5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HISTÓRICO SOCIAL</a:t>
            </a:r>
          </a:p>
        </p:txBody>
      </p:sp>
      <p:sp>
        <p:nvSpPr>
          <p:cNvPr id="12" name="Espaço Reservado para Texto 20">
            <a:extLst>
              <a:ext uri="{FF2B5EF4-FFF2-40B4-BE49-F238E27FC236}">
                <a16:creationId xmlns:a16="http://schemas.microsoft.com/office/drawing/2014/main" id="{297EE3E8-ECE7-B6DF-DF21-3101460633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11036" y="2694836"/>
            <a:ext cx="3977262" cy="287055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1900"/>
              </a:lnSpc>
              <a:spcBef>
                <a:spcPts val="600"/>
              </a:spcBef>
              <a:defRPr sz="1800">
                <a:solidFill>
                  <a:srgbClr val="292929"/>
                </a:solidFill>
                <a:latin typeface="Calibri Corpo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.</a:t>
            </a:r>
          </a:p>
          <a:p>
            <a:pPr lvl="0"/>
            <a:r>
              <a:rPr lang="pt-BR"/>
              <a:t>Nunc viverra imperdiet enim. Fusce est. Vivamus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 habitant morbi tristique senectus et netus et malesuada fames ac turpis egestas. </a:t>
            </a:r>
          </a:p>
        </p:txBody>
      </p: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F1C6717-5CDA-7A35-E77E-F4CFC5FBBC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055" y="2174237"/>
            <a:ext cx="4372492" cy="390526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5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HISTÓRICO FAMILIAR</a:t>
            </a:r>
          </a:p>
        </p:txBody>
      </p:sp>
    </p:spTree>
    <p:extLst>
      <p:ext uri="{BB962C8B-B14F-4D97-AF65-F5344CB8AC3E}">
        <p14:creationId xmlns:p14="http://schemas.microsoft.com/office/powerpoint/2010/main" val="303196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3" grpId="0" animBg="1"/>
      <p:bldP spid="62" grpId="0" animBg="1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caodocaso_opcao20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Hexágono 64">
            <a:extLst>
              <a:ext uri="{FF2B5EF4-FFF2-40B4-BE49-F238E27FC236}">
                <a16:creationId xmlns:a16="http://schemas.microsoft.com/office/drawing/2014/main" id="{FD7AECE2-D1CB-67DD-A1B2-D09DC7F1CC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4900731" y="2654842"/>
            <a:ext cx="5849813" cy="5309103"/>
          </a:xfrm>
          <a:prstGeom prst="hexagon">
            <a:avLst/>
          </a:prstGeom>
          <a:solidFill>
            <a:schemeClr val="bg1"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Hexágono 62">
            <a:extLst>
              <a:ext uri="{FF2B5EF4-FFF2-40B4-BE49-F238E27FC236}">
                <a16:creationId xmlns:a16="http://schemas.microsoft.com/office/drawing/2014/main" id="{7370553F-BDC5-6EC5-9EEA-AA4E7525D4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628290">
            <a:off x="8261334" y="-312319"/>
            <a:ext cx="5849813" cy="5309103"/>
          </a:xfrm>
          <a:prstGeom prst="hexagon">
            <a:avLst/>
          </a:prstGeom>
          <a:solidFill>
            <a:schemeClr val="bg1">
              <a:alpha val="2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BF9EEFEB-9DBF-706A-1414-AC3A7EF79B0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177191" y="3729039"/>
            <a:ext cx="32609" cy="2627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74DEA986-0ED0-134C-45CA-E74D01B332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092559" y="4602552"/>
            <a:ext cx="207058" cy="783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935D748C-DB8A-2B4F-7672-F494F18FA7F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189548" y="604689"/>
            <a:ext cx="0" cy="2509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tângulo 61">
            <a:extLst>
              <a:ext uri="{FF2B5EF4-FFF2-40B4-BE49-F238E27FC236}">
                <a16:creationId xmlns:a16="http://schemas.microsoft.com/office/drawing/2014/main" id="{14D6AB04-6A73-08AB-4C09-B98A499B00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086019" y="1519836"/>
            <a:ext cx="207058" cy="783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5" name="Agrupar 44">
            <a:extLst>
              <a:ext uri="{FF2B5EF4-FFF2-40B4-BE49-F238E27FC236}">
                <a16:creationId xmlns:a16="http://schemas.microsoft.com/office/drawing/2014/main" id="{8DD0BEAA-E5AF-11C1-C295-215AE339335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324723" y="4770730"/>
            <a:ext cx="562782" cy="545585"/>
            <a:chOff x="11543151" y="2821042"/>
            <a:chExt cx="571500" cy="554038"/>
          </a:xfrm>
        </p:grpSpPr>
        <p:sp>
          <p:nvSpPr>
            <p:cNvPr id="46" name="Freeform 688">
              <a:extLst>
                <a:ext uri="{FF2B5EF4-FFF2-40B4-BE49-F238E27FC236}">
                  <a16:creationId xmlns:a16="http://schemas.microsoft.com/office/drawing/2014/main" id="{F5B113D6-6603-D87A-FF72-08D27CB16AD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671738" y="2821042"/>
              <a:ext cx="76200" cy="103188"/>
            </a:xfrm>
            <a:custGeom>
              <a:avLst/>
              <a:gdLst>
                <a:gd name="T0" fmla="*/ 12 w 24"/>
                <a:gd name="T1" fmla="*/ 32 h 32"/>
                <a:gd name="T2" fmla="*/ 24 w 24"/>
                <a:gd name="T3" fmla="*/ 18 h 32"/>
                <a:gd name="T4" fmla="*/ 24 w 24"/>
                <a:gd name="T5" fmla="*/ 13 h 32"/>
                <a:gd name="T6" fmla="*/ 12 w 24"/>
                <a:gd name="T7" fmla="*/ 0 h 32"/>
                <a:gd name="T8" fmla="*/ 0 w 24"/>
                <a:gd name="T9" fmla="*/ 13 h 32"/>
                <a:gd name="T10" fmla="*/ 0 w 24"/>
                <a:gd name="T11" fmla="*/ 18 h 32"/>
                <a:gd name="T12" fmla="*/ 12 w 24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2">
                  <a:moveTo>
                    <a:pt x="12" y="32"/>
                  </a:moveTo>
                  <a:cubicBezTo>
                    <a:pt x="19" y="32"/>
                    <a:pt x="24" y="26"/>
                    <a:pt x="24" y="18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6"/>
                    <a:pt x="19" y="0"/>
                    <a:pt x="12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6"/>
                    <a:pt x="5" y="32"/>
                    <a:pt x="12" y="32"/>
                  </a:cubicBezTo>
                  <a:close/>
                </a:path>
              </a:pathLst>
            </a:cu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7" name="Freeform 689">
              <a:extLst>
                <a:ext uri="{FF2B5EF4-FFF2-40B4-BE49-F238E27FC236}">
                  <a16:creationId xmlns:a16="http://schemas.microsoft.com/office/drawing/2014/main" id="{232746FB-4892-1246-4777-7FA2C9C6F8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546326" y="2914705"/>
              <a:ext cx="98425" cy="422275"/>
            </a:xfrm>
            <a:custGeom>
              <a:avLst/>
              <a:gdLst>
                <a:gd name="T0" fmla="*/ 0 w 62"/>
                <a:gd name="T1" fmla="*/ 0 h 266"/>
                <a:gd name="T2" fmla="*/ 62 w 62"/>
                <a:gd name="T3" fmla="*/ 71 h 266"/>
                <a:gd name="T4" fmla="*/ 62 w 62"/>
                <a:gd name="T5" fmla="*/ 266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266">
                  <a:moveTo>
                    <a:pt x="0" y="0"/>
                  </a:moveTo>
                  <a:lnTo>
                    <a:pt x="62" y="71"/>
                  </a:lnTo>
                  <a:lnTo>
                    <a:pt x="62" y="266"/>
                  </a:lnTo>
                </a:path>
              </a:pathLst>
            </a:cu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8" name="Freeform 690">
              <a:extLst>
                <a:ext uri="{FF2B5EF4-FFF2-40B4-BE49-F238E27FC236}">
                  <a16:creationId xmlns:a16="http://schemas.microsoft.com/office/drawing/2014/main" id="{25BAEE56-A992-2AE1-11B2-194665221A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543151" y="2836917"/>
              <a:ext cx="325437" cy="138113"/>
            </a:xfrm>
            <a:custGeom>
              <a:avLst/>
              <a:gdLst>
                <a:gd name="T0" fmla="*/ 102 w 102"/>
                <a:gd name="T1" fmla="*/ 1 h 43"/>
                <a:gd name="T2" fmla="*/ 65 w 102"/>
                <a:gd name="T3" fmla="*/ 39 h 43"/>
                <a:gd name="T4" fmla="*/ 55 w 102"/>
                <a:gd name="T5" fmla="*/ 43 h 43"/>
                <a:gd name="T6" fmla="*/ 47 w 102"/>
                <a:gd name="T7" fmla="*/ 43 h 43"/>
                <a:gd name="T8" fmla="*/ 38 w 102"/>
                <a:gd name="T9" fmla="*/ 39 h 43"/>
                <a:gd name="T10" fmla="*/ 0 w 102"/>
                <a:gd name="T11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" h="43">
                  <a:moveTo>
                    <a:pt x="102" y="1"/>
                  </a:moveTo>
                  <a:cubicBezTo>
                    <a:pt x="65" y="39"/>
                    <a:pt x="65" y="39"/>
                    <a:pt x="65" y="39"/>
                  </a:cubicBezTo>
                  <a:cubicBezTo>
                    <a:pt x="62" y="42"/>
                    <a:pt x="59" y="43"/>
                    <a:pt x="55" y="43"/>
                  </a:cubicBezTo>
                  <a:cubicBezTo>
                    <a:pt x="47" y="43"/>
                    <a:pt x="47" y="43"/>
                    <a:pt x="47" y="43"/>
                  </a:cubicBezTo>
                  <a:cubicBezTo>
                    <a:pt x="44" y="43"/>
                    <a:pt x="40" y="42"/>
                    <a:pt x="38" y="3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49" name="Freeform 691">
              <a:extLst>
                <a:ext uri="{FF2B5EF4-FFF2-40B4-BE49-F238E27FC236}">
                  <a16:creationId xmlns:a16="http://schemas.microsoft.com/office/drawing/2014/main" id="{C05F6ED2-B1CB-2F7B-A4E1-FDF8D09282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773338" y="2914705"/>
              <a:ext cx="98425" cy="422275"/>
            </a:xfrm>
            <a:custGeom>
              <a:avLst/>
              <a:gdLst>
                <a:gd name="T0" fmla="*/ 0 w 62"/>
                <a:gd name="T1" fmla="*/ 266 h 266"/>
                <a:gd name="T2" fmla="*/ 0 w 62"/>
                <a:gd name="T3" fmla="*/ 71 h 266"/>
                <a:gd name="T4" fmla="*/ 62 w 62"/>
                <a:gd name="T5" fmla="*/ 0 h 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266">
                  <a:moveTo>
                    <a:pt x="0" y="266"/>
                  </a:moveTo>
                  <a:lnTo>
                    <a:pt x="0" y="71"/>
                  </a:lnTo>
                  <a:lnTo>
                    <a:pt x="62" y="0"/>
                  </a:lnTo>
                </a:path>
              </a:pathLst>
            </a:cu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0" name="Line 692">
              <a:extLst>
                <a:ext uri="{FF2B5EF4-FFF2-40B4-BE49-F238E27FC236}">
                  <a16:creationId xmlns:a16="http://schemas.microsoft.com/office/drawing/2014/main" id="{3DC89C7A-BB05-79CE-0177-93E44DEFD6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709838" y="3143305"/>
              <a:ext cx="0" cy="193675"/>
            </a:xfrm>
            <a:prstGeom prst="line">
              <a:avLst/>
            </a:pr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1" name="Freeform 693">
              <a:extLst>
                <a:ext uri="{FF2B5EF4-FFF2-40B4-BE49-F238E27FC236}">
                  <a16:creationId xmlns:a16="http://schemas.microsoft.com/office/drawing/2014/main" id="{E98E01E4-E6BE-323A-5DEE-44296B9E4B9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817788" y="3021067"/>
              <a:ext cx="69850" cy="354013"/>
            </a:xfrm>
            <a:custGeom>
              <a:avLst/>
              <a:gdLst>
                <a:gd name="T0" fmla="*/ 0 w 44"/>
                <a:gd name="T1" fmla="*/ 0 h 223"/>
                <a:gd name="T2" fmla="*/ 44 w 44"/>
                <a:gd name="T3" fmla="*/ 53 h 223"/>
                <a:gd name="T4" fmla="*/ 44 w 44"/>
                <a:gd name="T5" fmla="*/ 223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4" h="223">
                  <a:moveTo>
                    <a:pt x="0" y="0"/>
                  </a:moveTo>
                  <a:lnTo>
                    <a:pt x="44" y="53"/>
                  </a:lnTo>
                  <a:lnTo>
                    <a:pt x="44" y="223"/>
                  </a:lnTo>
                </a:path>
              </a:pathLst>
            </a:cu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2" name="Freeform 694">
              <a:extLst>
                <a:ext uri="{FF2B5EF4-FFF2-40B4-BE49-F238E27FC236}">
                  <a16:creationId xmlns:a16="http://schemas.microsoft.com/office/drawing/2014/main" id="{8CEC72A1-CDF9-345A-4A18-7684BE17C9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862238" y="2909942"/>
              <a:ext cx="252412" cy="142875"/>
            </a:xfrm>
            <a:custGeom>
              <a:avLst/>
              <a:gdLst>
                <a:gd name="T0" fmla="*/ 79 w 79"/>
                <a:gd name="T1" fmla="*/ 0 h 44"/>
                <a:gd name="T2" fmla="*/ 42 w 79"/>
                <a:gd name="T3" fmla="*/ 40 h 44"/>
                <a:gd name="T4" fmla="*/ 32 w 79"/>
                <a:gd name="T5" fmla="*/ 44 h 44"/>
                <a:gd name="T6" fmla="*/ 24 w 79"/>
                <a:gd name="T7" fmla="*/ 44 h 44"/>
                <a:gd name="T8" fmla="*/ 15 w 79"/>
                <a:gd name="T9" fmla="*/ 40 h 44"/>
                <a:gd name="T10" fmla="*/ 0 w 79"/>
                <a:gd name="T11" fmla="*/ 21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9" h="44">
                  <a:moveTo>
                    <a:pt x="79" y="0"/>
                  </a:moveTo>
                  <a:cubicBezTo>
                    <a:pt x="42" y="40"/>
                    <a:pt x="42" y="40"/>
                    <a:pt x="42" y="40"/>
                  </a:cubicBezTo>
                  <a:cubicBezTo>
                    <a:pt x="39" y="42"/>
                    <a:pt x="36" y="44"/>
                    <a:pt x="32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1" y="44"/>
                    <a:pt x="17" y="42"/>
                    <a:pt x="15" y="40"/>
                  </a:cubicBezTo>
                  <a:cubicBezTo>
                    <a:pt x="0" y="21"/>
                    <a:pt x="0" y="21"/>
                    <a:pt x="0" y="21"/>
                  </a:cubicBezTo>
                </a:path>
              </a:pathLst>
            </a:cu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3" name="Freeform 695">
              <a:extLst>
                <a:ext uri="{FF2B5EF4-FFF2-40B4-BE49-F238E27FC236}">
                  <a16:creationId xmlns:a16="http://schemas.microsoft.com/office/drawing/2014/main" id="{DB07CABF-E91B-F9F1-FE81-6A0423188BB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2016226" y="2987730"/>
              <a:ext cx="98425" cy="387350"/>
            </a:xfrm>
            <a:custGeom>
              <a:avLst/>
              <a:gdLst>
                <a:gd name="T0" fmla="*/ 0 w 62"/>
                <a:gd name="T1" fmla="*/ 244 h 244"/>
                <a:gd name="T2" fmla="*/ 0 w 62"/>
                <a:gd name="T3" fmla="*/ 74 h 244"/>
                <a:gd name="T4" fmla="*/ 62 w 62"/>
                <a:gd name="T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244">
                  <a:moveTo>
                    <a:pt x="0" y="244"/>
                  </a:moveTo>
                  <a:lnTo>
                    <a:pt x="0" y="74"/>
                  </a:lnTo>
                  <a:lnTo>
                    <a:pt x="62" y="0"/>
                  </a:lnTo>
                </a:path>
              </a:pathLst>
            </a:cu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4" name="Line 696">
              <a:extLst>
                <a:ext uri="{FF2B5EF4-FFF2-40B4-BE49-F238E27FC236}">
                  <a16:creationId xmlns:a16="http://schemas.microsoft.com/office/drawing/2014/main" id="{423D3B8E-D160-118D-C6AA-3A4ECB4D34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952726" y="3208392"/>
              <a:ext cx="0" cy="166688"/>
            </a:xfrm>
            <a:prstGeom prst="line">
              <a:avLst/>
            </a:pr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55" name="Freeform 697">
              <a:extLst>
                <a:ext uri="{FF2B5EF4-FFF2-40B4-BE49-F238E27FC236}">
                  <a16:creationId xmlns:a16="http://schemas.microsoft.com/office/drawing/2014/main" id="{ECFD2BC9-6F49-AB49-0080-A830B7D9C7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11913038" y="2897242"/>
              <a:ext cx="77787" cy="103188"/>
            </a:xfrm>
            <a:custGeom>
              <a:avLst/>
              <a:gdLst>
                <a:gd name="T0" fmla="*/ 12 w 24"/>
                <a:gd name="T1" fmla="*/ 32 h 32"/>
                <a:gd name="T2" fmla="*/ 24 w 24"/>
                <a:gd name="T3" fmla="*/ 18 h 32"/>
                <a:gd name="T4" fmla="*/ 24 w 24"/>
                <a:gd name="T5" fmla="*/ 13 h 32"/>
                <a:gd name="T6" fmla="*/ 12 w 24"/>
                <a:gd name="T7" fmla="*/ 0 h 32"/>
                <a:gd name="T8" fmla="*/ 0 w 24"/>
                <a:gd name="T9" fmla="*/ 13 h 32"/>
                <a:gd name="T10" fmla="*/ 0 w 24"/>
                <a:gd name="T11" fmla="*/ 18 h 32"/>
                <a:gd name="T12" fmla="*/ 12 w 24"/>
                <a:gd name="T1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" h="32">
                  <a:moveTo>
                    <a:pt x="12" y="32"/>
                  </a:moveTo>
                  <a:cubicBezTo>
                    <a:pt x="19" y="32"/>
                    <a:pt x="24" y="26"/>
                    <a:pt x="24" y="18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6"/>
                    <a:pt x="19" y="0"/>
                    <a:pt x="12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26"/>
                    <a:pt x="5" y="32"/>
                    <a:pt x="12" y="32"/>
                  </a:cubicBezTo>
                  <a:close/>
                </a:path>
              </a:pathLst>
            </a:custGeom>
            <a:noFill/>
            <a:ln w="28575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457200"/>
              <a:endParaRPr lang="pt-BR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01EB25B-B1EC-28DE-825F-7C486633FAA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350197" y="1554020"/>
            <a:ext cx="551722" cy="630353"/>
            <a:chOff x="-2146300" y="5856288"/>
            <a:chExt cx="668338" cy="763588"/>
          </a:xfrm>
          <a:solidFill>
            <a:schemeClr val="tx2"/>
          </a:solidFill>
        </p:grpSpPr>
        <p:sp>
          <p:nvSpPr>
            <p:cNvPr id="9" name="Rectangle 229">
              <a:extLst>
                <a:ext uri="{FF2B5EF4-FFF2-40B4-BE49-F238E27FC236}">
                  <a16:creationId xmlns:a16="http://schemas.microsoft.com/office/drawing/2014/main" id="{45D63FB7-0816-F603-865B-4D6F58B659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824037" y="6369050"/>
              <a:ext cx="23813" cy="250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 230">
              <a:extLst>
                <a:ext uri="{FF2B5EF4-FFF2-40B4-BE49-F238E27FC236}">
                  <a16:creationId xmlns:a16="http://schemas.microsoft.com/office/drawing/2014/main" id="{7F7FBDBB-61DA-1BF7-F828-7ED049DB7F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882775" y="5856288"/>
              <a:ext cx="142875" cy="142875"/>
            </a:xfrm>
            <a:custGeom>
              <a:avLst/>
              <a:gdLst>
                <a:gd name="T0" fmla="*/ 24 w 48"/>
                <a:gd name="T1" fmla="*/ 48 h 48"/>
                <a:gd name="T2" fmla="*/ 0 w 48"/>
                <a:gd name="T3" fmla="*/ 24 h 48"/>
                <a:gd name="T4" fmla="*/ 24 w 48"/>
                <a:gd name="T5" fmla="*/ 0 h 48"/>
                <a:gd name="T6" fmla="*/ 48 w 48"/>
                <a:gd name="T7" fmla="*/ 24 h 48"/>
                <a:gd name="T8" fmla="*/ 24 w 48"/>
                <a:gd name="T9" fmla="*/ 48 h 48"/>
                <a:gd name="T10" fmla="*/ 24 w 48"/>
                <a:gd name="T11" fmla="*/ 8 h 48"/>
                <a:gd name="T12" fmla="*/ 8 w 48"/>
                <a:gd name="T13" fmla="*/ 24 h 48"/>
                <a:gd name="T14" fmla="*/ 24 w 48"/>
                <a:gd name="T15" fmla="*/ 40 h 48"/>
                <a:gd name="T16" fmla="*/ 40 w 48"/>
                <a:gd name="T17" fmla="*/ 24 h 48"/>
                <a:gd name="T18" fmla="*/ 24 w 48"/>
                <a:gd name="T19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" h="48">
                  <a:moveTo>
                    <a:pt x="24" y="48"/>
                  </a:moveTo>
                  <a:cubicBezTo>
                    <a:pt x="11" y="48"/>
                    <a:pt x="0" y="37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lose/>
                  <a:moveTo>
                    <a:pt x="24" y="8"/>
                  </a:moveTo>
                  <a:cubicBezTo>
                    <a:pt x="15" y="8"/>
                    <a:pt x="8" y="15"/>
                    <a:pt x="8" y="24"/>
                  </a:cubicBezTo>
                  <a:cubicBezTo>
                    <a:pt x="8" y="33"/>
                    <a:pt x="15" y="40"/>
                    <a:pt x="24" y="40"/>
                  </a:cubicBezTo>
                  <a:cubicBezTo>
                    <a:pt x="33" y="40"/>
                    <a:pt x="40" y="33"/>
                    <a:pt x="40" y="24"/>
                  </a:cubicBezTo>
                  <a:cubicBezTo>
                    <a:pt x="40" y="15"/>
                    <a:pt x="33" y="8"/>
                    <a:pt x="24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 231">
              <a:extLst>
                <a:ext uri="{FF2B5EF4-FFF2-40B4-BE49-F238E27FC236}">
                  <a16:creationId xmlns:a16="http://schemas.microsoft.com/office/drawing/2014/main" id="{8CD6158C-BD33-7B08-541C-EDED3DAC1C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955800" y="6022975"/>
              <a:ext cx="287338" cy="95250"/>
            </a:xfrm>
            <a:custGeom>
              <a:avLst/>
              <a:gdLst>
                <a:gd name="T0" fmla="*/ 96 w 96"/>
                <a:gd name="T1" fmla="*/ 32 h 32"/>
                <a:gd name="T2" fmla="*/ 88 w 96"/>
                <a:gd name="T3" fmla="*/ 32 h 32"/>
                <a:gd name="T4" fmla="*/ 88 w 96"/>
                <a:gd name="T5" fmla="*/ 28 h 32"/>
                <a:gd name="T6" fmla="*/ 68 w 96"/>
                <a:gd name="T7" fmla="*/ 8 h 32"/>
                <a:gd name="T8" fmla="*/ 28 w 96"/>
                <a:gd name="T9" fmla="*/ 8 h 32"/>
                <a:gd name="T10" fmla="*/ 8 w 96"/>
                <a:gd name="T11" fmla="*/ 28 h 32"/>
                <a:gd name="T12" fmla="*/ 8 w 96"/>
                <a:gd name="T13" fmla="*/ 32 h 32"/>
                <a:gd name="T14" fmla="*/ 0 w 96"/>
                <a:gd name="T15" fmla="*/ 32 h 32"/>
                <a:gd name="T16" fmla="*/ 0 w 96"/>
                <a:gd name="T17" fmla="*/ 28 h 32"/>
                <a:gd name="T18" fmla="*/ 28 w 96"/>
                <a:gd name="T19" fmla="*/ 0 h 32"/>
                <a:gd name="T20" fmla="*/ 68 w 96"/>
                <a:gd name="T21" fmla="*/ 0 h 32"/>
                <a:gd name="T22" fmla="*/ 96 w 96"/>
                <a:gd name="T23" fmla="*/ 28 h 32"/>
                <a:gd name="T24" fmla="*/ 96 w 96"/>
                <a:gd name="T25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" h="32">
                  <a:moveTo>
                    <a:pt x="96" y="32"/>
                  </a:moveTo>
                  <a:cubicBezTo>
                    <a:pt x="88" y="32"/>
                    <a:pt x="88" y="32"/>
                    <a:pt x="88" y="32"/>
                  </a:cubicBezTo>
                  <a:cubicBezTo>
                    <a:pt x="88" y="28"/>
                    <a:pt x="88" y="28"/>
                    <a:pt x="88" y="28"/>
                  </a:cubicBezTo>
                  <a:cubicBezTo>
                    <a:pt x="88" y="17"/>
                    <a:pt x="79" y="8"/>
                    <a:pt x="6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17" y="8"/>
                    <a:pt x="8" y="17"/>
                    <a:pt x="8" y="28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83" y="0"/>
                    <a:pt x="96" y="13"/>
                    <a:pt x="96" y="28"/>
                  </a:cubicBezTo>
                  <a:lnTo>
                    <a:pt x="96" y="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232">
              <a:extLst>
                <a:ext uri="{FF2B5EF4-FFF2-40B4-BE49-F238E27FC236}">
                  <a16:creationId xmlns:a16="http://schemas.microsoft.com/office/drawing/2014/main" id="{AB3B4BEA-D291-90FB-3163-C53D4CBDC4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2027237" y="6416675"/>
              <a:ext cx="23813" cy="203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233">
              <a:extLst>
                <a:ext uri="{FF2B5EF4-FFF2-40B4-BE49-F238E27FC236}">
                  <a16:creationId xmlns:a16="http://schemas.microsoft.com/office/drawing/2014/main" id="{3FF0A30C-47E1-2BA0-F256-212CA930AF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2074862" y="5962650"/>
              <a:ext cx="119063" cy="120650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234">
              <a:extLst>
                <a:ext uri="{FF2B5EF4-FFF2-40B4-BE49-F238E27FC236}">
                  <a16:creationId xmlns:a16="http://schemas.microsoft.com/office/drawing/2014/main" id="{008DB535-06EF-F36F-DB75-DE230D4C2DA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2146300" y="6107113"/>
              <a:ext cx="263525" cy="512763"/>
            </a:xfrm>
            <a:custGeom>
              <a:avLst/>
              <a:gdLst>
                <a:gd name="T0" fmla="*/ 72 w 88"/>
                <a:gd name="T1" fmla="*/ 172 h 172"/>
                <a:gd name="T2" fmla="*/ 64 w 88"/>
                <a:gd name="T3" fmla="*/ 172 h 172"/>
                <a:gd name="T4" fmla="*/ 64 w 88"/>
                <a:gd name="T5" fmla="*/ 88 h 172"/>
                <a:gd name="T6" fmla="*/ 80 w 88"/>
                <a:gd name="T7" fmla="*/ 88 h 172"/>
                <a:gd name="T8" fmla="*/ 80 w 88"/>
                <a:gd name="T9" fmla="*/ 24 h 172"/>
                <a:gd name="T10" fmla="*/ 64 w 88"/>
                <a:gd name="T11" fmla="*/ 8 h 172"/>
                <a:gd name="T12" fmla="*/ 24 w 88"/>
                <a:gd name="T13" fmla="*/ 8 h 172"/>
                <a:gd name="T14" fmla="*/ 8 w 88"/>
                <a:gd name="T15" fmla="*/ 24 h 172"/>
                <a:gd name="T16" fmla="*/ 8 w 88"/>
                <a:gd name="T17" fmla="*/ 88 h 172"/>
                <a:gd name="T18" fmla="*/ 24 w 88"/>
                <a:gd name="T19" fmla="*/ 88 h 172"/>
                <a:gd name="T20" fmla="*/ 24 w 88"/>
                <a:gd name="T21" fmla="*/ 172 h 172"/>
                <a:gd name="T22" fmla="*/ 16 w 88"/>
                <a:gd name="T23" fmla="*/ 172 h 172"/>
                <a:gd name="T24" fmla="*/ 16 w 88"/>
                <a:gd name="T25" fmla="*/ 96 h 172"/>
                <a:gd name="T26" fmla="*/ 0 w 88"/>
                <a:gd name="T27" fmla="*/ 96 h 172"/>
                <a:gd name="T28" fmla="*/ 0 w 88"/>
                <a:gd name="T29" fmla="*/ 24 h 172"/>
                <a:gd name="T30" fmla="*/ 24 w 88"/>
                <a:gd name="T31" fmla="*/ 0 h 172"/>
                <a:gd name="T32" fmla="*/ 64 w 88"/>
                <a:gd name="T33" fmla="*/ 0 h 172"/>
                <a:gd name="T34" fmla="*/ 88 w 88"/>
                <a:gd name="T35" fmla="*/ 24 h 172"/>
                <a:gd name="T36" fmla="*/ 88 w 88"/>
                <a:gd name="T37" fmla="*/ 96 h 172"/>
                <a:gd name="T38" fmla="*/ 72 w 88"/>
                <a:gd name="T39" fmla="*/ 96 h 172"/>
                <a:gd name="T40" fmla="*/ 72 w 88"/>
                <a:gd name="T4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172">
                  <a:moveTo>
                    <a:pt x="72" y="172"/>
                  </a:moveTo>
                  <a:cubicBezTo>
                    <a:pt x="64" y="172"/>
                    <a:pt x="64" y="172"/>
                    <a:pt x="64" y="172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15"/>
                    <a:pt x="73" y="8"/>
                    <a:pt x="6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15" y="8"/>
                    <a:pt x="8" y="15"/>
                    <a:pt x="8" y="24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7" y="0"/>
                    <a:pt x="88" y="11"/>
                    <a:pt x="88" y="24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72" y="96"/>
                    <a:pt x="72" y="96"/>
                    <a:pt x="72" y="96"/>
                  </a:cubicBezTo>
                  <a:lnTo>
                    <a:pt x="72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235">
              <a:extLst>
                <a:ext uri="{FF2B5EF4-FFF2-40B4-BE49-F238E27FC236}">
                  <a16:creationId xmlns:a16="http://schemas.microsoft.com/office/drawing/2014/main" id="{C7AE6029-64F9-9226-C19F-9D3DCA9DE4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620837" y="6416675"/>
              <a:ext cx="23813" cy="203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236">
              <a:extLst>
                <a:ext uri="{FF2B5EF4-FFF2-40B4-BE49-F238E27FC236}">
                  <a16:creationId xmlns:a16="http://schemas.microsoft.com/office/drawing/2014/main" id="{A315C074-0CC4-21A7-825C-476C2E227ED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668462" y="5962650"/>
              <a:ext cx="119063" cy="120650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237">
              <a:extLst>
                <a:ext uri="{FF2B5EF4-FFF2-40B4-BE49-F238E27FC236}">
                  <a16:creationId xmlns:a16="http://schemas.microsoft.com/office/drawing/2014/main" id="{7FBD8A2C-5D0B-6049-3B44-097311DB23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739900" y="6107113"/>
              <a:ext cx="261938" cy="512763"/>
            </a:xfrm>
            <a:custGeom>
              <a:avLst/>
              <a:gdLst>
                <a:gd name="T0" fmla="*/ 72 w 88"/>
                <a:gd name="T1" fmla="*/ 172 h 172"/>
                <a:gd name="T2" fmla="*/ 64 w 88"/>
                <a:gd name="T3" fmla="*/ 172 h 172"/>
                <a:gd name="T4" fmla="*/ 64 w 88"/>
                <a:gd name="T5" fmla="*/ 88 h 172"/>
                <a:gd name="T6" fmla="*/ 80 w 88"/>
                <a:gd name="T7" fmla="*/ 88 h 172"/>
                <a:gd name="T8" fmla="*/ 80 w 88"/>
                <a:gd name="T9" fmla="*/ 24 h 172"/>
                <a:gd name="T10" fmla="*/ 64 w 88"/>
                <a:gd name="T11" fmla="*/ 8 h 172"/>
                <a:gd name="T12" fmla="*/ 24 w 88"/>
                <a:gd name="T13" fmla="*/ 8 h 172"/>
                <a:gd name="T14" fmla="*/ 8 w 88"/>
                <a:gd name="T15" fmla="*/ 24 h 172"/>
                <a:gd name="T16" fmla="*/ 8 w 88"/>
                <a:gd name="T17" fmla="*/ 88 h 172"/>
                <a:gd name="T18" fmla="*/ 24 w 88"/>
                <a:gd name="T19" fmla="*/ 88 h 172"/>
                <a:gd name="T20" fmla="*/ 24 w 88"/>
                <a:gd name="T21" fmla="*/ 172 h 172"/>
                <a:gd name="T22" fmla="*/ 16 w 88"/>
                <a:gd name="T23" fmla="*/ 172 h 172"/>
                <a:gd name="T24" fmla="*/ 16 w 88"/>
                <a:gd name="T25" fmla="*/ 96 h 172"/>
                <a:gd name="T26" fmla="*/ 0 w 88"/>
                <a:gd name="T27" fmla="*/ 96 h 172"/>
                <a:gd name="T28" fmla="*/ 0 w 88"/>
                <a:gd name="T29" fmla="*/ 24 h 172"/>
                <a:gd name="T30" fmla="*/ 24 w 88"/>
                <a:gd name="T31" fmla="*/ 0 h 172"/>
                <a:gd name="T32" fmla="*/ 64 w 88"/>
                <a:gd name="T33" fmla="*/ 0 h 172"/>
                <a:gd name="T34" fmla="*/ 88 w 88"/>
                <a:gd name="T35" fmla="*/ 24 h 172"/>
                <a:gd name="T36" fmla="*/ 88 w 88"/>
                <a:gd name="T37" fmla="*/ 96 h 172"/>
                <a:gd name="T38" fmla="*/ 72 w 88"/>
                <a:gd name="T39" fmla="*/ 96 h 172"/>
                <a:gd name="T40" fmla="*/ 72 w 88"/>
                <a:gd name="T4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8" h="172">
                  <a:moveTo>
                    <a:pt x="72" y="172"/>
                  </a:moveTo>
                  <a:cubicBezTo>
                    <a:pt x="64" y="172"/>
                    <a:pt x="64" y="172"/>
                    <a:pt x="64" y="172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80" y="24"/>
                    <a:pt x="80" y="24"/>
                    <a:pt x="80" y="24"/>
                  </a:cubicBezTo>
                  <a:cubicBezTo>
                    <a:pt x="80" y="15"/>
                    <a:pt x="73" y="8"/>
                    <a:pt x="6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15" y="8"/>
                    <a:pt x="8" y="15"/>
                    <a:pt x="8" y="24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24" y="88"/>
                    <a:pt x="24" y="88"/>
                    <a:pt x="24" y="88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16" y="172"/>
                    <a:pt x="16" y="172"/>
                    <a:pt x="16" y="172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77" y="0"/>
                    <a:pt x="88" y="11"/>
                    <a:pt x="88" y="24"/>
                  </a:cubicBezTo>
                  <a:cubicBezTo>
                    <a:pt x="88" y="96"/>
                    <a:pt x="88" y="96"/>
                    <a:pt x="88" y="96"/>
                  </a:cubicBezTo>
                  <a:cubicBezTo>
                    <a:pt x="72" y="96"/>
                    <a:pt x="72" y="96"/>
                    <a:pt x="72" y="96"/>
                  </a:cubicBezTo>
                  <a:lnTo>
                    <a:pt x="72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Rectangle 238">
              <a:extLst>
                <a:ext uri="{FF2B5EF4-FFF2-40B4-BE49-F238E27FC236}">
                  <a16:creationId xmlns:a16="http://schemas.microsoft.com/office/drawing/2014/main" id="{2DD44CDA-C6B6-3286-202F-995701A917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824037" y="6070600"/>
              <a:ext cx="2381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239">
              <a:extLst>
                <a:ext uri="{FF2B5EF4-FFF2-40B4-BE49-F238E27FC236}">
                  <a16:creationId xmlns:a16="http://schemas.microsoft.com/office/drawing/2014/main" id="{984AF4A7-63D8-E262-1F64-B39C12E3CC5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824037" y="6118225"/>
              <a:ext cx="2381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240">
              <a:extLst>
                <a:ext uri="{FF2B5EF4-FFF2-40B4-BE49-F238E27FC236}">
                  <a16:creationId xmlns:a16="http://schemas.microsoft.com/office/drawing/2014/main" id="{923783A4-8AF9-2467-2CE1-BC907A3634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620837" y="6154738"/>
              <a:ext cx="2381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41">
              <a:extLst>
                <a:ext uri="{FF2B5EF4-FFF2-40B4-BE49-F238E27FC236}">
                  <a16:creationId xmlns:a16="http://schemas.microsoft.com/office/drawing/2014/main" id="{D2FAFECA-EACF-EF40-6E28-2A681E20B1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2027237" y="6154738"/>
              <a:ext cx="23813" cy="238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Rectangle 242">
              <a:extLst>
                <a:ext uri="{FF2B5EF4-FFF2-40B4-BE49-F238E27FC236}">
                  <a16:creationId xmlns:a16="http://schemas.microsoft.com/office/drawing/2014/main" id="{C7DF08DC-B21E-A389-0B6F-FFEEB6B72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908175" y="6381750"/>
              <a:ext cx="25400" cy="238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Rectangle 243">
              <a:extLst>
                <a:ext uri="{FF2B5EF4-FFF2-40B4-BE49-F238E27FC236}">
                  <a16:creationId xmlns:a16="http://schemas.microsoft.com/office/drawing/2014/main" id="{524132A9-6E12-0728-9CA9-F5E276866ED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-1739900" y="6381750"/>
              <a:ext cx="23813" cy="2381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4" name="Espaço Reservado para Texto 20">
            <a:extLst>
              <a:ext uri="{FF2B5EF4-FFF2-40B4-BE49-F238E27FC236}">
                <a16:creationId xmlns:a16="http://schemas.microsoft.com/office/drawing/2014/main" id="{16D883B2-6CE6-189A-1D78-82D1C6D41D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2043" y="4324104"/>
            <a:ext cx="9102084" cy="226495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1900"/>
              </a:lnSpc>
              <a:spcBef>
                <a:spcPts val="600"/>
              </a:spcBef>
              <a:defRPr sz="1800">
                <a:solidFill>
                  <a:srgbClr val="292929"/>
                </a:solidFill>
                <a:latin typeface="Calibri Corpo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.</a:t>
            </a:r>
          </a:p>
          <a:p>
            <a:pPr lvl="0"/>
            <a:r>
              <a:rPr lang="pt-BR"/>
              <a:t>Nunc viverra imperdiet enim. Fusce est. </a:t>
            </a:r>
          </a:p>
          <a:p>
            <a:pPr lvl="0"/>
            <a:r>
              <a:rPr lang="pt-BR" err="1"/>
              <a:t>Vivamus</a:t>
            </a:r>
            <a:r>
              <a:rPr lang="pt-BR"/>
              <a:t>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 habitant morbi tristique senectus et netus et </a:t>
            </a:r>
            <a:br>
              <a:rPr lang="pt-BR"/>
            </a:br>
            <a:r>
              <a:rPr lang="pt-BR" err="1"/>
              <a:t>Malesuada</a:t>
            </a:r>
            <a:r>
              <a:rPr lang="pt-BR"/>
              <a:t> fames ac turpis egestas. </a:t>
            </a:r>
          </a:p>
        </p:txBody>
      </p:sp>
      <p:sp>
        <p:nvSpPr>
          <p:cNvPr id="43" name="Espaço Reservado para Texto 15">
            <a:extLst>
              <a:ext uri="{FF2B5EF4-FFF2-40B4-BE49-F238E27FC236}">
                <a16:creationId xmlns:a16="http://schemas.microsoft.com/office/drawing/2014/main" id="{C559A9F3-78AF-8C6F-61D2-AA04C89507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22044" y="3890588"/>
            <a:ext cx="9102083" cy="39052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7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HISTÓRICO SOCIAL</a:t>
            </a:r>
          </a:p>
        </p:txBody>
      </p:sp>
      <p:sp>
        <p:nvSpPr>
          <p:cNvPr id="25" name="Espaço Reservado para Texto 20">
            <a:extLst>
              <a:ext uri="{FF2B5EF4-FFF2-40B4-BE49-F238E27FC236}">
                <a16:creationId xmlns:a16="http://schemas.microsoft.com/office/drawing/2014/main" id="{23FE47EF-3A37-F49E-2BAF-A1DA70D84A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22043" y="1048344"/>
            <a:ext cx="8994507" cy="238065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1900"/>
              </a:lnSpc>
              <a:spcBef>
                <a:spcPts val="600"/>
              </a:spcBef>
              <a:defRPr sz="1800">
                <a:solidFill>
                  <a:srgbClr val="292929"/>
                </a:solidFill>
                <a:latin typeface="Calibri Corpo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.</a:t>
            </a:r>
          </a:p>
          <a:p>
            <a:pPr lvl="0"/>
            <a:r>
              <a:rPr lang="pt-BR"/>
              <a:t>Nunc viverra imperdiet enim. Fusce est. </a:t>
            </a:r>
          </a:p>
          <a:p>
            <a:pPr lvl="0"/>
            <a:r>
              <a:rPr lang="pt-BR" err="1"/>
              <a:t>Vivamus</a:t>
            </a:r>
            <a:r>
              <a:rPr lang="pt-BR"/>
              <a:t>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 habitant morbi tristique senectus et netus et </a:t>
            </a:r>
          </a:p>
          <a:p>
            <a:pPr lvl="0"/>
            <a:r>
              <a:rPr lang="pt-BR" err="1"/>
              <a:t>Malesuada</a:t>
            </a:r>
            <a:r>
              <a:rPr lang="pt-BR"/>
              <a:t> fames ac turpis egestas. </a:t>
            </a:r>
          </a:p>
        </p:txBody>
      </p:sp>
      <p:sp>
        <p:nvSpPr>
          <p:cNvPr id="24" name="Espaço Reservado para Texto 15">
            <a:extLst>
              <a:ext uri="{FF2B5EF4-FFF2-40B4-BE49-F238E27FC236}">
                <a16:creationId xmlns:a16="http://schemas.microsoft.com/office/drawing/2014/main" id="{D2743134-D48C-0D1E-F434-D000AFAC3E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22044" y="604659"/>
            <a:ext cx="9102084" cy="39052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17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2pPr>
            <a:lvl3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3pPr>
            <a:lvl4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4pPr>
            <a:lvl5pPr>
              <a:defRPr>
                <a:solidFill>
                  <a:srgbClr val="FFFFFF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HISTÓRICO FAMILIAR</a:t>
            </a:r>
          </a:p>
        </p:txBody>
      </p:sp>
    </p:spTree>
    <p:extLst>
      <p:ext uri="{BB962C8B-B14F-4D97-AF65-F5344CB8AC3E}">
        <p14:creationId xmlns:p14="http://schemas.microsoft.com/office/powerpoint/2010/main" val="1560296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8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3" grpId="0" animBg="1"/>
      <p:bldP spid="2" grpId="0" animBg="1"/>
      <p:bldP spid="62" grpId="0" animBg="1"/>
      <p:bldP spid="4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3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adosclinicos_opcao2_txt">
    <p:bg>
      <p:bgPr>
        <a:solidFill>
          <a:srgbClr val="FFFFFF">
            <a:alpha val="9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ágono 1">
            <a:extLst>
              <a:ext uri="{FF2B5EF4-FFF2-40B4-BE49-F238E27FC236}">
                <a16:creationId xmlns:a16="http://schemas.microsoft.com/office/drawing/2014/main" id="{C35B7E1A-97E9-3F1E-DD5C-37A3E5C069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-1079417" y="4673480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4D4D4D">
              <a:alpha val="14118"/>
            </a:srgbClr>
          </a:solidFill>
          <a:ln w="12700"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Hexágono 6">
            <a:extLst>
              <a:ext uri="{FF2B5EF4-FFF2-40B4-BE49-F238E27FC236}">
                <a16:creationId xmlns:a16="http://schemas.microsoft.com/office/drawing/2014/main" id="{9465A0D2-AAAC-7745-6E37-1C9D4517D7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21271312">
            <a:off x="987167" y="4806918"/>
            <a:ext cx="3013833" cy="28302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4D4D4D">
              <a:alpha val="12157"/>
            </a:srgbClr>
          </a:solidFill>
          <a:ln w="12700">
            <a:solidFill>
              <a:schemeClr val="tx2">
                <a:alpha val="50196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B9D69FD-D2A9-94CB-7D5E-6259DD3C27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11444" y="387458"/>
            <a:ext cx="11298264" cy="5968892"/>
          </a:xfrm>
          <a:prstGeom prst="roundRect">
            <a:avLst>
              <a:gd name="adj" fmla="val 2386"/>
            </a:avLst>
          </a:prstGeom>
          <a:noFill/>
          <a:ln w="571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5C13A7C-2DC7-B0E6-FCBD-EFBA135E02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413129"/>
            <a:ext cx="858950" cy="4290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B4170AE6-6879-3494-6DAA-D623E521DA3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294343" y="2860449"/>
            <a:ext cx="0" cy="2695226"/>
          </a:xfrm>
          <a:prstGeom prst="line">
            <a:avLst/>
          </a:prstGeom>
          <a:ln w="9525">
            <a:solidFill>
              <a:schemeClr val="accent6">
                <a:alpha val="65882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exto 13">
            <a:extLst>
              <a:ext uri="{FF2B5EF4-FFF2-40B4-BE49-F238E27FC236}">
                <a16:creationId xmlns:a16="http://schemas.microsoft.com/office/drawing/2014/main" id="{35F8DD27-0090-9557-6129-D7D9B47C5BD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48527" y="2721901"/>
            <a:ext cx="4673598" cy="3463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>
              <a:lnSpc>
                <a:spcPts val="2500"/>
              </a:lnSpc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lang="pt-BR" sz="1800" dirty="0">
                <a:solidFill>
                  <a:srgbClr val="292929"/>
                </a:solidFill>
                <a:latin typeface="+mj-lt"/>
              </a:defRPr>
            </a:lvl1pPr>
          </a:lstStyle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/>
              <a:t>Nunc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64ABDB7A-EFD5-95B4-848B-750B746A2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4600" y="2721901"/>
            <a:ext cx="4673599" cy="3463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>
              <a:lnSpc>
                <a:spcPts val="2500"/>
              </a:lnSpc>
              <a:buClr>
                <a:schemeClr val="tx2"/>
              </a:buClr>
              <a:buSzPct val="103000"/>
              <a:buFont typeface="Arial" panose="020B0604020202020204" pitchFamily="34" charset="0"/>
              <a:buChar char="•"/>
              <a:defRPr lang="pt-BR" sz="1800" dirty="0">
                <a:solidFill>
                  <a:srgbClr val="292929"/>
                </a:solidFill>
                <a:latin typeface="+mj-lt"/>
              </a:defRPr>
            </a:lvl1pPr>
          </a:lstStyle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/>
              <a:t>Nunc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D44DCB82-D1C2-4ABE-6661-0B4DC50EC2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44600" y="1439575"/>
            <a:ext cx="9755094" cy="58125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3700"/>
              </a:lnSpc>
              <a:spcBef>
                <a:spcPts val="0"/>
              </a:spcBef>
              <a:defRPr sz="4400" b="1" spc="-150" baseline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Achados Clínicos</a:t>
            </a:r>
          </a:p>
        </p:txBody>
      </p:sp>
      <p:sp>
        <p:nvSpPr>
          <p:cNvPr id="29" name="Espaço Reservado para Conteúdo 36">
            <a:extLst>
              <a:ext uri="{FF2B5EF4-FFF2-40B4-BE49-F238E27FC236}">
                <a16:creationId xmlns:a16="http://schemas.microsoft.com/office/drawing/2014/main" id="{9E582E82-6535-7E4C-ED7D-5E0236AB293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1300020" y="898708"/>
            <a:ext cx="9699674" cy="4049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spc="300">
                <a:solidFill>
                  <a:srgbClr val="C0C0C0"/>
                </a:solidFill>
                <a:latin typeface="Tw Cen MT Condensed" panose="020B0606020104020203" pitchFamily="34" charset="0"/>
              </a:defRPr>
            </a:lvl1pPr>
            <a:lvl2pPr>
              <a:defRPr sz="1600">
                <a:latin typeface="Tw Cen MT Condensed" panose="020B0606020104020203" pitchFamily="34" charset="0"/>
              </a:defRPr>
            </a:lvl2pPr>
            <a:lvl3pPr>
              <a:defRPr sz="1600">
                <a:latin typeface="Tw Cen MT Condensed" panose="020B0606020104020203" pitchFamily="34" charset="0"/>
              </a:defRPr>
            </a:lvl3pPr>
            <a:lvl4pPr>
              <a:defRPr sz="1600">
                <a:latin typeface="Tw Cen MT Condensed" panose="020B0606020104020203" pitchFamily="34" charset="0"/>
              </a:defRPr>
            </a:lvl4pPr>
            <a:lvl5pPr>
              <a:defRPr sz="1600">
                <a:latin typeface="Tw Cen MT Condensed" panose="020B0606020104020203" pitchFamily="34" charset="0"/>
              </a:defRPr>
            </a:lvl5pPr>
          </a:lstStyle>
          <a:p>
            <a:pPr lvl="0"/>
            <a:r>
              <a:rPr lang="pt-BR"/>
              <a:t>Subtítulo da página</a:t>
            </a:r>
          </a:p>
        </p:txBody>
      </p:sp>
    </p:spTree>
    <p:extLst>
      <p:ext uri="{BB962C8B-B14F-4D97-AF65-F5344CB8AC3E}">
        <p14:creationId xmlns:p14="http://schemas.microsoft.com/office/powerpoint/2010/main" val="23142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adosclinicos_opcao2_txt_img">
    <p:bg>
      <p:bgPr>
        <a:solidFill>
          <a:srgbClr val="FFFFFF">
            <a:alpha val="9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6">
            <a:extLst>
              <a:ext uri="{FF2B5EF4-FFF2-40B4-BE49-F238E27FC236}">
                <a16:creationId xmlns:a16="http://schemas.microsoft.com/office/drawing/2014/main" id="{9465A0D2-AAAC-7745-6E37-1C9D4517D7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21271312">
            <a:off x="987167" y="4806918"/>
            <a:ext cx="3013833" cy="28302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4D4D4D">
              <a:alpha val="14118"/>
            </a:srgbClr>
          </a:solidFill>
          <a:ln w="12700">
            <a:solidFill>
              <a:schemeClr val="tx2">
                <a:alpha val="50196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Hexágono 1">
            <a:extLst>
              <a:ext uri="{FF2B5EF4-FFF2-40B4-BE49-F238E27FC236}">
                <a16:creationId xmlns:a16="http://schemas.microsoft.com/office/drawing/2014/main" id="{C35B7E1A-97E9-3F1E-DD5C-37A3E5C069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-1069209" y="4673479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4D4D4D">
              <a:alpha val="14118"/>
            </a:srgbClr>
          </a:solidFill>
          <a:ln w="12700"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E5C13A7C-2DC7-B0E6-FCBD-EFBA135E02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1989" y="2991412"/>
            <a:ext cx="697496" cy="1757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52753C2-F986-1AE7-9B17-78EE5881D1C7}"/>
              </a:ext>
            </a:extLst>
          </p:cNvPr>
          <p:cNvSpPr/>
          <p:nvPr userDrawn="1"/>
        </p:nvSpPr>
        <p:spPr>
          <a:xfrm>
            <a:off x="3236928" y="0"/>
            <a:ext cx="3808098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39959592-9FF6-732F-782D-09C5ED3EEF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/>
          </p:nvPr>
        </p:nvSpPr>
        <p:spPr>
          <a:xfrm>
            <a:off x="3385241" y="714296"/>
            <a:ext cx="3509565" cy="4820877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64ABDB7A-EFD5-95B4-848B-750B746A2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44360" y="1509814"/>
            <a:ext cx="4435419" cy="52116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85750" indent="-285750">
              <a:lnSpc>
                <a:spcPts val="2100"/>
              </a:lnSpc>
              <a:buClr>
                <a:schemeClr val="tx2"/>
              </a:buClr>
              <a:buFont typeface="Arial" panose="020B0604020202020204" pitchFamily="34" charset="0"/>
              <a:buChar char="•"/>
              <a:defRPr lang="pt-BR" sz="1800" dirty="0">
                <a:solidFill>
                  <a:srgbClr val="292929"/>
                </a:solidFill>
                <a:latin typeface="+mj-lt"/>
              </a:defRPr>
            </a:lvl1pPr>
          </a:lstStyle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/>
              <a:t>Nunc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  <a:p>
            <a:pPr lvl="0">
              <a:lnSpc>
                <a:spcPts val="2300"/>
              </a:lnSpc>
              <a:spcBef>
                <a:spcPts val="800"/>
              </a:spcBef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DAD05F6D-7937-FA03-3E42-431DC02C88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85241" y="5702207"/>
            <a:ext cx="3509565" cy="11557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300">
                <a:solidFill>
                  <a:schemeClr val="tx1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Leganda</a:t>
            </a:r>
            <a:r>
              <a:rPr lang="pt-BR"/>
              <a:t> da Imagem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D44DCB82-D1C2-4ABE-6661-0B4DC50EC2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8293" y="1870566"/>
            <a:ext cx="2649301" cy="196184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3700"/>
              </a:lnSpc>
              <a:spcBef>
                <a:spcPts val="0"/>
              </a:spcBef>
              <a:defRPr sz="4000" b="1" spc="-60" baseline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Achados</a:t>
            </a:r>
            <a:br>
              <a:rPr lang="pt-BR"/>
            </a:br>
            <a:r>
              <a:rPr lang="pt-BR"/>
              <a:t>Clínicos</a:t>
            </a:r>
          </a:p>
        </p:txBody>
      </p:sp>
      <p:sp>
        <p:nvSpPr>
          <p:cNvPr id="29" name="Espaço Reservado para Conteúdo 36">
            <a:extLst>
              <a:ext uri="{FF2B5EF4-FFF2-40B4-BE49-F238E27FC236}">
                <a16:creationId xmlns:a16="http://schemas.microsoft.com/office/drawing/2014/main" id="{9E582E82-6535-7E4C-ED7D-5E0236AB293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3713" y="1329699"/>
            <a:ext cx="2898681" cy="4049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spc="300">
                <a:solidFill>
                  <a:srgbClr val="C0C0C0"/>
                </a:solidFill>
                <a:latin typeface="Tw Cen MT Condensed" panose="020B0606020104020203" pitchFamily="34" charset="0"/>
              </a:defRPr>
            </a:lvl1pPr>
            <a:lvl2pPr>
              <a:defRPr sz="1600">
                <a:latin typeface="Tw Cen MT Condensed" panose="020B0606020104020203" pitchFamily="34" charset="0"/>
              </a:defRPr>
            </a:lvl2pPr>
            <a:lvl3pPr>
              <a:defRPr sz="1600">
                <a:latin typeface="Tw Cen MT Condensed" panose="020B0606020104020203" pitchFamily="34" charset="0"/>
              </a:defRPr>
            </a:lvl3pPr>
            <a:lvl4pPr>
              <a:defRPr sz="1600">
                <a:latin typeface="Tw Cen MT Condensed" panose="020B0606020104020203" pitchFamily="34" charset="0"/>
              </a:defRPr>
            </a:lvl4pPr>
            <a:lvl5pPr>
              <a:defRPr sz="1600">
                <a:latin typeface="Tw Cen MT Condensed" panose="020B0606020104020203" pitchFamily="34" charset="0"/>
              </a:defRPr>
            </a:lvl5pPr>
          </a:lstStyle>
          <a:p>
            <a:pPr lvl="0"/>
            <a:r>
              <a:rPr lang="pt-BR"/>
              <a:t>Subtítulo da página</a:t>
            </a:r>
          </a:p>
        </p:txBody>
      </p:sp>
    </p:spTree>
    <p:extLst>
      <p:ext uri="{BB962C8B-B14F-4D97-AF65-F5344CB8AC3E}">
        <p14:creationId xmlns:p14="http://schemas.microsoft.com/office/powerpoint/2010/main" val="179148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2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" grpId="0" animBg="1"/>
      <p:bldP spid="26" grpId="0" animBg="1"/>
      <p:bldP spid="6" grpId="0" animBg="1"/>
      <p:bldP spid="11" grpId="0" animBg="1"/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ao_opcao1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A1E00AE0-20FC-F9A9-AFB9-E7AABF793D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11001008 w 12192000"/>
              <a:gd name="connsiteY0" fmla="*/ 82402 h 6858000"/>
              <a:gd name="connsiteX1" fmla="*/ 11277845 w 12192000"/>
              <a:gd name="connsiteY1" fmla="*/ 312920 h 6858000"/>
              <a:gd name="connsiteX2" fmla="*/ 11253290 w 12192000"/>
              <a:gd name="connsiteY2" fmla="*/ 610551 h 6858000"/>
              <a:gd name="connsiteX3" fmla="*/ 10942418 w 12192000"/>
              <a:gd name="connsiteY3" fmla="*/ 792582 h 6858000"/>
              <a:gd name="connsiteX4" fmla="*/ 10665581 w 12192000"/>
              <a:gd name="connsiteY4" fmla="*/ 562064 h 6858000"/>
              <a:gd name="connsiteX5" fmla="*/ 10690136 w 12192000"/>
              <a:gd name="connsiteY5" fmla="*/ 264433 h 6858000"/>
              <a:gd name="connsiteX6" fmla="*/ 0 w 12192000"/>
              <a:gd name="connsiteY6" fmla="*/ 0 h 6858000"/>
              <a:gd name="connsiteX7" fmla="*/ 8949048 w 12192000"/>
              <a:gd name="connsiteY7" fmla="*/ 0 h 6858000"/>
              <a:gd name="connsiteX8" fmla="*/ 8831746 w 12192000"/>
              <a:gd name="connsiteY8" fmla="*/ 153576 h 6858000"/>
              <a:gd name="connsiteX9" fmla="*/ 8997189 w 12192000"/>
              <a:gd name="connsiteY9" fmla="*/ 738388 h 6858000"/>
              <a:gd name="connsiteX10" fmla="*/ 9604926 w 12192000"/>
              <a:gd name="connsiteY10" fmla="*/ 744135 h 6858000"/>
              <a:gd name="connsiteX11" fmla="*/ 9876256 w 12192000"/>
              <a:gd name="connsiteY11" fmla="*/ 388901 h 6858000"/>
              <a:gd name="connsiteX12" fmla="*/ 9766235 w 12192000"/>
              <a:gd name="connsiteY12" fmla="*/ 0 h 6858000"/>
              <a:gd name="connsiteX13" fmla="*/ 10238023 w 12192000"/>
              <a:gd name="connsiteY13" fmla="*/ 0 h 6858000"/>
              <a:gd name="connsiteX14" fmla="*/ 10124077 w 12192000"/>
              <a:gd name="connsiteY14" fmla="*/ 887798 h 6858000"/>
              <a:gd name="connsiteX15" fmla="*/ 10993265 w 12192000"/>
              <a:gd name="connsiteY15" fmla="*/ 1325476 h 6858000"/>
              <a:gd name="connsiteX16" fmla="*/ 11695463 w 12192000"/>
              <a:gd name="connsiteY16" fmla="*/ 952434 h 6858000"/>
              <a:gd name="connsiteX17" fmla="*/ 11817704 w 12192000"/>
              <a:gd name="connsiteY17" fmla="*/ 0 h 6858000"/>
              <a:gd name="connsiteX18" fmla="*/ 12192000 w 12192000"/>
              <a:gd name="connsiteY18" fmla="*/ 0 h 6858000"/>
              <a:gd name="connsiteX19" fmla="*/ 12192000 w 12192000"/>
              <a:gd name="connsiteY19" fmla="*/ 6858000 h 6858000"/>
              <a:gd name="connsiteX20" fmla="*/ 1889819 w 12192000"/>
              <a:gd name="connsiteY20" fmla="*/ 6858000 h 6858000"/>
              <a:gd name="connsiteX21" fmla="*/ 1881217 w 12192000"/>
              <a:gd name="connsiteY21" fmla="*/ 6397959 h 6858000"/>
              <a:gd name="connsiteX22" fmla="*/ 1437317 w 12192000"/>
              <a:gd name="connsiteY22" fmla="*/ 6090259 h 6858000"/>
              <a:gd name="connsiteX23" fmla="*/ 792925 w 12192000"/>
              <a:gd name="connsiteY23" fmla="*/ 6318089 h 6858000"/>
              <a:gd name="connsiteX24" fmla="*/ 803020 w 12192000"/>
              <a:gd name="connsiteY24" fmla="*/ 6858000 h 6858000"/>
              <a:gd name="connsiteX25" fmla="*/ 0 w 12192000"/>
              <a:gd name="connsiteY25" fmla="*/ 6858000 h 6858000"/>
              <a:gd name="connsiteX26" fmla="*/ 0 w 12192000"/>
              <a:gd name="connsiteY26" fmla="*/ 6646395 h 6858000"/>
              <a:gd name="connsiteX27" fmla="*/ 209631 w 12192000"/>
              <a:gd name="connsiteY27" fmla="*/ 6652151 h 6858000"/>
              <a:gd name="connsiteX28" fmla="*/ 679394 w 12192000"/>
              <a:gd name="connsiteY28" fmla="*/ 6037120 h 6858000"/>
              <a:gd name="connsiteX29" fmla="*/ 395888 w 12192000"/>
              <a:gd name="connsiteY29" fmla="*/ 5099719 h 6858000"/>
              <a:gd name="connsiteX30" fmla="*/ 0 w 12192000"/>
              <a:gd name="connsiteY30" fmla="*/ 5088849 h 6858000"/>
              <a:gd name="connsiteX0" fmla="*/ 11001008 w 12192000"/>
              <a:gd name="connsiteY0" fmla="*/ 82402 h 6858000"/>
              <a:gd name="connsiteX1" fmla="*/ 11277845 w 12192000"/>
              <a:gd name="connsiteY1" fmla="*/ 312920 h 6858000"/>
              <a:gd name="connsiteX2" fmla="*/ 10942418 w 12192000"/>
              <a:gd name="connsiteY2" fmla="*/ 792582 h 6858000"/>
              <a:gd name="connsiteX3" fmla="*/ 10665581 w 12192000"/>
              <a:gd name="connsiteY3" fmla="*/ 562064 h 6858000"/>
              <a:gd name="connsiteX4" fmla="*/ 10690136 w 12192000"/>
              <a:gd name="connsiteY4" fmla="*/ 264433 h 6858000"/>
              <a:gd name="connsiteX5" fmla="*/ 11001008 w 12192000"/>
              <a:gd name="connsiteY5" fmla="*/ 82402 h 6858000"/>
              <a:gd name="connsiteX6" fmla="*/ 0 w 12192000"/>
              <a:gd name="connsiteY6" fmla="*/ 0 h 6858000"/>
              <a:gd name="connsiteX7" fmla="*/ 8949048 w 12192000"/>
              <a:gd name="connsiteY7" fmla="*/ 0 h 6858000"/>
              <a:gd name="connsiteX8" fmla="*/ 8831746 w 12192000"/>
              <a:gd name="connsiteY8" fmla="*/ 153576 h 6858000"/>
              <a:gd name="connsiteX9" fmla="*/ 8997189 w 12192000"/>
              <a:gd name="connsiteY9" fmla="*/ 738388 h 6858000"/>
              <a:gd name="connsiteX10" fmla="*/ 9604926 w 12192000"/>
              <a:gd name="connsiteY10" fmla="*/ 744135 h 6858000"/>
              <a:gd name="connsiteX11" fmla="*/ 9876256 w 12192000"/>
              <a:gd name="connsiteY11" fmla="*/ 388901 h 6858000"/>
              <a:gd name="connsiteX12" fmla="*/ 9766235 w 12192000"/>
              <a:gd name="connsiteY12" fmla="*/ 0 h 6858000"/>
              <a:gd name="connsiteX13" fmla="*/ 10238023 w 12192000"/>
              <a:gd name="connsiteY13" fmla="*/ 0 h 6858000"/>
              <a:gd name="connsiteX14" fmla="*/ 10124077 w 12192000"/>
              <a:gd name="connsiteY14" fmla="*/ 887798 h 6858000"/>
              <a:gd name="connsiteX15" fmla="*/ 10993265 w 12192000"/>
              <a:gd name="connsiteY15" fmla="*/ 1325476 h 6858000"/>
              <a:gd name="connsiteX16" fmla="*/ 11695463 w 12192000"/>
              <a:gd name="connsiteY16" fmla="*/ 952434 h 6858000"/>
              <a:gd name="connsiteX17" fmla="*/ 11817704 w 12192000"/>
              <a:gd name="connsiteY17" fmla="*/ 0 h 6858000"/>
              <a:gd name="connsiteX18" fmla="*/ 12192000 w 12192000"/>
              <a:gd name="connsiteY18" fmla="*/ 0 h 6858000"/>
              <a:gd name="connsiteX19" fmla="*/ 12192000 w 12192000"/>
              <a:gd name="connsiteY19" fmla="*/ 6858000 h 6858000"/>
              <a:gd name="connsiteX20" fmla="*/ 1889819 w 12192000"/>
              <a:gd name="connsiteY20" fmla="*/ 6858000 h 6858000"/>
              <a:gd name="connsiteX21" fmla="*/ 1881217 w 12192000"/>
              <a:gd name="connsiteY21" fmla="*/ 6397959 h 6858000"/>
              <a:gd name="connsiteX22" fmla="*/ 1437317 w 12192000"/>
              <a:gd name="connsiteY22" fmla="*/ 6090259 h 6858000"/>
              <a:gd name="connsiteX23" fmla="*/ 792925 w 12192000"/>
              <a:gd name="connsiteY23" fmla="*/ 6318089 h 6858000"/>
              <a:gd name="connsiteX24" fmla="*/ 803020 w 12192000"/>
              <a:gd name="connsiteY24" fmla="*/ 6858000 h 6858000"/>
              <a:gd name="connsiteX25" fmla="*/ 0 w 12192000"/>
              <a:gd name="connsiteY25" fmla="*/ 6858000 h 6858000"/>
              <a:gd name="connsiteX26" fmla="*/ 0 w 12192000"/>
              <a:gd name="connsiteY26" fmla="*/ 6646395 h 6858000"/>
              <a:gd name="connsiteX27" fmla="*/ 209631 w 12192000"/>
              <a:gd name="connsiteY27" fmla="*/ 6652151 h 6858000"/>
              <a:gd name="connsiteX28" fmla="*/ 679394 w 12192000"/>
              <a:gd name="connsiteY28" fmla="*/ 6037120 h 6858000"/>
              <a:gd name="connsiteX29" fmla="*/ 395888 w 12192000"/>
              <a:gd name="connsiteY29" fmla="*/ 5099719 h 6858000"/>
              <a:gd name="connsiteX30" fmla="*/ 0 w 12192000"/>
              <a:gd name="connsiteY30" fmla="*/ 5088849 h 6858000"/>
              <a:gd name="connsiteX31" fmla="*/ 0 w 12192000"/>
              <a:gd name="connsiteY31" fmla="*/ 0 h 6858000"/>
              <a:gd name="connsiteX0" fmla="*/ 11001008 w 12192000"/>
              <a:gd name="connsiteY0" fmla="*/ 82402 h 6858000"/>
              <a:gd name="connsiteX1" fmla="*/ 10942418 w 12192000"/>
              <a:gd name="connsiteY1" fmla="*/ 792582 h 6858000"/>
              <a:gd name="connsiteX2" fmla="*/ 10665581 w 12192000"/>
              <a:gd name="connsiteY2" fmla="*/ 562064 h 6858000"/>
              <a:gd name="connsiteX3" fmla="*/ 10690136 w 12192000"/>
              <a:gd name="connsiteY3" fmla="*/ 264433 h 6858000"/>
              <a:gd name="connsiteX4" fmla="*/ 11001008 w 12192000"/>
              <a:gd name="connsiteY4" fmla="*/ 82402 h 6858000"/>
              <a:gd name="connsiteX5" fmla="*/ 0 w 12192000"/>
              <a:gd name="connsiteY5" fmla="*/ 0 h 6858000"/>
              <a:gd name="connsiteX6" fmla="*/ 8949048 w 12192000"/>
              <a:gd name="connsiteY6" fmla="*/ 0 h 6858000"/>
              <a:gd name="connsiteX7" fmla="*/ 8831746 w 12192000"/>
              <a:gd name="connsiteY7" fmla="*/ 153576 h 6858000"/>
              <a:gd name="connsiteX8" fmla="*/ 8997189 w 12192000"/>
              <a:gd name="connsiteY8" fmla="*/ 738388 h 6858000"/>
              <a:gd name="connsiteX9" fmla="*/ 9604926 w 12192000"/>
              <a:gd name="connsiteY9" fmla="*/ 744135 h 6858000"/>
              <a:gd name="connsiteX10" fmla="*/ 9876256 w 12192000"/>
              <a:gd name="connsiteY10" fmla="*/ 388901 h 6858000"/>
              <a:gd name="connsiteX11" fmla="*/ 9766235 w 12192000"/>
              <a:gd name="connsiteY11" fmla="*/ 0 h 6858000"/>
              <a:gd name="connsiteX12" fmla="*/ 10238023 w 12192000"/>
              <a:gd name="connsiteY12" fmla="*/ 0 h 6858000"/>
              <a:gd name="connsiteX13" fmla="*/ 10124077 w 12192000"/>
              <a:gd name="connsiteY13" fmla="*/ 887798 h 6858000"/>
              <a:gd name="connsiteX14" fmla="*/ 10993265 w 12192000"/>
              <a:gd name="connsiteY14" fmla="*/ 1325476 h 6858000"/>
              <a:gd name="connsiteX15" fmla="*/ 11695463 w 12192000"/>
              <a:gd name="connsiteY15" fmla="*/ 952434 h 6858000"/>
              <a:gd name="connsiteX16" fmla="*/ 11817704 w 12192000"/>
              <a:gd name="connsiteY16" fmla="*/ 0 h 6858000"/>
              <a:gd name="connsiteX17" fmla="*/ 12192000 w 12192000"/>
              <a:gd name="connsiteY17" fmla="*/ 0 h 6858000"/>
              <a:gd name="connsiteX18" fmla="*/ 12192000 w 12192000"/>
              <a:gd name="connsiteY18" fmla="*/ 6858000 h 6858000"/>
              <a:gd name="connsiteX19" fmla="*/ 1889819 w 12192000"/>
              <a:gd name="connsiteY19" fmla="*/ 6858000 h 6858000"/>
              <a:gd name="connsiteX20" fmla="*/ 1881217 w 12192000"/>
              <a:gd name="connsiteY20" fmla="*/ 6397959 h 6858000"/>
              <a:gd name="connsiteX21" fmla="*/ 1437317 w 12192000"/>
              <a:gd name="connsiteY21" fmla="*/ 6090259 h 6858000"/>
              <a:gd name="connsiteX22" fmla="*/ 792925 w 12192000"/>
              <a:gd name="connsiteY22" fmla="*/ 6318089 h 6858000"/>
              <a:gd name="connsiteX23" fmla="*/ 803020 w 12192000"/>
              <a:gd name="connsiteY23" fmla="*/ 6858000 h 6858000"/>
              <a:gd name="connsiteX24" fmla="*/ 0 w 12192000"/>
              <a:gd name="connsiteY24" fmla="*/ 6858000 h 6858000"/>
              <a:gd name="connsiteX25" fmla="*/ 0 w 12192000"/>
              <a:gd name="connsiteY25" fmla="*/ 6646395 h 6858000"/>
              <a:gd name="connsiteX26" fmla="*/ 209631 w 12192000"/>
              <a:gd name="connsiteY26" fmla="*/ 6652151 h 6858000"/>
              <a:gd name="connsiteX27" fmla="*/ 679394 w 12192000"/>
              <a:gd name="connsiteY27" fmla="*/ 6037120 h 6858000"/>
              <a:gd name="connsiteX28" fmla="*/ 395888 w 12192000"/>
              <a:gd name="connsiteY28" fmla="*/ 5099719 h 6858000"/>
              <a:gd name="connsiteX29" fmla="*/ 0 w 12192000"/>
              <a:gd name="connsiteY29" fmla="*/ 5088849 h 6858000"/>
              <a:gd name="connsiteX30" fmla="*/ 0 w 12192000"/>
              <a:gd name="connsiteY30" fmla="*/ 0 h 6858000"/>
              <a:gd name="connsiteX0" fmla="*/ 10690136 w 12192000"/>
              <a:gd name="connsiteY0" fmla="*/ 264433 h 6858000"/>
              <a:gd name="connsiteX1" fmla="*/ 10942418 w 12192000"/>
              <a:gd name="connsiteY1" fmla="*/ 792582 h 6858000"/>
              <a:gd name="connsiteX2" fmla="*/ 10665581 w 12192000"/>
              <a:gd name="connsiteY2" fmla="*/ 562064 h 6858000"/>
              <a:gd name="connsiteX3" fmla="*/ 10690136 w 12192000"/>
              <a:gd name="connsiteY3" fmla="*/ 264433 h 6858000"/>
              <a:gd name="connsiteX4" fmla="*/ 0 w 12192000"/>
              <a:gd name="connsiteY4" fmla="*/ 0 h 6858000"/>
              <a:gd name="connsiteX5" fmla="*/ 8949048 w 12192000"/>
              <a:gd name="connsiteY5" fmla="*/ 0 h 6858000"/>
              <a:gd name="connsiteX6" fmla="*/ 8831746 w 12192000"/>
              <a:gd name="connsiteY6" fmla="*/ 153576 h 6858000"/>
              <a:gd name="connsiteX7" fmla="*/ 8997189 w 12192000"/>
              <a:gd name="connsiteY7" fmla="*/ 738388 h 6858000"/>
              <a:gd name="connsiteX8" fmla="*/ 9604926 w 12192000"/>
              <a:gd name="connsiteY8" fmla="*/ 744135 h 6858000"/>
              <a:gd name="connsiteX9" fmla="*/ 9876256 w 12192000"/>
              <a:gd name="connsiteY9" fmla="*/ 388901 h 6858000"/>
              <a:gd name="connsiteX10" fmla="*/ 9766235 w 12192000"/>
              <a:gd name="connsiteY10" fmla="*/ 0 h 6858000"/>
              <a:gd name="connsiteX11" fmla="*/ 10238023 w 12192000"/>
              <a:gd name="connsiteY11" fmla="*/ 0 h 6858000"/>
              <a:gd name="connsiteX12" fmla="*/ 10124077 w 12192000"/>
              <a:gd name="connsiteY12" fmla="*/ 887798 h 6858000"/>
              <a:gd name="connsiteX13" fmla="*/ 10993265 w 12192000"/>
              <a:gd name="connsiteY13" fmla="*/ 1325476 h 6858000"/>
              <a:gd name="connsiteX14" fmla="*/ 11695463 w 12192000"/>
              <a:gd name="connsiteY14" fmla="*/ 952434 h 6858000"/>
              <a:gd name="connsiteX15" fmla="*/ 11817704 w 12192000"/>
              <a:gd name="connsiteY15" fmla="*/ 0 h 6858000"/>
              <a:gd name="connsiteX16" fmla="*/ 12192000 w 12192000"/>
              <a:gd name="connsiteY16" fmla="*/ 0 h 6858000"/>
              <a:gd name="connsiteX17" fmla="*/ 12192000 w 12192000"/>
              <a:gd name="connsiteY17" fmla="*/ 6858000 h 6858000"/>
              <a:gd name="connsiteX18" fmla="*/ 1889819 w 12192000"/>
              <a:gd name="connsiteY18" fmla="*/ 6858000 h 6858000"/>
              <a:gd name="connsiteX19" fmla="*/ 1881217 w 12192000"/>
              <a:gd name="connsiteY19" fmla="*/ 6397959 h 6858000"/>
              <a:gd name="connsiteX20" fmla="*/ 1437317 w 12192000"/>
              <a:gd name="connsiteY20" fmla="*/ 6090259 h 6858000"/>
              <a:gd name="connsiteX21" fmla="*/ 792925 w 12192000"/>
              <a:gd name="connsiteY21" fmla="*/ 6318089 h 6858000"/>
              <a:gd name="connsiteX22" fmla="*/ 803020 w 12192000"/>
              <a:gd name="connsiteY22" fmla="*/ 6858000 h 6858000"/>
              <a:gd name="connsiteX23" fmla="*/ 0 w 12192000"/>
              <a:gd name="connsiteY23" fmla="*/ 6858000 h 6858000"/>
              <a:gd name="connsiteX24" fmla="*/ 0 w 12192000"/>
              <a:gd name="connsiteY24" fmla="*/ 6646395 h 6858000"/>
              <a:gd name="connsiteX25" fmla="*/ 209631 w 12192000"/>
              <a:gd name="connsiteY25" fmla="*/ 6652151 h 6858000"/>
              <a:gd name="connsiteX26" fmla="*/ 679394 w 12192000"/>
              <a:gd name="connsiteY26" fmla="*/ 6037120 h 6858000"/>
              <a:gd name="connsiteX27" fmla="*/ 395888 w 12192000"/>
              <a:gd name="connsiteY27" fmla="*/ 5099719 h 6858000"/>
              <a:gd name="connsiteX28" fmla="*/ 0 w 12192000"/>
              <a:gd name="connsiteY28" fmla="*/ 5088849 h 6858000"/>
              <a:gd name="connsiteX29" fmla="*/ 0 w 12192000"/>
              <a:gd name="connsiteY29" fmla="*/ 0 h 6858000"/>
              <a:gd name="connsiteX0" fmla="*/ 10665581 w 12192000"/>
              <a:gd name="connsiteY0" fmla="*/ 562064 h 6858000"/>
              <a:gd name="connsiteX1" fmla="*/ 10942418 w 12192000"/>
              <a:gd name="connsiteY1" fmla="*/ 792582 h 6858000"/>
              <a:gd name="connsiteX2" fmla="*/ 10665581 w 12192000"/>
              <a:gd name="connsiteY2" fmla="*/ 562064 h 6858000"/>
              <a:gd name="connsiteX3" fmla="*/ 0 w 12192000"/>
              <a:gd name="connsiteY3" fmla="*/ 0 h 6858000"/>
              <a:gd name="connsiteX4" fmla="*/ 8949048 w 12192000"/>
              <a:gd name="connsiteY4" fmla="*/ 0 h 6858000"/>
              <a:gd name="connsiteX5" fmla="*/ 8831746 w 12192000"/>
              <a:gd name="connsiteY5" fmla="*/ 153576 h 6858000"/>
              <a:gd name="connsiteX6" fmla="*/ 8997189 w 12192000"/>
              <a:gd name="connsiteY6" fmla="*/ 738388 h 6858000"/>
              <a:gd name="connsiteX7" fmla="*/ 9604926 w 12192000"/>
              <a:gd name="connsiteY7" fmla="*/ 744135 h 6858000"/>
              <a:gd name="connsiteX8" fmla="*/ 9876256 w 12192000"/>
              <a:gd name="connsiteY8" fmla="*/ 388901 h 6858000"/>
              <a:gd name="connsiteX9" fmla="*/ 9766235 w 12192000"/>
              <a:gd name="connsiteY9" fmla="*/ 0 h 6858000"/>
              <a:gd name="connsiteX10" fmla="*/ 10238023 w 12192000"/>
              <a:gd name="connsiteY10" fmla="*/ 0 h 6858000"/>
              <a:gd name="connsiteX11" fmla="*/ 10124077 w 12192000"/>
              <a:gd name="connsiteY11" fmla="*/ 887798 h 6858000"/>
              <a:gd name="connsiteX12" fmla="*/ 10993265 w 12192000"/>
              <a:gd name="connsiteY12" fmla="*/ 1325476 h 6858000"/>
              <a:gd name="connsiteX13" fmla="*/ 11695463 w 12192000"/>
              <a:gd name="connsiteY13" fmla="*/ 952434 h 6858000"/>
              <a:gd name="connsiteX14" fmla="*/ 11817704 w 12192000"/>
              <a:gd name="connsiteY14" fmla="*/ 0 h 6858000"/>
              <a:gd name="connsiteX15" fmla="*/ 12192000 w 12192000"/>
              <a:gd name="connsiteY15" fmla="*/ 0 h 6858000"/>
              <a:gd name="connsiteX16" fmla="*/ 12192000 w 12192000"/>
              <a:gd name="connsiteY16" fmla="*/ 6858000 h 6858000"/>
              <a:gd name="connsiteX17" fmla="*/ 1889819 w 12192000"/>
              <a:gd name="connsiteY17" fmla="*/ 6858000 h 6858000"/>
              <a:gd name="connsiteX18" fmla="*/ 1881217 w 12192000"/>
              <a:gd name="connsiteY18" fmla="*/ 6397959 h 6858000"/>
              <a:gd name="connsiteX19" fmla="*/ 1437317 w 12192000"/>
              <a:gd name="connsiteY19" fmla="*/ 6090259 h 6858000"/>
              <a:gd name="connsiteX20" fmla="*/ 792925 w 12192000"/>
              <a:gd name="connsiteY20" fmla="*/ 6318089 h 6858000"/>
              <a:gd name="connsiteX21" fmla="*/ 803020 w 12192000"/>
              <a:gd name="connsiteY21" fmla="*/ 6858000 h 6858000"/>
              <a:gd name="connsiteX22" fmla="*/ 0 w 12192000"/>
              <a:gd name="connsiteY22" fmla="*/ 6858000 h 6858000"/>
              <a:gd name="connsiteX23" fmla="*/ 0 w 12192000"/>
              <a:gd name="connsiteY23" fmla="*/ 6646395 h 6858000"/>
              <a:gd name="connsiteX24" fmla="*/ 209631 w 12192000"/>
              <a:gd name="connsiteY24" fmla="*/ 6652151 h 6858000"/>
              <a:gd name="connsiteX25" fmla="*/ 679394 w 12192000"/>
              <a:gd name="connsiteY25" fmla="*/ 6037120 h 6858000"/>
              <a:gd name="connsiteX26" fmla="*/ 395888 w 12192000"/>
              <a:gd name="connsiteY26" fmla="*/ 5099719 h 6858000"/>
              <a:gd name="connsiteX27" fmla="*/ 0 w 12192000"/>
              <a:gd name="connsiteY27" fmla="*/ 5088849 h 6858000"/>
              <a:gd name="connsiteX28" fmla="*/ 0 w 12192000"/>
              <a:gd name="connsiteY28" fmla="*/ 0 h 6858000"/>
              <a:gd name="connsiteX0" fmla="*/ 0 w 12192000"/>
              <a:gd name="connsiteY0" fmla="*/ 0 h 6858000"/>
              <a:gd name="connsiteX1" fmla="*/ 8949048 w 12192000"/>
              <a:gd name="connsiteY1" fmla="*/ 0 h 6858000"/>
              <a:gd name="connsiteX2" fmla="*/ 8831746 w 12192000"/>
              <a:gd name="connsiteY2" fmla="*/ 153576 h 6858000"/>
              <a:gd name="connsiteX3" fmla="*/ 8997189 w 12192000"/>
              <a:gd name="connsiteY3" fmla="*/ 738388 h 6858000"/>
              <a:gd name="connsiteX4" fmla="*/ 9604926 w 12192000"/>
              <a:gd name="connsiteY4" fmla="*/ 744135 h 6858000"/>
              <a:gd name="connsiteX5" fmla="*/ 9876256 w 12192000"/>
              <a:gd name="connsiteY5" fmla="*/ 388901 h 6858000"/>
              <a:gd name="connsiteX6" fmla="*/ 9766235 w 12192000"/>
              <a:gd name="connsiteY6" fmla="*/ 0 h 6858000"/>
              <a:gd name="connsiteX7" fmla="*/ 10238023 w 12192000"/>
              <a:gd name="connsiteY7" fmla="*/ 0 h 6858000"/>
              <a:gd name="connsiteX8" fmla="*/ 10124077 w 12192000"/>
              <a:gd name="connsiteY8" fmla="*/ 887798 h 6858000"/>
              <a:gd name="connsiteX9" fmla="*/ 10993265 w 12192000"/>
              <a:gd name="connsiteY9" fmla="*/ 1325476 h 6858000"/>
              <a:gd name="connsiteX10" fmla="*/ 11695463 w 12192000"/>
              <a:gd name="connsiteY10" fmla="*/ 952434 h 6858000"/>
              <a:gd name="connsiteX11" fmla="*/ 11817704 w 12192000"/>
              <a:gd name="connsiteY11" fmla="*/ 0 h 6858000"/>
              <a:gd name="connsiteX12" fmla="*/ 12192000 w 12192000"/>
              <a:gd name="connsiteY12" fmla="*/ 0 h 6858000"/>
              <a:gd name="connsiteX13" fmla="*/ 12192000 w 12192000"/>
              <a:gd name="connsiteY13" fmla="*/ 6858000 h 6858000"/>
              <a:gd name="connsiteX14" fmla="*/ 1889819 w 12192000"/>
              <a:gd name="connsiteY14" fmla="*/ 6858000 h 6858000"/>
              <a:gd name="connsiteX15" fmla="*/ 1881217 w 12192000"/>
              <a:gd name="connsiteY15" fmla="*/ 6397959 h 6858000"/>
              <a:gd name="connsiteX16" fmla="*/ 1437317 w 12192000"/>
              <a:gd name="connsiteY16" fmla="*/ 6090259 h 6858000"/>
              <a:gd name="connsiteX17" fmla="*/ 792925 w 12192000"/>
              <a:gd name="connsiteY17" fmla="*/ 6318089 h 6858000"/>
              <a:gd name="connsiteX18" fmla="*/ 803020 w 12192000"/>
              <a:gd name="connsiteY18" fmla="*/ 6858000 h 6858000"/>
              <a:gd name="connsiteX19" fmla="*/ 0 w 12192000"/>
              <a:gd name="connsiteY19" fmla="*/ 6858000 h 6858000"/>
              <a:gd name="connsiteX20" fmla="*/ 0 w 12192000"/>
              <a:gd name="connsiteY20" fmla="*/ 6646395 h 6858000"/>
              <a:gd name="connsiteX21" fmla="*/ 209631 w 12192000"/>
              <a:gd name="connsiteY21" fmla="*/ 6652151 h 6858000"/>
              <a:gd name="connsiteX22" fmla="*/ 679394 w 12192000"/>
              <a:gd name="connsiteY22" fmla="*/ 6037120 h 6858000"/>
              <a:gd name="connsiteX23" fmla="*/ 395888 w 12192000"/>
              <a:gd name="connsiteY23" fmla="*/ 5099719 h 6858000"/>
              <a:gd name="connsiteX24" fmla="*/ 0 w 12192000"/>
              <a:gd name="connsiteY24" fmla="*/ 5088849 h 6858000"/>
              <a:gd name="connsiteX25" fmla="*/ 0 w 12192000"/>
              <a:gd name="connsiteY2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8949048" y="0"/>
                </a:lnTo>
                <a:lnTo>
                  <a:pt x="8831746" y="153576"/>
                </a:lnTo>
                <a:lnTo>
                  <a:pt x="8997189" y="738388"/>
                </a:lnTo>
                <a:lnTo>
                  <a:pt x="9604926" y="744135"/>
                </a:lnTo>
                <a:lnTo>
                  <a:pt x="9876256" y="388901"/>
                </a:lnTo>
                <a:lnTo>
                  <a:pt x="9766235" y="0"/>
                </a:lnTo>
                <a:lnTo>
                  <a:pt x="10238023" y="0"/>
                </a:lnTo>
                <a:lnTo>
                  <a:pt x="10124077" y="887798"/>
                </a:lnTo>
                <a:lnTo>
                  <a:pt x="10993265" y="1325476"/>
                </a:lnTo>
                <a:lnTo>
                  <a:pt x="11695463" y="952434"/>
                </a:lnTo>
                <a:lnTo>
                  <a:pt x="11817704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889819" y="6858000"/>
                </a:lnTo>
                <a:lnTo>
                  <a:pt x="1881217" y="6397959"/>
                </a:lnTo>
                <a:lnTo>
                  <a:pt x="1437317" y="6090259"/>
                </a:lnTo>
                <a:lnTo>
                  <a:pt x="792925" y="6318089"/>
                </a:lnTo>
                <a:lnTo>
                  <a:pt x="803020" y="6858000"/>
                </a:lnTo>
                <a:lnTo>
                  <a:pt x="0" y="6858000"/>
                </a:lnTo>
                <a:lnTo>
                  <a:pt x="0" y="6646395"/>
                </a:lnTo>
                <a:lnTo>
                  <a:pt x="209631" y="6652151"/>
                </a:lnTo>
                <a:lnTo>
                  <a:pt x="679394" y="6037120"/>
                </a:lnTo>
                <a:lnTo>
                  <a:pt x="395888" y="5099719"/>
                </a:lnTo>
                <a:lnTo>
                  <a:pt x="0" y="5088849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90000"/>
            </a:schemeClr>
          </a:solidFill>
          <a:ln>
            <a:noFill/>
          </a:ln>
          <a:effectLst>
            <a:outerShdw blurRad="50800" dist="165100" dir="1800000" algn="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 sz="2000"/>
          </a:p>
        </p:txBody>
      </p:sp>
      <p:sp>
        <p:nvSpPr>
          <p:cNvPr id="27" name="Hexágono 26">
            <a:extLst>
              <a:ext uri="{FF2B5EF4-FFF2-40B4-BE49-F238E27FC236}">
                <a16:creationId xmlns:a16="http://schemas.microsoft.com/office/drawing/2014/main" id="{8ABD96DB-8B43-5049-2DF8-A64A964CC1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2105916">
            <a:off x="9865153" y="-1374151"/>
            <a:ext cx="3477152" cy="3021349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F4E40D0C-46D6-FFBF-0862-FB0F77352FB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-360218" y="2105890"/>
            <a:ext cx="3352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spaço Reservado para Texto 14">
            <a:extLst>
              <a:ext uri="{FF2B5EF4-FFF2-40B4-BE49-F238E27FC236}">
                <a16:creationId xmlns:a16="http://schemas.microsoft.com/office/drawing/2014/main" id="{3A7FA711-AAB0-18B4-0504-EA97DBFC75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52800" y="2945246"/>
            <a:ext cx="6386945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kumimoji="0" lang="pt-BR" sz="190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(Corpo)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chemeClr val="bg1"/>
                </a:solidFill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Nunc viverra imperdiet enim. Fusce est. Vivamus a tellus.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Pellentesque habitant morbi tristique senectus et netus et malesuada fames ac turpis egestas. Proin pharetra nonummy pede. Mauris et orci.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Espaço Reservado para Texto 12">
            <a:extLst>
              <a:ext uri="{FF2B5EF4-FFF2-40B4-BE49-F238E27FC236}">
                <a16:creationId xmlns:a16="http://schemas.microsoft.com/office/drawing/2014/main" id="{8EBD6185-591C-FC0B-D623-34B2D63687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2800" y="1720347"/>
            <a:ext cx="6386944" cy="7571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ct val="100000"/>
              </a:lnSpc>
              <a:defRPr lang="pt-BR" sz="5400" b="1" spc="-150" smtClean="0">
                <a:solidFill>
                  <a:srgbClr val="FFFFFF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90503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7" grpId="0" animBg="1"/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ao_opcao2_txt_im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ço Reservado para Imagem 25">
            <a:extLst>
              <a:ext uri="{FF2B5EF4-FFF2-40B4-BE49-F238E27FC236}">
                <a16:creationId xmlns:a16="http://schemas.microsoft.com/office/drawing/2014/main" id="{BB485F01-FB67-7A05-8AD9-4EC3F12644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6596672" y="-14990"/>
            <a:ext cx="5625308" cy="6902970"/>
          </a:xfrm>
          <a:custGeom>
            <a:avLst/>
            <a:gdLst>
              <a:gd name="connsiteX0" fmla="*/ 4383374 w 5625308"/>
              <a:gd name="connsiteY0" fmla="*/ 5284034 h 6902970"/>
              <a:gd name="connsiteX1" fmla="*/ 5625308 w 5625308"/>
              <a:gd name="connsiteY1" fmla="*/ 5284034 h 6902970"/>
              <a:gd name="connsiteX2" fmla="*/ 5625308 w 5625308"/>
              <a:gd name="connsiteY2" fmla="*/ 6902970 h 6902970"/>
              <a:gd name="connsiteX3" fmla="*/ 3573905 w 5625308"/>
              <a:gd name="connsiteY3" fmla="*/ 6902970 h 6902970"/>
              <a:gd name="connsiteX4" fmla="*/ 918148 w 5625308"/>
              <a:gd name="connsiteY4" fmla="*/ 3305333 h 6902970"/>
              <a:gd name="connsiteX5" fmla="*/ 3342057 w 5625308"/>
              <a:gd name="connsiteY5" fmla="*/ 3305333 h 6902970"/>
              <a:gd name="connsiteX6" fmla="*/ 4260204 w 5625308"/>
              <a:gd name="connsiteY6" fmla="*/ 5141627 h 6902970"/>
              <a:gd name="connsiteX7" fmla="*/ 3379533 w 5625308"/>
              <a:gd name="connsiteY7" fmla="*/ 6902970 h 6902970"/>
              <a:gd name="connsiteX8" fmla="*/ 880673 w 5625308"/>
              <a:gd name="connsiteY8" fmla="*/ 6902970 h 6902970"/>
              <a:gd name="connsiteX9" fmla="*/ 0 w 5625308"/>
              <a:gd name="connsiteY9" fmla="*/ 5141627 h 6902970"/>
              <a:gd name="connsiteX10" fmla="*/ 4428344 w 5625308"/>
              <a:gd name="connsiteY10" fmla="*/ 1439057 h 6902970"/>
              <a:gd name="connsiteX11" fmla="*/ 5625308 w 5625308"/>
              <a:gd name="connsiteY11" fmla="*/ 1439057 h 6902970"/>
              <a:gd name="connsiteX12" fmla="*/ 5625308 w 5625308"/>
              <a:gd name="connsiteY12" fmla="*/ 5111645 h 6902970"/>
              <a:gd name="connsiteX13" fmla="*/ 4428344 w 5625308"/>
              <a:gd name="connsiteY13" fmla="*/ 5111645 h 6902970"/>
              <a:gd name="connsiteX14" fmla="*/ 3510196 w 5625308"/>
              <a:gd name="connsiteY14" fmla="*/ 3275351 h 6902970"/>
              <a:gd name="connsiteX15" fmla="*/ 3851221 w 5625308"/>
              <a:gd name="connsiteY15" fmla="*/ 0 h 6902970"/>
              <a:gd name="connsiteX16" fmla="*/ 5625308 w 5625308"/>
              <a:gd name="connsiteY16" fmla="*/ 0 h 6902970"/>
              <a:gd name="connsiteX17" fmla="*/ 5625308 w 5625308"/>
              <a:gd name="connsiteY17" fmla="*/ 1244184 h 6902970"/>
              <a:gd name="connsiteX18" fmla="*/ 4473314 w 5625308"/>
              <a:gd name="connsiteY18" fmla="*/ 1244184 h 6902970"/>
              <a:gd name="connsiteX19" fmla="*/ 693296 w 5625308"/>
              <a:gd name="connsiteY19" fmla="*/ 0 h 6902970"/>
              <a:gd name="connsiteX20" fmla="*/ 3656849 w 5625308"/>
              <a:gd name="connsiteY20" fmla="*/ 0 h 6902970"/>
              <a:gd name="connsiteX21" fmla="*/ 4305174 w 5625308"/>
              <a:gd name="connsiteY21" fmla="*/ 1296650 h 6902970"/>
              <a:gd name="connsiteX22" fmla="*/ 3387027 w 5625308"/>
              <a:gd name="connsiteY22" fmla="*/ 3132943 h 6902970"/>
              <a:gd name="connsiteX23" fmla="*/ 963118 w 5625308"/>
              <a:gd name="connsiteY23" fmla="*/ 3132943 h 6902970"/>
              <a:gd name="connsiteX24" fmla="*/ 44970 w 5625308"/>
              <a:gd name="connsiteY24" fmla="*/ 1296650 h 6902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625308" h="6902970">
                <a:moveTo>
                  <a:pt x="4383374" y="5284034"/>
                </a:moveTo>
                <a:lnTo>
                  <a:pt x="5625308" y="5284034"/>
                </a:lnTo>
                <a:lnTo>
                  <a:pt x="5625308" y="6902970"/>
                </a:lnTo>
                <a:lnTo>
                  <a:pt x="3573905" y="6902970"/>
                </a:lnTo>
                <a:close/>
                <a:moveTo>
                  <a:pt x="918148" y="3305333"/>
                </a:moveTo>
                <a:lnTo>
                  <a:pt x="3342057" y="3305333"/>
                </a:lnTo>
                <a:lnTo>
                  <a:pt x="4260204" y="5141627"/>
                </a:lnTo>
                <a:lnTo>
                  <a:pt x="3379533" y="6902970"/>
                </a:lnTo>
                <a:lnTo>
                  <a:pt x="880673" y="6902970"/>
                </a:lnTo>
                <a:lnTo>
                  <a:pt x="0" y="5141627"/>
                </a:lnTo>
                <a:close/>
                <a:moveTo>
                  <a:pt x="4428344" y="1439057"/>
                </a:moveTo>
                <a:lnTo>
                  <a:pt x="5625308" y="1439057"/>
                </a:lnTo>
                <a:lnTo>
                  <a:pt x="5625308" y="5111645"/>
                </a:lnTo>
                <a:lnTo>
                  <a:pt x="4428344" y="5111645"/>
                </a:lnTo>
                <a:lnTo>
                  <a:pt x="3510196" y="3275351"/>
                </a:lnTo>
                <a:close/>
                <a:moveTo>
                  <a:pt x="3851221" y="0"/>
                </a:moveTo>
                <a:lnTo>
                  <a:pt x="5625308" y="0"/>
                </a:lnTo>
                <a:lnTo>
                  <a:pt x="5625308" y="1244184"/>
                </a:lnTo>
                <a:lnTo>
                  <a:pt x="4473314" y="1244184"/>
                </a:lnTo>
                <a:close/>
                <a:moveTo>
                  <a:pt x="693296" y="0"/>
                </a:moveTo>
                <a:lnTo>
                  <a:pt x="3656849" y="0"/>
                </a:lnTo>
                <a:lnTo>
                  <a:pt x="4305174" y="1296650"/>
                </a:lnTo>
                <a:lnTo>
                  <a:pt x="3387027" y="3132943"/>
                </a:lnTo>
                <a:lnTo>
                  <a:pt x="963118" y="3132943"/>
                </a:lnTo>
                <a:lnTo>
                  <a:pt x="44970" y="1296650"/>
                </a:lnTo>
                <a:close/>
              </a:path>
            </a:pathLst>
          </a:custGeom>
          <a:solidFill>
            <a:srgbClr val="C0C0C0"/>
          </a:solidFill>
          <a:effectLst>
            <a:outerShdw blurRad="101600" dist="114300" dir="10800000" algn="r" rotWithShape="0">
              <a:prstClr val="black">
                <a:alpha val="18000"/>
              </a:prstClr>
            </a:outerShdw>
          </a:effectLst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7872BC0D-3BE0-B379-AD42-6970A6985E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71383" y="-52465"/>
            <a:ext cx="7646741" cy="6940445"/>
          </a:xfrm>
          <a:custGeom>
            <a:avLst/>
            <a:gdLst>
              <a:gd name="connsiteX0" fmla="*/ 0 w 7315200"/>
              <a:gd name="connsiteY0" fmla="*/ 29980 h 6910465"/>
              <a:gd name="connsiteX1" fmla="*/ 7120328 w 7315200"/>
              <a:gd name="connsiteY1" fmla="*/ 0 h 6910465"/>
              <a:gd name="connsiteX2" fmla="*/ 6445770 w 7315200"/>
              <a:gd name="connsiteY2" fmla="*/ 1409075 h 6910465"/>
              <a:gd name="connsiteX3" fmla="*/ 7315200 w 7315200"/>
              <a:gd name="connsiteY3" fmla="*/ 3192904 h 6910465"/>
              <a:gd name="connsiteX4" fmla="*/ 6265889 w 7315200"/>
              <a:gd name="connsiteY4" fmla="*/ 5201586 h 6910465"/>
              <a:gd name="connsiteX5" fmla="*/ 7135318 w 7315200"/>
              <a:gd name="connsiteY5" fmla="*/ 6910465 h 6910465"/>
              <a:gd name="connsiteX6" fmla="*/ 539646 w 7315200"/>
              <a:gd name="connsiteY6" fmla="*/ 6895475 h 6910465"/>
              <a:gd name="connsiteX7" fmla="*/ 524656 w 7315200"/>
              <a:gd name="connsiteY7" fmla="*/ 44970 h 6910465"/>
              <a:gd name="connsiteX8" fmla="*/ 7105338 w 7315200"/>
              <a:gd name="connsiteY8" fmla="*/ 29980 h 6910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15200" h="6910465">
                <a:moveTo>
                  <a:pt x="0" y="29980"/>
                </a:moveTo>
                <a:lnTo>
                  <a:pt x="7120328" y="0"/>
                </a:lnTo>
                <a:lnTo>
                  <a:pt x="6445770" y="1409075"/>
                </a:lnTo>
                <a:lnTo>
                  <a:pt x="7315200" y="3192904"/>
                </a:lnTo>
                <a:lnTo>
                  <a:pt x="6265889" y="5201586"/>
                </a:lnTo>
                <a:lnTo>
                  <a:pt x="7135318" y="6910465"/>
                </a:lnTo>
                <a:lnTo>
                  <a:pt x="539646" y="6895475"/>
                </a:lnTo>
                <a:cubicBezTo>
                  <a:pt x="534649" y="4611973"/>
                  <a:pt x="529653" y="2328472"/>
                  <a:pt x="524656" y="44970"/>
                </a:cubicBezTo>
                <a:lnTo>
                  <a:pt x="7105338" y="29980"/>
                </a:lnTo>
              </a:path>
            </a:pathLst>
          </a:custGeom>
          <a:solidFill>
            <a:srgbClr val="FFFFFF"/>
          </a:solidFill>
          <a:ln>
            <a:noFill/>
          </a:ln>
          <a:effectLst>
            <a:outerShdw blurRad="203200" dist="1143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Espaço Reservado para Texto 20">
            <a:extLst>
              <a:ext uri="{FF2B5EF4-FFF2-40B4-BE49-F238E27FC236}">
                <a16:creationId xmlns:a16="http://schemas.microsoft.com/office/drawing/2014/main" id="{47887601-5E77-6DE1-2BE0-9C35CA9795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1550" y="2848209"/>
            <a:ext cx="4829643" cy="374746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000"/>
              </a:lnSpc>
              <a:spcBef>
                <a:spcPts val="0"/>
              </a:spcBef>
              <a:defRPr sz="20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pt-BR"/>
              <a:t>Lorem ipsum dolor sit amet, consectetuer adipiscing elit. Maecenas porttitor congue massa. Fusce posuere, magna sed pulvinar ultricies, purus lectus malesuada libero, sit amet commodo magna eros quis urna.</a:t>
            </a:r>
          </a:p>
          <a:p>
            <a:pPr lvl="0"/>
            <a:endParaRPr lang="pt-BR"/>
          </a:p>
          <a:p>
            <a:pPr lvl="0"/>
            <a:r>
              <a:rPr lang="pt-BR"/>
              <a:t>Nunc viverra imperdiet enim. Fusce est. Vivamus a tellus.</a:t>
            </a:r>
          </a:p>
          <a:p>
            <a:pPr lvl="0"/>
            <a:endParaRPr lang="pt-BR"/>
          </a:p>
          <a:p>
            <a:pPr lvl="0"/>
            <a:r>
              <a:rPr lang="pt-BR"/>
              <a:t>Pellentesque habitant morbi tristique senectus et netus et malesuada fames ac turpis egestas. Proin pharetra nonummy pede. Mauris et orci.</a:t>
            </a:r>
          </a:p>
          <a:p>
            <a:pPr lvl="0"/>
            <a:endParaRPr lang="pt-BR"/>
          </a:p>
        </p:txBody>
      </p:sp>
      <p:sp>
        <p:nvSpPr>
          <p:cNvPr id="37" name="Espaço Reservado para Conteúdo 36">
            <a:extLst>
              <a:ext uri="{FF2B5EF4-FFF2-40B4-BE49-F238E27FC236}">
                <a16:creationId xmlns:a16="http://schemas.microsoft.com/office/drawing/2014/main" id="{385693C4-F9CA-C722-F0CF-08E2124C0F9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71550" y="1603740"/>
            <a:ext cx="4964555" cy="4049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spc="300">
                <a:solidFill>
                  <a:schemeClr val="tx1">
                    <a:lumMod val="50000"/>
                    <a:lumOff val="50000"/>
                  </a:schemeClr>
                </a:solidFill>
                <a:latin typeface="Tw Cen MT Condensed" panose="020B0606020104020203" pitchFamily="34" charset="0"/>
              </a:defRPr>
            </a:lvl1pPr>
            <a:lvl2pPr>
              <a:defRPr sz="1600">
                <a:latin typeface="Tw Cen MT Condensed" panose="020B0606020104020203" pitchFamily="34" charset="0"/>
              </a:defRPr>
            </a:lvl2pPr>
            <a:lvl3pPr>
              <a:defRPr sz="1600">
                <a:latin typeface="Tw Cen MT Condensed" panose="020B0606020104020203" pitchFamily="34" charset="0"/>
              </a:defRPr>
            </a:lvl3pPr>
            <a:lvl4pPr>
              <a:defRPr sz="1600">
                <a:latin typeface="Tw Cen MT Condensed" panose="020B0606020104020203" pitchFamily="34" charset="0"/>
              </a:defRPr>
            </a:lvl4pPr>
            <a:lvl5pPr>
              <a:defRPr sz="1600">
                <a:latin typeface="Tw Cen MT Condensed" panose="020B0606020104020203" pitchFamily="34" charset="0"/>
              </a:defRPr>
            </a:lvl5pPr>
          </a:lstStyle>
          <a:p>
            <a:pPr lvl="0"/>
            <a:r>
              <a:rPr lang="pt-BR"/>
              <a:t>Subtítulo da página</a:t>
            </a:r>
          </a:p>
        </p:txBody>
      </p:sp>
      <p:sp>
        <p:nvSpPr>
          <p:cNvPr id="34" name="Espaço Reservado para Texto 12">
            <a:extLst>
              <a:ext uri="{FF2B5EF4-FFF2-40B4-BE49-F238E27FC236}">
                <a16:creationId xmlns:a16="http://schemas.microsoft.com/office/drawing/2014/main" id="{F79228D0-B15F-C791-69C2-C19F10E98C5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1864" y="703293"/>
            <a:ext cx="4964242" cy="7571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algn="l">
              <a:lnSpc>
                <a:spcPct val="100000"/>
              </a:lnSpc>
              <a:defRPr lang="pt-BR" sz="5400" b="1" spc="-15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305663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45455 -0.00533 L -3.125E-6 -0.00208 " pathEditMode="relative" rAng="0" ptsTypes="AA">
                                      <p:cBhvr>
                                        <p:cTn id="17" dur="1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21" y="162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3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30052 0.00139 L -8.33333E-7 -1.85185E-6 " pathEditMode="relative" rAng="0" ptsTypes="AA">
                                      <p:cBhvr>
                                        <p:cTn id="22" dur="12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29" y="-93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25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3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63" presetClass="path" presetSubtype="0" decel="100000" fill="hold" nodeType="withEffect">
                  <p:stCondLst>
                    <p:cond delay="1000"/>
                  </p:stCondLst>
                  <p:childTnLst>
                    <p:animMotion origin="layout" path="M -0.30052 0.00139 L -8.33333E-7 -1.85185E-6 " pathEditMode="relative" rAng="0" ptsTypes="AA">
                      <p:cBhvr>
                        <p:cTn dur="1200" fill="hold"/>
                        <p:tgtEl>
                          <p:spTgt spid="37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13529" y="-93"/>
                    </p:animMotion>
                  </p:childTnLst>
                </p:cTn>
              </p:par>
            </p:tnLst>
          </p:tmpl>
        </p:tmplLst>
      </p:bldP>
      <p:bldP spid="3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1">
        <p:tmplLst>
          <p:tmpl>
            <p:tnLst>
              <p:par>
                <p:cTn presetID="42" presetClass="path" presetSubtype="0" decel="100000" fill="hold" nodeType="withEffect">
                  <p:stCondLst>
                    <p:cond delay="500"/>
                  </p:stCondLst>
                  <p:childTnLst>
                    <p:animMotion origin="layout" path="M -0.45455 -0.00533 L -3.125E-6 -0.00208 " pathEditMode="relative" rAng="0" ptsTypes="AA">
                      <p:cBhvr>
                        <p:cTn dur="1250" fill="hold"/>
                        <p:tgtEl>
                          <p:spTgt spid="34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22721" y="162"/>
                    </p:animMotion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cao_opcao2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9B849CB8-8D5D-E46B-18BD-19195C052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69188" y="0"/>
            <a:ext cx="32228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F1C4410-C172-02DD-40DE-830ACCB71A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953517"/>
            <a:ext cx="401782" cy="4457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16" name="Hexágono 15">
            <a:extLst>
              <a:ext uri="{FF2B5EF4-FFF2-40B4-BE49-F238E27FC236}">
                <a16:creationId xmlns:a16="http://schemas.microsoft.com/office/drawing/2014/main" id="{18803FC2-A744-175C-2BAF-39F792E1AF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21271312">
            <a:off x="10160775" y="4420744"/>
            <a:ext cx="3013833" cy="28302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777777">
              <a:alpha val="16078"/>
            </a:srgbClr>
          </a:solidFill>
          <a:ln w="12700">
            <a:solidFill>
              <a:schemeClr val="tx2">
                <a:alpha val="50196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Hexágono 14">
            <a:extLst>
              <a:ext uri="{FF2B5EF4-FFF2-40B4-BE49-F238E27FC236}">
                <a16:creationId xmlns:a16="http://schemas.microsoft.com/office/drawing/2014/main" id="{83B6AFE6-96F6-C7B1-A109-495BDDBC55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11574568" y="3141646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777777">
              <a:alpha val="25098"/>
            </a:srgbClr>
          </a:solidFill>
          <a:ln w="12700"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spaço Reservado para Texto 19">
            <a:extLst>
              <a:ext uri="{FF2B5EF4-FFF2-40B4-BE49-F238E27FC236}">
                <a16:creationId xmlns:a16="http://schemas.microsoft.com/office/drawing/2014/main" id="{1EB3A31D-DC38-CF91-93CA-BB4FF2CBEA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 rot="16200000">
            <a:off x="10781182" y="1223226"/>
            <a:ext cx="2104457" cy="331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lnSpc>
                <a:spcPts val="2160"/>
              </a:lnSpc>
              <a:defRPr kumimoji="0" lang="pt-BR" sz="1750" b="0" i="0" u="none" strike="noStrike" cap="none" spc="700" normalizeH="0" baseline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 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marR="0" lvl="0" indent="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DESCRIÇÃO</a:t>
            </a:r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1255905C-CA35-53F1-530B-5F5F15A25A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92728" y="2673162"/>
            <a:ext cx="6610399" cy="387555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500"/>
              </a:lnSpc>
              <a:spcBef>
                <a:spcPts val="1100"/>
              </a:spcBef>
              <a:defRPr sz="1900">
                <a:solidFill>
                  <a:srgbClr val="29292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ipsum:  dolor sit amet, consectetuer adipiscing elit. Maecenas porttitor congue massa. </a:t>
            </a:r>
          </a:p>
          <a:p>
            <a:pPr lvl="0"/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: magna sed pulvinar ultricies, purus lectus malesuada libero, sit amet commodo magna eros quis urna.</a:t>
            </a:r>
          </a:p>
          <a:p>
            <a:pPr lvl="0"/>
            <a:r>
              <a:rPr lang="pt-BR"/>
              <a:t>Nunc: </a:t>
            </a:r>
            <a:r>
              <a:rPr lang="pt-BR" err="1"/>
              <a:t>viverra</a:t>
            </a:r>
            <a:r>
              <a:rPr lang="pt-BR"/>
              <a:t> imperdiet enim. Fusce est. Vivamus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: </a:t>
            </a:r>
            <a:r>
              <a:rPr lang="pt-BR" err="1"/>
              <a:t>habitant</a:t>
            </a:r>
            <a:r>
              <a:rPr lang="pt-BR"/>
              <a:t> morbi tristique senectus et netus et malesuada fames ac turpis egestas. Proin pharetra nonummy pede. Mauris et </a:t>
            </a:r>
            <a:r>
              <a:rPr lang="pt-BR" err="1"/>
              <a:t>orci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Nunc: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</p:txBody>
      </p:sp>
      <p:sp>
        <p:nvSpPr>
          <p:cNvPr id="7" name="Espaço Reservado para Texto 19">
            <a:extLst>
              <a:ext uri="{FF2B5EF4-FFF2-40B4-BE49-F238E27FC236}">
                <a16:creationId xmlns:a16="http://schemas.microsoft.com/office/drawing/2014/main" id="{C363E3D9-2767-9FE0-A55F-A79A637A60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30592" y="1629482"/>
            <a:ext cx="7031772" cy="331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lnSpc>
                <a:spcPts val="2160"/>
              </a:lnSpc>
              <a:defRPr kumimoji="0" lang="pt-BR" sz="1750" b="0" i="0" u="none" strike="noStrike" cap="none" spc="200" normalizeH="0" baseline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Calibri 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marR="0" lvl="0" indent="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Subtítulo da página</a:t>
            </a:r>
          </a:p>
        </p:txBody>
      </p:sp>
      <p:sp>
        <p:nvSpPr>
          <p:cNvPr id="8" name="Espaço Reservado para Texto 17">
            <a:extLst>
              <a:ext uri="{FF2B5EF4-FFF2-40B4-BE49-F238E27FC236}">
                <a16:creationId xmlns:a16="http://schemas.microsoft.com/office/drawing/2014/main" id="{60690129-C979-0CBD-B0C4-09489CA7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3849" y="861110"/>
            <a:ext cx="7098515" cy="7571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marL="0" indent="0">
              <a:lnSpc>
                <a:spcPct val="100000"/>
              </a:lnSpc>
              <a:buFontTx/>
              <a:buNone/>
              <a:defRPr lang="pt-BR" sz="52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228600" marR="0" lvl="0" indent="-22860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pt-BR"/>
              <a:t>Descrição</a:t>
            </a:r>
          </a:p>
        </p:txBody>
      </p:sp>
    </p:spTree>
    <p:extLst>
      <p:ext uri="{BB962C8B-B14F-4D97-AF65-F5344CB8AC3E}">
        <p14:creationId xmlns:p14="http://schemas.microsoft.com/office/powerpoint/2010/main" val="168705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  <p:bldP spid="16" grpId="0" animBg="1"/>
      <p:bldP spid="15" grpId="0" animBg="1"/>
      <p:bldP spid="14" grpId="0">
        <p:tmplLst>
          <p:tmpl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>
        <p:tmplLst>
          <p:tmpl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>
        <p:tmplLst>
          <p:tmpl>
            <p:tnLst>
              <p:par>
                <p:cTn presetID="22" presetClass="entr" presetSubtype="8" fill="hold" nodeType="withEffect">
                  <p:stCondLst>
                    <p:cond delay="7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cao_opcao3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C37B48A5-A4D6-6DB4-DFBF-9B4D2FFF4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995082"/>
            <a:ext cx="401782" cy="4457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B849CB8-8D5D-E46B-18BD-19195C0523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969188" y="0"/>
            <a:ext cx="322281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Hexágono 13">
            <a:extLst>
              <a:ext uri="{FF2B5EF4-FFF2-40B4-BE49-F238E27FC236}">
                <a16:creationId xmlns:a16="http://schemas.microsoft.com/office/drawing/2014/main" id="{B9879020-8827-F8BD-AF6F-950C72C97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11574568" y="3141646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777777">
              <a:alpha val="25098"/>
            </a:srgbClr>
          </a:solidFill>
          <a:ln w="12700"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  <p:sp>
        <p:nvSpPr>
          <p:cNvPr id="15" name="Hexágono 14">
            <a:extLst>
              <a:ext uri="{FF2B5EF4-FFF2-40B4-BE49-F238E27FC236}">
                <a16:creationId xmlns:a16="http://schemas.microsoft.com/office/drawing/2014/main" id="{972F33E7-B246-D295-5FD8-4CAB120003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21271312">
            <a:off x="10160775" y="4420744"/>
            <a:ext cx="3013833" cy="28302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777777">
              <a:alpha val="16078"/>
            </a:srgbClr>
          </a:solidFill>
          <a:ln w="12700">
            <a:solidFill>
              <a:schemeClr val="tx2">
                <a:alpha val="50196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pt-BR"/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1255905C-CA35-53F1-530B-5F5F15A25A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47344" y="906007"/>
            <a:ext cx="6352596" cy="5508239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500"/>
              </a:lnSpc>
              <a:spcBef>
                <a:spcPts val="1100"/>
              </a:spcBef>
              <a:defRPr sz="1900">
                <a:solidFill>
                  <a:srgbClr val="29292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ipsum:  dolor sit amet, consectetuer adipiscing elit. Maecenas porttitor congue massa. </a:t>
            </a:r>
          </a:p>
          <a:p>
            <a:pPr lvl="0"/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: magna sed pulvinar ultricies, purus lectus malesuada libero, sit amet commodo magna eros quis urna.</a:t>
            </a:r>
          </a:p>
          <a:p>
            <a:pPr lvl="0"/>
            <a:r>
              <a:rPr lang="pt-BR"/>
              <a:t>Nunc: </a:t>
            </a:r>
            <a:r>
              <a:rPr lang="pt-BR" err="1"/>
              <a:t>viverra</a:t>
            </a:r>
            <a:r>
              <a:rPr lang="pt-BR"/>
              <a:t> imperdiet enim. Fusce est. Vivamus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: </a:t>
            </a:r>
            <a:r>
              <a:rPr lang="pt-BR" err="1"/>
              <a:t>habitant</a:t>
            </a:r>
            <a:r>
              <a:rPr lang="pt-BR"/>
              <a:t> morbi tristique senectus et netus et malesuada fames ac turpis egestas. Proin pharetra nonummy pede. Mauris et </a:t>
            </a:r>
            <a:r>
              <a:rPr lang="pt-BR" err="1"/>
              <a:t>orci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Nunc: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: </a:t>
            </a:r>
            <a:r>
              <a:rPr lang="pt-BR" err="1"/>
              <a:t>habitant</a:t>
            </a:r>
            <a:r>
              <a:rPr lang="pt-BR"/>
              <a:t> </a:t>
            </a:r>
            <a:r>
              <a:rPr lang="pt-BR" err="1"/>
              <a:t>morbi</a:t>
            </a:r>
            <a:r>
              <a:rPr lang="pt-BR"/>
              <a:t> </a:t>
            </a:r>
            <a:r>
              <a:rPr lang="pt-BR" err="1"/>
              <a:t>tristique</a:t>
            </a:r>
            <a:r>
              <a:rPr lang="pt-BR"/>
              <a:t> </a:t>
            </a:r>
            <a:r>
              <a:rPr lang="pt-BR" err="1"/>
              <a:t>senectus</a:t>
            </a:r>
            <a:r>
              <a:rPr lang="pt-BR"/>
              <a:t> et </a:t>
            </a:r>
            <a:r>
              <a:rPr lang="pt-BR" err="1"/>
              <a:t>netus</a:t>
            </a:r>
            <a:r>
              <a:rPr lang="pt-BR"/>
              <a:t> et </a:t>
            </a:r>
            <a:r>
              <a:rPr lang="pt-BR" err="1"/>
              <a:t>malesuada</a:t>
            </a:r>
            <a:r>
              <a:rPr lang="pt-BR"/>
              <a:t> fames ac </a:t>
            </a:r>
            <a:r>
              <a:rPr lang="pt-BR" err="1"/>
              <a:t>turpis</a:t>
            </a:r>
            <a:r>
              <a:rPr lang="pt-BR"/>
              <a:t> </a:t>
            </a:r>
            <a:r>
              <a:rPr lang="pt-BR" err="1"/>
              <a:t>egestas</a:t>
            </a:r>
            <a:r>
              <a:rPr lang="pt-BR"/>
              <a:t>. </a:t>
            </a:r>
            <a:r>
              <a:rPr lang="pt-BR" err="1"/>
              <a:t>Proin</a:t>
            </a:r>
            <a:r>
              <a:rPr lang="pt-BR"/>
              <a:t> </a:t>
            </a:r>
            <a:r>
              <a:rPr lang="pt-BR" err="1"/>
              <a:t>pharetra</a:t>
            </a:r>
            <a:r>
              <a:rPr lang="pt-BR"/>
              <a:t> </a:t>
            </a:r>
            <a:r>
              <a:rPr lang="pt-BR" err="1"/>
              <a:t>nonummy</a:t>
            </a:r>
            <a:r>
              <a:rPr lang="pt-BR"/>
              <a:t> pede. </a:t>
            </a:r>
            <a:r>
              <a:rPr lang="pt-BR" err="1"/>
              <a:t>Mauris</a:t>
            </a:r>
            <a:r>
              <a:rPr lang="pt-BR"/>
              <a:t> et </a:t>
            </a:r>
            <a:r>
              <a:rPr lang="pt-BR" err="1"/>
              <a:t>orci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Nunc: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</p:txBody>
      </p:sp>
      <p:sp>
        <p:nvSpPr>
          <p:cNvPr id="11" name="Espaço Reservado para Texto 19">
            <a:extLst>
              <a:ext uri="{FF2B5EF4-FFF2-40B4-BE49-F238E27FC236}">
                <a16:creationId xmlns:a16="http://schemas.microsoft.com/office/drawing/2014/main" id="{FC84324F-0E1E-DAC4-7A35-3CF668617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6200000">
            <a:off x="10781182" y="1223226"/>
            <a:ext cx="2104457" cy="331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lnSpc>
                <a:spcPts val="2160"/>
              </a:lnSpc>
              <a:defRPr kumimoji="0" lang="pt-BR" sz="1750" b="0" i="0" u="none" strike="noStrike" cap="none" spc="700" normalizeH="0" baseline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 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marR="0" lvl="0" indent="0" fontAlgn="auto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DESCRIÇÃO</a:t>
            </a:r>
          </a:p>
        </p:txBody>
      </p:sp>
    </p:spTree>
    <p:extLst>
      <p:ext uri="{BB962C8B-B14F-4D97-AF65-F5344CB8AC3E}">
        <p14:creationId xmlns:p14="http://schemas.microsoft.com/office/powerpoint/2010/main" val="326296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14" grpId="0" animBg="1"/>
      <p:bldP spid="15" grpId="0" animBg="1"/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potesediagnostica_opcao1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xágono 8">
            <a:extLst>
              <a:ext uri="{FF2B5EF4-FFF2-40B4-BE49-F238E27FC236}">
                <a16:creationId xmlns:a16="http://schemas.microsoft.com/office/drawing/2014/main" id="{C8340D61-5AE2-B77E-950E-0841B6D58E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21271312">
            <a:off x="987167" y="4806918"/>
            <a:ext cx="3013833" cy="28302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486257">
              <a:alpha val="14000"/>
            </a:srgbClr>
          </a:solidFill>
          <a:ln w="12700">
            <a:solidFill>
              <a:schemeClr val="tx2">
                <a:alpha val="50196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Hexágono 1">
            <a:extLst>
              <a:ext uri="{FF2B5EF4-FFF2-40B4-BE49-F238E27FC236}">
                <a16:creationId xmlns:a16="http://schemas.microsoft.com/office/drawing/2014/main" id="{8B4E7579-AE75-7CD0-ECF9-641BA568D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-1079417" y="4673480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777777">
              <a:alpha val="13000"/>
            </a:srgbClr>
          </a:solidFill>
          <a:ln w="12700"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A12069-3812-AFB6-9DA4-D44B5020AC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3039" y="2470887"/>
            <a:ext cx="8084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1355542-5195-44A9-A98E-BA99689B3FA1}"/>
              </a:ext>
            </a:extLst>
          </p:cNvPr>
          <p:cNvSpPr/>
          <p:nvPr userDrawn="1"/>
        </p:nvSpPr>
        <p:spPr>
          <a:xfrm>
            <a:off x="5223240" y="-5560"/>
            <a:ext cx="5836647" cy="686356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spaço Reservado para Texto 13">
            <a:extLst>
              <a:ext uri="{FF2B5EF4-FFF2-40B4-BE49-F238E27FC236}">
                <a16:creationId xmlns:a16="http://schemas.microsoft.com/office/drawing/2014/main" id="{5AFA2AC5-0A00-60E1-7282-9125EEB49D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0" y="2299573"/>
            <a:ext cx="4358910" cy="42894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800">
                <a:solidFill>
                  <a:srgbClr val="FFFFFF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amet commodo magna eros quis urna.</a:t>
            </a:r>
          </a:p>
          <a:p>
            <a:pPr lvl="0"/>
            <a:r>
              <a:rPr lang="pt-BR"/>
              <a:t>Nunc viverra imperdiet enim. Fusce est. Vivamus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 habitant morbi tristique senectus et netus et malesuada fames ac turpis egestas. Proin pharetra nonummy pede. Mauris et orci.</a:t>
            </a:r>
          </a:p>
          <a:p>
            <a:pPr lvl="0"/>
            <a:endParaRPr lang="pt-BR"/>
          </a:p>
          <a:p>
            <a:pPr lvl="0"/>
            <a:endParaRPr lang="pt-BR"/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0F9B2A75-6A81-F297-A03E-42FAA1D44B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1475990"/>
            <a:ext cx="4358910" cy="4524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2000" b="1">
                <a:solidFill>
                  <a:srgbClr val="FFFFFF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6" name="Espaço Reservado para Texto 4">
            <a:extLst>
              <a:ext uri="{FF2B5EF4-FFF2-40B4-BE49-F238E27FC236}">
                <a16:creationId xmlns:a16="http://schemas.microsoft.com/office/drawing/2014/main" id="{7561F4A1-3939-953A-6867-91E056C5C51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350" y="3035968"/>
            <a:ext cx="4394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kumimoji="0" lang="pt-BR" sz="2800" b="0" i="0" u="none" strike="noStrike" cap="none" spc="200" normalizeH="0" baseline="0" smtClean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pt-BR">
                <a:solidFill>
                  <a:srgbClr val="064C4C"/>
                </a:solidFill>
              </a:rPr>
              <a:t>Subtítulo da página</a:t>
            </a:r>
            <a:endParaRPr lang="en-US">
              <a:solidFill>
                <a:srgbClr val="064C4C"/>
              </a:solidFill>
            </a:endParaRPr>
          </a:p>
        </p:txBody>
      </p:sp>
      <p:sp>
        <p:nvSpPr>
          <p:cNvPr id="5" name="Espaço Reservado para Texto 2">
            <a:extLst>
              <a:ext uri="{FF2B5EF4-FFF2-40B4-BE49-F238E27FC236}">
                <a16:creationId xmlns:a16="http://schemas.microsoft.com/office/drawing/2014/main" id="{00263F6D-CE69-F1F9-E588-0D79FE5C8D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110" y="991233"/>
            <a:ext cx="4572196" cy="142192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5300"/>
              </a:lnSpc>
              <a:defRPr lang="pt-BR" sz="52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Hipótese</a:t>
            </a:r>
            <a:br>
              <a:rPr lang="pt-BR"/>
            </a:br>
            <a:r>
              <a:rPr lang="pt-BR"/>
              <a:t>Diagnóstica</a:t>
            </a:r>
          </a:p>
        </p:txBody>
      </p:sp>
    </p:spTree>
    <p:extLst>
      <p:ext uri="{BB962C8B-B14F-4D97-AF65-F5344CB8AC3E}">
        <p14:creationId xmlns:p14="http://schemas.microsoft.com/office/powerpoint/2010/main" val="396665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  <p:bldP spid="8" grpId="0" animBg="1"/>
      <p:bldP spid="21" grpId="0" animBg="1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es_opcao2_txt">
    <p:bg>
      <p:bgPr>
        <a:gradFill flip="none" rotWithShape="1">
          <a:gsLst>
            <a:gs pos="100000">
              <a:schemeClr val="bg2"/>
            </a:gs>
            <a:gs pos="28000">
              <a:srgbClr val="F9F5F3"/>
            </a:gs>
            <a:gs pos="78000">
              <a:srgbClr val="FFFFFF"/>
            </a:gs>
            <a:gs pos="0">
              <a:schemeClr val="bg2">
                <a:alpha val="61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exágono 14">
            <a:extLst>
              <a:ext uri="{FF2B5EF4-FFF2-40B4-BE49-F238E27FC236}">
                <a16:creationId xmlns:a16="http://schemas.microsoft.com/office/drawing/2014/main" id="{3E2B2BFC-E297-DF6F-2EAE-65B679235C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10931607" y="461134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B2B2B2">
              <a:alpha val="13725"/>
            </a:srgbClr>
          </a:solidFill>
          <a:ln w="12700">
            <a:solidFill>
              <a:srgbClr val="0A335F"/>
            </a:solidFill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Hexágono 15">
            <a:extLst>
              <a:ext uri="{FF2B5EF4-FFF2-40B4-BE49-F238E27FC236}">
                <a16:creationId xmlns:a16="http://schemas.microsoft.com/office/drawing/2014/main" id="{6099669A-12AF-00EE-BD5B-65A55C87E4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322820">
            <a:off x="11793056" y="-339783"/>
            <a:ext cx="1660660" cy="1541794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chemeClr val="tx2">
                <a:alpha val="18039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F2290CF-2BCA-1A12-3515-3F881F0C09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2" y="0"/>
            <a:ext cx="97715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BB42820-869A-B067-743B-8B757E6A23F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099374" y="1383954"/>
            <a:ext cx="90293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5AAB2065-4E40-0A85-3B2D-C7D2254832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4391" y="3453070"/>
            <a:ext cx="4444960" cy="31050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8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amet commodo magna eros quis urna.</a:t>
            </a:r>
          </a:p>
          <a:p>
            <a:pPr lvl="0"/>
            <a:r>
              <a:rPr lang="pt-BR"/>
              <a:t>Nunc viverra imperdiet enim. Fusce est. Vivamus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 habitant morbi tristique senectus et netus et </a:t>
            </a:r>
            <a:r>
              <a:rPr lang="pt-BR" err="1"/>
              <a:t>malesuada</a:t>
            </a:r>
            <a:r>
              <a:rPr lang="pt-BR"/>
              <a:t> fames</a:t>
            </a:r>
          </a:p>
          <a:p>
            <a:pPr lvl="0"/>
            <a:endParaRPr lang="pt-BR"/>
          </a:p>
        </p:txBody>
      </p:sp>
      <p:sp>
        <p:nvSpPr>
          <p:cNvPr id="18" name="Espaço Reservado para Texto 13">
            <a:extLst>
              <a:ext uri="{FF2B5EF4-FFF2-40B4-BE49-F238E27FC236}">
                <a16:creationId xmlns:a16="http://schemas.microsoft.com/office/drawing/2014/main" id="{6CCF4C64-0376-59A1-4320-D91099259F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74392" y="2723616"/>
            <a:ext cx="4444960" cy="4524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20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FD904C0E-F79A-7C48-7F22-18CACB4F55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51040" y="3453070"/>
            <a:ext cx="4444960" cy="31050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8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amet commodo magna eros quis urna.</a:t>
            </a:r>
          </a:p>
          <a:p>
            <a:pPr lvl="0"/>
            <a:r>
              <a:rPr lang="pt-BR"/>
              <a:t>Nunc viverra imperdiet enim. Fusce est. Vivamus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 habitant morbi tristique senectus et netus et </a:t>
            </a:r>
            <a:r>
              <a:rPr lang="pt-BR" err="1"/>
              <a:t>malesuada</a:t>
            </a:r>
            <a:r>
              <a:rPr lang="pt-BR"/>
              <a:t> fames</a:t>
            </a:r>
          </a:p>
          <a:p>
            <a:pPr lvl="0"/>
            <a:endParaRPr lang="pt-BR"/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938564D9-66B8-4569-6005-701DC73AFF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1041" y="2723616"/>
            <a:ext cx="4444960" cy="4524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20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6D4D8F00-0CD7-C79B-D4EE-874FC2D7C0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51040" y="1060789"/>
            <a:ext cx="6349960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5300"/>
              </a:lnSpc>
              <a:defRPr lang="pt-BR" sz="45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Exames</a:t>
            </a:r>
          </a:p>
        </p:txBody>
      </p:sp>
    </p:spTree>
    <p:extLst>
      <p:ext uri="{BB962C8B-B14F-4D97-AF65-F5344CB8AC3E}">
        <p14:creationId xmlns:p14="http://schemas.microsoft.com/office/powerpoint/2010/main" val="2445334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14623 4.44444E-6 L 1.875E-6 4.44444E-6 " pathEditMode="relative" rAng="0" ptsTypes="AA">
                                      <p:cBhvr>
                                        <p:cTn id="27" dur="12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48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2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5" presetClass="path" presetSubtype="0" decel="100000" fill="hold" grpId="1" nodeType="withEffect">
                                  <p:stCondLst>
                                    <p:cond delay="2250"/>
                                  </p:stCondLst>
                                  <p:childTnLst>
                                    <p:animMotion origin="layout" path="M 0.14623 4.44444E-6 L 1.875E-6 4.44444E-6 " pathEditMode="relative" rAng="0" ptsTypes="AA">
                                      <p:cBhvr>
                                        <p:cTn id="41" dur="125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48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2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25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25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" grpId="0" animBg="1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1" build="p">
        <p:tmplLst>
          <p:tmpl lvl="1">
            <p:tnLst>
              <p:par>
                <p:cTn presetID="35" presetClass="path" presetSubtype="0" decel="100000" fill="hold" nodeType="withEffect">
                  <p:stCondLst>
                    <p:cond delay="2250"/>
                  </p:stCondLst>
                  <p:childTnLst>
                    <p:animMotion origin="layout" path="M 0.14623 4.44444E-6 L 1.875E-6 4.44444E-6 " pathEditMode="relative" rAng="0" ptsTypes="AA">
                      <p:cBhvr>
                        <p:cTn dur="1250" fill="hold"/>
                        <p:tgtEl>
                          <p:spTgt spid="1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7448" y="0"/>
                    </p:animMotion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35" presetClass="path" presetSubtype="0" decel="100000" fill="hold" nodeType="withEffect">
                  <p:stCondLst>
                    <p:cond delay="1500"/>
                  </p:stCondLst>
                  <p:childTnLst>
                    <p:animMotion origin="layout" path="M 0.14623 4.44444E-6 L 1.875E-6 4.44444E-6 " pathEditMode="relative" rAng="0" ptsTypes="AA">
                      <p:cBhvr>
                        <p:cTn dur="125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7448" y="0"/>
                    </p:animMotion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es_opcao2_txt_img">
    <p:bg>
      <p:bgPr>
        <a:gradFill flip="none" rotWithShape="1">
          <a:gsLst>
            <a:gs pos="80000">
              <a:srgbClr val="FFFFFF"/>
            </a:gs>
            <a:gs pos="100000">
              <a:schemeClr val="bg2">
                <a:alpha val="0"/>
              </a:schemeClr>
            </a:gs>
            <a:gs pos="47000">
              <a:srgbClr val="FFFFFF"/>
            </a:gs>
            <a:gs pos="0">
              <a:schemeClr val="bg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E2D37E8-D794-608F-0431-D5B115EBE1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6736" y="-60512"/>
            <a:ext cx="6096000" cy="69185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442F204-D431-3183-A059-693F54214C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0" y="1383954"/>
            <a:ext cx="127996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ço Reservado para Texto 13">
            <a:extLst>
              <a:ext uri="{FF2B5EF4-FFF2-40B4-BE49-F238E27FC236}">
                <a16:creationId xmlns:a16="http://schemas.microsoft.com/office/drawing/2014/main" id="{A03BD8C0-B678-4717-FFEF-237B511626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91058" y="4599879"/>
            <a:ext cx="2025983" cy="20064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</a:t>
            </a:r>
          </a:p>
        </p:txBody>
      </p:sp>
      <p:sp>
        <p:nvSpPr>
          <p:cNvPr id="19" name="Espaço Reservado para Texto 13">
            <a:extLst>
              <a:ext uri="{FF2B5EF4-FFF2-40B4-BE49-F238E27FC236}">
                <a16:creationId xmlns:a16="http://schemas.microsoft.com/office/drawing/2014/main" id="{4A62B26A-B740-5E80-D310-87692639B2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86576" y="3875162"/>
            <a:ext cx="1985642" cy="45241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0"/>
              </a:lnSpc>
              <a:defRPr sz="16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27BFF221-A90C-C5CF-DB0C-805F9FB4B5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846235" y="1140150"/>
            <a:ext cx="2025983" cy="22549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2C3003F0-5B7A-BC14-D2C5-C05FA70580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41753" y="415433"/>
            <a:ext cx="1985642" cy="45241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0"/>
              </a:lnSpc>
              <a:defRPr sz="16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AC41236F-6383-E2DF-28EA-62855AB07B0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5275" y="1815948"/>
            <a:ext cx="2632595" cy="466367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500">
                <a:solidFill>
                  <a:srgbClr val="FFFFFF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amet commodo magna eros quis urna.</a:t>
            </a:r>
          </a:p>
        </p:txBody>
      </p:sp>
      <p:sp>
        <p:nvSpPr>
          <p:cNvPr id="8" name="Espaço Reservado para Texto 2">
            <a:extLst>
              <a:ext uri="{FF2B5EF4-FFF2-40B4-BE49-F238E27FC236}">
                <a16:creationId xmlns:a16="http://schemas.microsoft.com/office/drawing/2014/main" id="{36021D74-87CA-86D7-5E4A-A744C34128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275" y="666143"/>
            <a:ext cx="2743200" cy="56015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5300"/>
              </a:lnSpc>
              <a:defRPr lang="pt-BR" sz="3800" b="1" spc="-150" dirty="0" smtClean="0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Exames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40FF5CD-4487-CEFB-7926-D75D06910C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02250" y="3472396"/>
            <a:ext cx="6096000" cy="3385604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spaço Reservado para Imagem 12">
            <a:extLst>
              <a:ext uri="{FF2B5EF4-FFF2-40B4-BE49-F238E27FC236}">
                <a16:creationId xmlns:a16="http://schemas.microsoft.com/office/drawing/2014/main" id="{CA606C4D-A65D-FBE4-2462-C8BB149233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/>
          </p:nvPr>
        </p:nvSpPr>
        <p:spPr>
          <a:xfrm>
            <a:off x="3492472" y="3472396"/>
            <a:ext cx="6109955" cy="3385604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D22034-9577-CB4F-95D1-02A60D480D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02250" y="-33373"/>
            <a:ext cx="6086222" cy="3432118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spaço Reservado para Imagem 12">
            <a:extLst>
              <a:ext uri="{FF2B5EF4-FFF2-40B4-BE49-F238E27FC236}">
                <a16:creationId xmlns:a16="http://schemas.microsoft.com/office/drawing/2014/main" id="{BE9164EF-50ED-C6AE-E881-228E265DA1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/>
          </p:nvPr>
        </p:nvSpPr>
        <p:spPr>
          <a:xfrm>
            <a:off x="3492472" y="-26979"/>
            <a:ext cx="6096001" cy="3422117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328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animBg="1"/>
      <p:bldP spid="15" grpId="0" animBg="1"/>
      <p:bldP spid="2" grpId="0" animBg="1"/>
      <p:bldP spid="13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es_opcao3_txt_img_video">
    <p:bg>
      <p:bgPr>
        <a:gradFill flip="none" rotWithShape="1">
          <a:gsLst>
            <a:gs pos="90000">
              <a:srgbClr val="FFFFFF"/>
            </a:gs>
            <a:gs pos="52000">
              <a:srgbClr val="FFFFFF"/>
            </a:gs>
            <a:gs pos="0">
              <a:schemeClr val="bg2">
                <a:alpha val="32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Mídia 6">
            <a:extLst>
              <a:ext uri="{FF2B5EF4-FFF2-40B4-BE49-F238E27FC236}">
                <a16:creationId xmlns:a16="http://schemas.microsoft.com/office/drawing/2014/main" id="{69AC4F75-BA72-FF10-A194-FF44A4CC7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media" sz="quarter" idx="28"/>
          </p:nvPr>
        </p:nvSpPr>
        <p:spPr>
          <a:xfrm>
            <a:off x="4681703" y="-34260"/>
            <a:ext cx="3247958" cy="5643563"/>
          </a:xfrm>
          <a:prstGeom prst="rect">
            <a:avLst/>
          </a:prstGeom>
          <a:solidFill>
            <a:srgbClr val="808080"/>
          </a:solidFill>
        </p:spPr>
        <p:txBody>
          <a:bodyPr/>
          <a:lstStyle/>
          <a:p>
            <a:r>
              <a:rPr lang="en-US" dirty="0"/>
              <a:t>Click icon to add media</a:t>
            </a: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CEAA5B-2743-3AB9-B730-9ADA636B45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2362" y="5600701"/>
            <a:ext cx="4612070" cy="12572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4EB6269-67B2-1417-F1B7-71AAD886F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680982" y="5605565"/>
            <a:ext cx="3247958" cy="12572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7E345AC7-45FC-75F4-978B-00BA73A40A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910" y="0"/>
            <a:ext cx="4603618" cy="5600700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70C3CFEC-BA7F-CDDE-8DA3-BD48EBFA913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687370" y="1398344"/>
            <a:ext cx="350463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A112F633-69A6-CD8B-1F9A-CC7D932FE6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29524" y="6096892"/>
            <a:ext cx="2934856" cy="70561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19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endParaRPr lang="pt-BR"/>
          </a:p>
        </p:txBody>
      </p:sp>
      <p:sp>
        <p:nvSpPr>
          <p:cNvPr id="18" name="Espaço Reservado para Texto 13">
            <a:extLst>
              <a:ext uri="{FF2B5EF4-FFF2-40B4-BE49-F238E27FC236}">
                <a16:creationId xmlns:a16="http://schemas.microsoft.com/office/drawing/2014/main" id="{AA2873AB-9D39-E095-19F9-5A0CD1533E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29524" y="5744798"/>
            <a:ext cx="2934856" cy="45241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2200"/>
              </a:lnSpc>
              <a:defRPr sz="1600" b="1">
                <a:solidFill>
                  <a:srgbClr val="EADDD5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SIT AMET</a:t>
            </a:r>
          </a:p>
        </p:txBody>
      </p:sp>
      <p:sp>
        <p:nvSpPr>
          <p:cNvPr id="13" name="Espaço Reservado para Texto 13">
            <a:extLst>
              <a:ext uri="{FF2B5EF4-FFF2-40B4-BE49-F238E27FC236}">
                <a16:creationId xmlns:a16="http://schemas.microsoft.com/office/drawing/2014/main" id="{447C8F3E-7034-AB58-E5DD-9E090C18FF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635" y="6103506"/>
            <a:ext cx="3993744" cy="705610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1900"/>
              </a:lnSpc>
              <a:spcBef>
                <a:spcPts val="0"/>
              </a:spcBef>
              <a:defRPr sz="1400">
                <a:solidFill>
                  <a:srgbClr val="FFFFFF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</a:t>
            </a:r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1D6CFD72-9F05-ECE4-580B-35995F3EA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7635" y="5751412"/>
            <a:ext cx="3993744" cy="45241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ts val="2200"/>
              </a:lnSpc>
              <a:defRPr sz="1600" b="1">
                <a:solidFill>
                  <a:srgbClr val="EADDD5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SIT AMET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5CE5AA28-2E52-D2EB-DAF9-3174DA13E4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23202" y="1884695"/>
            <a:ext cx="3023366" cy="462646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0"/>
              </a:lnSpc>
              <a:defRPr sz="14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</a:t>
            </a:r>
          </a:p>
          <a:p>
            <a:pPr lvl="0"/>
            <a:r>
              <a:rPr lang="pt-BR" err="1"/>
              <a:t>Fusce</a:t>
            </a:r>
            <a:r>
              <a:rPr lang="pt-BR"/>
              <a:t> posuere, magna sed pulvinar ultricies, purus lectus malesuada libero, sit amet commodo magna eros quis urna.</a:t>
            </a:r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4325DEEC-E8A5-68E0-9BB4-CE1C15C009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23202" y="567615"/>
            <a:ext cx="3023366" cy="51090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5300"/>
              </a:lnSpc>
              <a:defRPr lang="pt-BR" sz="34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Exames</a:t>
            </a:r>
          </a:p>
        </p:txBody>
      </p:sp>
    </p:spTree>
    <p:extLst>
      <p:ext uri="{BB962C8B-B14F-4D97-AF65-F5344CB8AC3E}">
        <p14:creationId xmlns:p14="http://schemas.microsoft.com/office/powerpoint/2010/main" val="414932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6" grpId="0" animBg="1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3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escomplementares_opcao1_txt">
    <p:bg>
      <p:bgPr>
        <a:gradFill flip="none" rotWithShape="1">
          <a:gsLst>
            <a:gs pos="80000">
              <a:srgbClr val="FFFFFF"/>
            </a:gs>
            <a:gs pos="100000">
              <a:schemeClr val="bg2">
                <a:alpha val="36000"/>
              </a:schemeClr>
            </a:gs>
            <a:gs pos="0">
              <a:srgbClr val="FFFFFF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E2D37E8-D794-608F-0431-D5B115EBE1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09005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442F204-D431-3183-A059-693F54214C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0" y="1383954"/>
            <a:ext cx="298072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 4">
            <a:extLst>
              <a:ext uri="{FF2B5EF4-FFF2-40B4-BE49-F238E27FC236}">
                <a16:creationId xmlns:a16="http://schemas.microsoft.com/office/drawing/2014/main" id="{271E27FF-3C44-3A3B-065B-5DA44D2C02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219419" y="2114522"/>
            <a:ext cx="8084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27BFF221-A90C-C5CF-DB0C-805F9FB4B5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03302" y="3506682"/>
            <a:ext cx="7869498" cy="294141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amet commodo magna eros quis urna.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lvl="0"/>
            <a:endParaRPr lang="pt-BR"/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5B8BB47A-A2CC-3CF1-C5DC-DF6C3E1C85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03302" y="2686154"/>
            <a:ext cx="7869498" cy="45241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0"/>
              </a:lnSpc>
              <a:defRPr sz="16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3449D6A8-3E02-E662-9D9C-2BC304AD26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86355" y="914193"/>
            <a:ext cx="5732378" cy="120032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4700"/>
              </a:lnSpc>
              <a:defRPr lang="pt-BR" sz="45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Exames</a:t>
            </a:r>
            <a:br>
              <a:rPr lang="pt-BR"/>
            </a:br>
            <a:r>
              <a:rPr lang="pt-BR"/>
              <a:t>Complementares</a:t>
            </a:r>
          </a:p>
        </p:txBody>
      </p:sp>
    </p:spTree>
    <p:extLst>
      <p:ext uri="{BB962C8B-B14F-4D97-AF65-F5344CB8AC3E}">
        <p14:creationId xmlns:p14="http://schemas.microsoft.com/office/powerpoint/2010/main" val="60304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uiExpan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escomplementares_opcao1_txt_img">
    <p:bg>
      <p:bgPr>
        <a:gradFill flip="none" rotWithShape="1">
          <a:gsLst>
            <a:gs pos="90000">
              <a:srgbClr val="FFFFFF"/>
            </a:gs>
            <a:gs pos="50000">
              <a:srgbClr val="FFFFFF"/>
            </a:gs>
            <a:gs pos="0">
              <a:schemeClr val="bg2">
                <a:alpha val="1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DF8E81E5-EADE-0537-B5F8-BD85DA15FB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571676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AE27972E-9811-4402-4A8C-EDE5301EDC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/>
          </p:nvPr>
        </p:nvSpPr>
        <p:spPr>
          <a:xfrm>
            <a:off x="0" y="0"/>
            <a:ext cx="5541818" cy="626745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BFA60A9-30BD-7D71-6C30-C969462F80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475240" y="2114522"/>
            <a:ext cx="8084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F7EF932C-45EF-31B4-4E65-C0D36EBBC2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8295" y="6340992"/>
            <a:ext cx="5405813" cy="3250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300">
                <a:solidFill>
                  <a:srgbClr val="FFFFFF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Leganda</a:t>
            </a:r>
            <a:r>
              <a:rPr lang="pt-BR"/>
              <a:t> da Imagem</a:t>
            </a:r>
          </a:p>
        </p:txBody>
      </p: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7EDC6901-7B9A-879D-6683-3911455078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9123" y="3506682"/>
            <a:ext cx="5386187" cy="30202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amet commodo magna eros quis urna.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, magna </a:t>
            </a:r>
            <a:r>
              <a:rPr lang="pt-BR" err="1"/>
              <a:t>sed</a:t>
            </a:r>
            <a:r>
              <a:rPr lang="pt-BR"/>
              <a:t> </a:t>
            </a:r>
            <a:r>
              <a:rPr lang="pt-BR" err="1"/>
              <a:t>pulvinar</a:t>
            </a:r>
            <a:r>
              <a:rPr lang="pt-BR"/>
              <a:t> </a:t>
            </a:r>
            <a:r>
              <a:rPr lang="pt-BR" err="1"/>
              <a:t>ultricies</a:t>
            </a:r>
            <a:r>
              <a:rPr lang="pt-BR"/>
              <a:t>, </a:t>
            </a:r>
            <a:r>
              <a:rPr lang="pt-BR" err="1"/>
              <a:t>purus</a:t>
            </a:r>
            <a:r>
              <a:rPr lang="pt-BR"/>
              <a:t> </a:t>
            </a:r>
            <a:r>
              <a:rPr lang="pt-BR" err="1"/>
              <a:t>lectus</a:t>
            </a:r>
            <a:r>
              <a:rPr lang="pt-BR"/>
              <a:t> </a:t>
            </a:r>
            <a:r>
              <a:rPr lang="pt-BR" err="1"/>
              <a:t>malesuada</a:t>
            </a:r>
            <a:r>
              <a:rPr lang="pt-BR"/>
              <a:t> libero,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 magna </a:t>
            </a:r>
            <a:r>
              <a:rPr lang="pt-BR" err="1"/>
              <a:t>eros</a:t>
            </a:r>
            <a:r>
              <a:rPr lang="pt-BR"/>
              <a:t> quis urna.</a:t>
            </a:r>
          </a:p>
          <a:p>
            <a:pPr lvl="0"/>
            <a:endParaRPr lang="pt-BR"/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4E073F7A-F460-0159-DCF0-335B5CDF46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9123" y="2686154"/>
            <a:ext cx="5386187" cy="452415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0"/>
              </a:lnSpc>
              <a:defRPr sz="16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endParaRPr lang="pt-BR"/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A88CD1E8-C4D1-CD7A-3F5B-8DA491FB7E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2176" y="914193"/>
            <a:ext cx="5732378" cy="120032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4700"/>
              </a:lnSpc>
              <a:defRPr lang="pt-BR" sz="45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Exames</a:t>
            </a:r>
            <a:br>
              <a:rPr lang="pt-BR"/>
            </a:br>
            <a:r>
              <a:rPr lang="pt-BR"/>
              <a:t>Complementares</a:t>
            </a:r>
          </a:p>
        </p:txBody>
      </p:sp>
    </p:spTree>
    <p:extLst>
      <p:ext uri="{BB962C8B-B14F-4D97-AF65-F5344CB8AC3E}">
        <p14:creationId xmlns:p14="http://schemas.microsoft.com/office/powerpoint/2010/main" val="244810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uiExpan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escomplementares_opcao4_tx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03C250A7-D2CB-7C20-D439-66681CE407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2812474"/>
            <a:ext cx="12192000" cy="405959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8AC25517-4DD0-3C6C-4345-E0B9717D47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196947" y="1"/>
            <a:ext cx="3798277" cy="2812474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9" name="Espaço Reservado para Imagem 4">
            <a:extLst>
              <a:ext uri="{FF2B5EF4-FFF2-40B4-BE49-F238E27FC236}">
                <a16:creationId xmlns:a16="http://schemas.microsoft.com/office/drawing/2014/main" id="{A803A76B-49AE-F25A-EB33-6F57F85DD8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1"/>
          </p:nvPr>
        </p:nvSpPr>
        <p:spPr>
          <a:xfrm>
            <a:off x="4196861" y="1"/>
            <a:ext cx="3798277" cy="2812474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10" name="Espaço Reservado para Imagem 4">
            <a:extLst>
              <a:ext uri="{FF2B5EF4-FFF2-40B4-BE49-F238E27FC236}">
                <a16:creationId xmlns:a16="http://schemas.microsoft.com/office/drawing/2014/main" id="{41EA91C1-B70C-CF85-BC6A-6C7B7F2287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8196775" y="1"/>
            <a:ext cx="3798277" cy="2812474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17" name="Espaço Reservado para Texto 13">
            <a:extLst>
              <a:ext uri="{FF2B5EF4-FFF2-40B4-BE49-F238E27FC236}">
                <a16:creationId xmlns:a16="http://schemas.microsoft.com/office/drawing/2014/main" id="{D6C4B300-9E13-C515-232E-037FC07D014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9604" y="3969455"/>
            <a:ext cx="3412442" cy="270210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>
              <a:lnSpc>
                <a:spcPts val="19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</a:t>
            </a:r>
          </a:p>
        </p:txBody>
      </p:sp>
      <p:sp>
        <p:nvSpPr>
          <p:cNvPr id="18" name="Espaço Reservado para Texto 13">
            <a:extLst>
              <a:ext uri="{FF2B5EF4-FFF2-40B4-BE49-F238E27FC236}">
                <a16:creationId xmlns:a16="http://schemas.microsoft.com/office/drawing/2014/main" id="{269F02B6-87D9-72D1-E4F0-59C88591FED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99604" y="3205171"/>
            <a:ext cx="3412442" cy="45241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700" b="1">
                <a:solidFill>
                  <a:schemeClr val="bg1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SIT AMET</a:t>
            </a:r>
          </a:p>
        </p:txBody>
      </p:sp>
      <p:sp>
        <p:nvSpPr>
          <p:cNvPr id="15" name="Espaço Reservado para Texto 13">
            <a:extLst>
              <a:ext uri="{FF2B5EF4-FFF2-40B4-BE49-F238E27FC236}">
                <a16:creationId xmlns:a16="http://schemas.microsoft.com/office/drawing/2014/main" id="{42C89440-7187-6823-2D62-A1CE647416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35729" y="3969455"/>
            <a:ext cx="3412442" cy="270210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>
              <a:lnSpc>
                <a:spcPts val="19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</a:t>
            </a:r>
          </a:p>
        </p:txBody>
      </p:sp>
      <p:sp>
        <p:nvSpPr>
          <p:cNvPr id="16" name="Espaço Reservado para Texto 13">
            <a:extLst>
              <a:ext uri="{FF2B5EF4-FFF2-40B4-BE49-F238E27FC236}">
                <a16:creationId xmlns:a16="http://schemas.microsoft.com/office/drawing/2014/main" id="{ABB7686E-FE85-8516-0DBD-A56593A32FA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5729" y="3205171"/>
            <a:ext cx="3412442" cy="45241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700" b="1">
                <a:solidFill>
                  <a:schemeClr val="bg1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SIT AMET</a:t>
            </a:r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9DE63212-944E-1263-89F9-C2CD9B3749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6116" y="3950944"/>
            <a:ext cx="3412442" cy="2702104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 algn="l">
              <a:lnSpc>
                <a:spcPts val="19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</a:t>
            </a:r>
          </a:p>
        </p:txBody>
      </p:sp>
      <p:sp>
        <p:nvSpPr>
          <p:cNvPr id="12" name="Espaço Reservado para Texto 13">
            <a:extLst>
              <a:ext uri="{FF2B5EF4-FFF2-40B4-BE49-F238E27FC236}">
                <a16:creationId xmlns:a16="http://schemas.microsoft.com/office/drawing/2014/main" id="{CBE22C36-1B0E-2E6E-6E1C-08DAC1B64E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6116" y="3186660"/>
            <a:ext cx="3412442" cy="45241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700" b="1">
                <a:solidFill>
                  <a:schemeClr val="bg1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SIT AMET</a:t>
            </a:r>
          </a:p>
        </p:txBody>
      </p:sp>
    </p:spTree>
    <p:extLst>
      <p:ext uri="{BB962C8B-B14F-4D97-AF65-F5344CB8AC3E}">
        <p14:creationId xmlns:p14="http://schemas.microsoft.com/office/powerpoint/2010/main" val="277622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0" grpId="0" animBg="1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escomplementares_opcao3_txt_img_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4A983AC-C40E-B14E-7DA1-F8153F298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209005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DE69BBCB-61E6-AA35-2D95-12C0B604705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8838361" y="-56383"/>
            <a:ext cx="0" cy="69334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4370D66F-E645-AFE9-B6DE-717B33EB7F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/>
          </p:nvPr>
        </p:nvSpPr>
        <p:spPr>
          <a:xfrm>
            <a:off x="0" y="1142"/>
            <a:ext cx="4486158" cy="3386825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5" name="Espaço Reservado para Texto 13">
            <a:extLst>
              <a:ext uri="{FF2B5EF4-FFF2-40B4-BE49-F238E27FC236}">
                <a16:creationId xmlns:a16="http://schemas.microsoft.com/office/drawing/2014/main" id="{39D451C1-B82C-6DDD-007B-215F34DC0D5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57851" y="1884696"/>
            <a:ext cx="2481699" cy="3105078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amet commodo magna eros quis urna.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A2887A-D4D0-B3E5-DBA6-8605F6E8C9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57851" y="864389"/>
            <a:ext cx="2710299" cy="5232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5300"/>
              </a:lnSpc>
              <a:defRPr lang="pt-BR" sz="35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Título</a:t>
            </a:r>
          </a:p>
        </p:txBody>
      </p:sp>
      <p:sp>
        <p:nvSpPr>
          <p:cNvPr id="2" name="Espaço Reservado para Mídia 6">
            <a:extLst>
              <a:ext uri="{FF2B5EF4-FFF2-40B4-BE49-F238E27FC236}">
                <a16:creationId xmlns:a16="http://schemas.microsoft.com/office/drawing/2014/main" id="{7B1C445A-7086-F6A1-590D-C690AEAC33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media" sz="quarter" idx="28"/>
          </p:nvPr>
        </p:nvSpPr>
        <p:spPr>
          <a:xfrm>
            <a:off x="4561885" y="-24493"/>
            <a:ext cx="3971945" cy="6901543"/>
          </a:xfrm>
          <a:prstGeom prst="rect">
            <a:avLst/>
          </a:prstGeom>
          <a:solidFill>
            <a:srgbClr val="808080"/>
          </a:solidFill>
        </p:spPr>
        <p:txBody>
          <a:bodyPr/>
          <a:lstStyle/>
          <a:p>
            <a:r>
              <a:rPr lang="en-US" dirty="0"/>
              <a:t>Click icon to add media</a:t>
            </a:r>
            <a:endParaRPr lang="pt-BR"/>
          </a:p>
        </p:txBody>
      </p:sp>
      <p:sp>
        <p:nvSpPr>
          <p:cNvPr id="8" name="Espaço Reservado para Imagem 8">
            <a:extLst>
              <a:ext uri="{FF2B5EF4-FFF2-40B4-BE49-F238E27FC236}">
                <a16:creationId xmlns:a16="http://schemas.microsoft.com/office/drawing/2014/main" id="{24F79C82-247C-89AB-6A38-D22A56F3FF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9"/>
          </p:nvPr>
        </p:nvSpPr>
        <p:spPr>
          <a:xfrm>
            <a:off x="0" y="3470033"/>
            <a:ext cx="4486158" cy="3387968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10" name="Espaço Reservado para Texto 13">
            <a:extLst>
              <a:ext uri="{FF2B5EF4-FFF2-40B4-BE49-F238E27FC236}">
                <a16:creationId xmlns:a16="http://schemas.microsoft.com/office/drawing/2014/main" id="{A22F1CAF-DACB-16A6-57D9-A56B334269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57851" y="5386742"/>
            <a:ext cx="2481699" cy="1297837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ts val="2200"/>
              </a:lnSpc>
              <a:defRPr sz="1300" baseline="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Legenda das Imagens</a:t>
            </a:r>
          </a:p>
        </p:txBody>
      </p:sp>
    </p:spTree>
    <p:extLst>
      <p:ext uri="{BB962C8B-B14F-4D97-AF65-F5344CB8AC3E}">
        <p14:creationId xmlns:p14="http://schemas.microsoft.com/office/powerpoint/2010/main" val="226758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>
        <p:tmplLst>
          <p:tmpl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>
        <p:tmplLst>
          <p:tmpl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animBg="1"/>
      <p:bldP spid="8" grpId="0" animBg="1"/>
      <p:bldP spid="10" grpId="0">
        <p:tmplLst>
          <p:tmpl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_opcao3_t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D9BAF824-CA6A-AAB2-E4CB-CDD4DAB3CB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377296" y="-62848"/>
            <a:ext cx="1444336" cy="20155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Gráfico 6">
            <a:extLst>
              <a:ext uri="{FF2B5EF4-FFF2-40B4-BE49-F238E27FC236}">
                <a16:creationId xmlns:a16="http://schemas.microsoft.com/office/drawing/2014/main" id="{324CFDA9-DE93-F473-E1C3-0AC816230B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hart" sz="quarter" idx="14"/>
          </p:nvPr>
        </p:nvSpPr>
        <p:spPr>
          <a:xfrm>
            <a:off x="304214" y="1537605"/>
            <a:ext cx="5674555" cy="3868371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chart</a:t>
            </a:r>
            <a:endParaRPr lang="pt-BR"/>
          </a:p>
        </p:txBody>
      </p:sp>
      <p:sp>
        <p:nvSpPr>
          <p:cNvPr id="3" name="Espaço Reservado para Tabela 2">
            <a:extLst>
              <a:ext uri="{FF2B5EF4-FFF2-40B4-BE49-F238E27FC236}">
                <a16:creationId xmlns:a16="http://schemas.microsoft.com/office/drawing/2014/main" id="{88274DA6-1A86-3C75-9712-421F0FB6F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bl" sz="quarter" idx="22"/>
          </p:nvPr>
        </p:nvSpPr>
        <p:spPr>
          <a:xfrm>
            <a:off x="6152855" y="2114631"/>
            <a:ext cx="5734931" cy="3291345"/>
          </a:xfrm>
          <a:prstGeom prst="rect">
            <a:avLst/>
          </a:prstGeom>
          <a:solidFill>
            <a:srgbClr val="C0C0C0"/>
          </a:solidFill>
        </p:spPr>
        <p:txBody>
          <a:bodyPr/>
          <a:lstStyle>
            <a:lvl1pPr algn="ctr">
              <a:defRPr sz="1500"/>
            </a:lvl1pPr>
          </a:lstStyle>
          <a:p>
            <a:r>
              <a:rPr lang="en-US" dirty="0"/>
              <a:t>Click icon to add table</a:t>
            </a:r>
            <a:endParaRPr lang="pt-BR"/>
          </a:p>
        </p:txBody>
      </p:sp>
      <p:sp>
        <p:nvSpPr>
          <p:cNvPr id="4" name="Espaço Reservado para Texto 13">
            <a:extLst>
              <a:ext uri="{FF2B5EF4-FFF2-40B4-BE49-F238E27FC236}">
                <a16:creationId xmlns:a16="http://schemas.microsoft.com/office/drawing/2014/main" id="{F1C5B53E-6E3E-6086-A7D3-EAF1FD46F72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48842" y="5631972"/>
            <a:ext cx="5482089" cy="8658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commodo</a:t>
            </a:r>
            <a:r>
              <a:rPr lang="pt-BR"/>
              <a:t>.</a:t>
            </a:r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F5EEA712-9BEF-A55A-8743-2CF2F29248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9298" y="5665868"/>
            <a:ext cx="5280659" cy="8658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</a:t>
            </a:r>
            <a:r>
              <a:rPr lang="pt-BR" err="1"/>
              <a:t>malesuada</a:t>
            </a:r>
            <a:r>
              <a:rPr lang="pt-BR"/>
              <a:t> libero.</a:t>
            </a:r>
          </a:p>
        </p:txBody>
      </p:sp>
      <p:sp>
        <p:nvSpPr>
          <p:cNvPr id="2" name="Espaço Reservado para Texto 13">
            <a:extLst>
              <a:ext uri="{FF2B5EF4-FFF2-40B4-BE49-F238E27FC236}">
                <a16:creationId xmlns:a16="http://schemas.microsoft.com/office/drawing/2014/main" id="{C71CB601-3400-F331-453C-E25B64471C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1493538"/>
            <a:ext cx="5791786" cy="456448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2200"/>
              </a:lnSpc>
              <a:defRPr sz="1600" b="1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Título do Gráfico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CE97EBC-7905-002B-D53F-D9FBE7FBE7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56" y="138706"/>
            <a:ext cx="11521441" cy="7848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algn="ctr">
              <a:buFontTx/>
              <a:buNone/>
              <a:defRPr lang="pt-BR" sz="4500" b="1" spc="-150" baseline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 marL="228600" indent="0" algn="ctr">
              <a:buFontTx/>
              <a:buNone/>
              <a:defRPr lang="pt-BR" sz="1800" smtClean="0"/>
            </a:lvl2pPr>
            <a:lvl3pPr marL="685800" indent="0" algn="ctr">
              <a:buFontTx/>
              <a:buNone/>
              <a:defRPr lang="pt-BR" sz="1800" smtClean="0"/>
            </a:lvl3pPr>
            <a:lvl4pPr marL="1143000" indent="0" algn="ctr">
              <a:buFontTx/>
              <a:buNone/>
              <a:defRPr lang="pt-BR" smtClean="0"/>
            </a:lvl4pPr>
            <a:lvl5pPr marL="1600200" indent="0" algn="ctr">
              <a:buFontTx/>
              <a:buNone/>
              <a:defRPr lang="pt-BR"/>
            </a:lvl5pPr>
          </a:lstStyle>
          <a:p>
            <a: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Título da Página</a:t>
            </a:r>
          </a:p>
        </p:txBody>
      </p:sp>
    </p:spTree>
    <p:extLst>
      <p:ext uri="{BB962C8B-B14F-4D97-AF65-F5344CB8AC3E}">
        <p14:creationId xmlns:p14="http://schemas.microsoft.com/office/powerpoint/2010/main" val="1148898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3" grpId="0" animBg="1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co_opcao4_t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68E771DA-834A-F96D-9A41-1769DF649C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377296" y="-62848"/>
            <a:ext cx="1444336" cy="20155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Tabela 4">
            <a:extLst>
              <a:ext uri="{FF2B5EF4-FFF2-40B4-BE49-F238E27FC236}">
                <a16:creationId xmlns:a16="http://schemas.microsoft.com/office/drawing/2014/main" id="{5E474301-7D72-6DEE-0342-73008672C1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bl" sz="quarter" idx="22"/>
          </p:nvPr>
        </p:nvSpPr>
        <p:spPr>
          <a:xfrm>
            <a:off x="1584325" y="1985963"/>
            <a:ext cx="9023350" cy="3633787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table</a:t>
            </a:r>
            <a:endParaRPr lang="pt-BR"/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F5EEA712-9BEF-A55A-8743-2CF2F292484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84374" y="5864525"/>
            <a:ext cx="9023252" cy="86588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Lorem ipsum dolor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 </a:t>
            </a:r>
            <a:r>
              <a:rPr lang="pt-BR" err="1"/>
              <a:t>onsectetuer</a:t>
            </a:r>
            <a:r>
              <a:rPr lang="pt-BR"/>
              <a:t> adipiscing elit. Maecenas porttitor congue massa. Fusce posuere, magna sed pulvinar ultricies, purus lectus malesuada libero, sit amet commodo magna eros quis urna.</a:t>
            </a:r>
          </a:p>
        </p:txBody>
      </p:sp>
      <p:sp>
        <p:nvSpPr>
          <p:cNvPr id="9" name="Espaço Reservado para Texto 11">
            <a:extLst>
              <a:ext uri="{FF2B5EF4-FFF2-40B4-BE49-F238E27FC236}">
                <a16:creationId xmlns:a16="http://schemas.microsoft.com/office/drawing/2014/main" id="{B284498A-1E26-3B47-FCFF-59B9012765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6462" y="1237896"/>
            <a:ext cx="10152184" cy="369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None/>
              <a:defRPr kumimoji="0" lang="pt-BR" sz="2000" b="0" i="0" u="none" strike="noStrike" cap="none" spc="200" normalizeH="0" baseline="0" smtClean="0">
                <a:ln>
                  <a:noFill/>
                </a:ln>
                <a:solidFill>
                  <a:srgbClr val="1F3539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algn="ctr"/>
            <a:r>
              <a:rPr lang="en-US">
                <a:solidFill>
                  <a:schemeClr val="bg1"/>
                </a:solidFill>
              </a:rPr>
              <a:t>Sub </a:t>
            </a:r>
            <a:r>
              <a:rPr lang="en-US" err="1">
                <a:solidFill>
                  <a:schemeClr val="bg1"/>
                </a:solidFill>
              </a:rPr>
              <a:t>título</a:t>
            </a:r>
            <a:r>
              <a:rPr lang="en-US">
                <a:solidFill>
                  <a:schemeClr val="bg1"/>
                </a:solidFill>
              </a:rPr>
              <a:t> da </a:t>
            </a:r>
            <a:r>
              <a:rPr lang="en-US" err="1">
                <a:solidFill>
                  <a:schemeClr val="bg1"/>
                </a:solidFill>
              </a:rPr>
              <a:t>página</a:t>
            </a:r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Espaço Reservado para Texto 8">
            <a:extLst>
              <a:ext uri="{FF2B5EF4-FFF2-40B4-BE49-F238E27FC236}">
                <a16:creationId xmlns:a16="http://schemas.microsoft.com/office/drawing/2014/main" id="{4731AA0F-010F-209B-57B3-46396D63CC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56" y="138706"/>
            <a:ext cx="11521441" cy="7848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algn="ctr">
              <a:buFontTx/>
              <a:buNone/>
              <a:defRPr lang="pt-BR" sz="4500" b="1" spc="-150" baseline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 marL="228600" indent="0" algn="ctr">
              <a:buFontTx/>
              <a:buNone/>
              <a:defRPr lang="pt-BR" sz="1800" smtClean="0"/>
            </a:lvl2pPr>
            <a:lvl3pPr marL="685800" indent="0" algn="ctr">
              <a:buFontTx/>
              <a:buNone/>
              <a:defRPr lang="pt-BR" sz="1800" smtClean="0"/>
            </a:lvl3pPr>
            <a:lvl4pPr marL="1143000" indent="0" algn="ctr">
              <a:buFontTx/>
              <a:buNone/>
              <a:defRPr lang="pt-BR" smtClean="0"/>
            </a:lvl4pPr>
            <a:lvl5pPr marL="1600200" indent="0" algn="ctr">
              <a:buFontTx/>
              <a:buNone/>
              <a:defRPr lang="pt-BR"/>
            </a:lvl5pPr>
          </a:lstStyle>
          <a:p>
            <a: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Título da Página</a:t>
            </a:r>
          </a:p>
        </p:txBody>
      </p:sp>
    </p:spTree>
    <p:extLst>
      <p:ext uri="{BB962C8B-B14F-4D97-AF65-F5344CB8AC3E}">
        <p14:creationId xmlns:p14="http://schemas.microsoft.com/office/powerpoint/2010/main" val="30561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duta_opcao3_txt">
    <p:bg>
      <p:bgPr>
        <a:gradFill>
          <a:gsLst>
            <a:gs pos="0">
              <a:srgbClr val="F6FAF7"/>
            </a:gs>
            <a:gs pos="78000">
              <a:srgbClr val="FFFFFF"/>
            </a:gs>
            <a:gs pos="100000">
              <a:schemeClr val="bg2">
                <a:alpha val="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xágono 8">
            <a:extLst>
              <a:ext uri="{FF2B5EF4-FFF2-40B4-BE49-F238E27FC236}">
                <a16:creationId xmlns:a16="http://schemas.microsoft.com/office/drawing/2014/main" id="{3236249C-4998-3DAE-3437-12B4C0EE67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21271312">
            <a:off x="10160775" y="4420744"/>
            <a:ext cx="3013833" cy="2830286"/>
          </a:xfrm>
          <a:prstGeom prst="hexagon">
            <a:avLst>
              <a:gd name="adj" fmla="val 28726"/>
              <a:gd name="vf" fmla="val 115470"/>
            </a:avLst>
          </a:prstGeom>
          <a:solidFill>
            <a:schemeClr val="bg2">
              <a:alpha val="34118"/>
            </a:schemeClr>
          </a:solidFill>
          <a:ln w="12700">
            <a:solidFill>
              <a:schemeClr val="tx2">
                <a:alpha val="50196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Hexágono 7">
            <a:extLst>
              <a:ext uri="{FF2B5EF4-FFF2-40B4-BE49-F238E27FC236}">
                <a16:creationId xmlns:a16="http://schemas.microsoft.com/office/drawing/2014/main" id="{C920B17E-4DCE-21E5-BAD7-8C4C992F73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11574568" y="3141646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chemeClr val="bg2">
              <a:alpha val="65098"/>
            </a:schemeClr>
          </a:solidFill>
          <a:ln w="12700"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Hexágono 13">
            <a:extLst>
              <a:ext uri="{FF2B5EF4-FFF2-40B4-BE49-F238E27FC236}">
                <a16:creationId xmlns:a16="http://schemas.microsoft.com/office/drawing/2014/main" id="{8DFF7D98-690F-20BF-8E79-0A5A7E8C02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422045">
            <a:off x="376712" y="5076469"/>
            <a:ext cx="1485563" cy="1386260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4E757D">
                <a:alpha val="36863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Hexágono 11">
            <a:extLst>
              <a:ext uri="{FF2B5EF4-FFF2-40B4-BE49-F238E27FC236}">
                <a16:creationId xmlns:a16="http://schemas.microsoft.com/office/drawing/2014/main" id="{061A91F9-CE3C-1C64-CAFD-E451DDDBCD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422045">
            <a:off x="-1820635" y="3290764"/>
            <a:ext cx="2866529" cy="2490770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4E757D">
                <a:alpha val="3098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Hexágono 10">
            <a:extLst>
              <a:ext uri="{FF2B5EF4-FFF2-40B4-BE49-F238E27FC236}">
                <a16:creationId xmlns:a16="http://schemas.microsoft.com/office/drawing/2014/main" id="{0E516A6C-2A56-7E9B-6990-EEB8CDFA46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522147">
            <a:off x="-1986735" y="3944323"/>
            <a:ext cx="3477152" cy="3021349"/>
          </a:xfrm>
          <a:prstGeom prst="hexagon">
            <a:avLst>
              <a:gd name="adj" fmla="val 28726"/>
              <a:gd name="vf" fmla="val 115470"/>
            </a:avLst>
          </a:prstGeom>
          <a:solidFill>
            <a:schemeClr val="bg1"/>
          </a:solidFill>
          <a:ln w="12700">
            <a:noFill/>
          </a:ln>
          <a:effectLst>
            <a:outerShdw blurRad="558800" dist="152400" dir="72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2D5A0BA-689D-03FD-7BD1-B8BDC73AF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75812" y="2822549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DD67FAE-DE49-767A-014E-92659DB823D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784011" y="-403433"/>
            <a:ext cx="0" cy="6484893"/>
          </a:xfrm>
          <a:prstGeom prst="line">
            <a:avLst/>
          </a:prstGeom>
          <a:ln>
            <a:solidFill>
              <a:schemeClr val="tx2">
                <a:alpha val="61176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Texto 13">
            <a:extLst>
              <a:ext uri="{FF2B5EF4-FFF2-40B4-BE49-F238E27FC236}">
                <a16:creationId xmlns:a16="http://schemas.microsoft.com/office/drawing/2014/main" id="{B7452C2C-75C3-346E-69DD-57091EF97C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4109" y="1855754"/>
            <a:ext cx="4964554" cy="472284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ts val="2200"/>
              </a:lnSpc>
              <a:defRPr sz="1800">
                <a:solidFill>
                  <a:srgbClr val="29292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ipsum:  dolor sit amet, consectetuer adipiscing elit. Maecenas porttitor congue massa. </a:t>
            </a:r>
          </a:p>
          <a:p>
            <a:pPr lvl="0"/>
            <a:r>
              <a:rPr lang="pt-BR" err="1"/>
              <a:t>Fusce</a:t>
            </a:r>
            <a:r>
              <a:rPr lang="pt-BR"/>
              <a:t> </a:t>
            </a:r>
            <a:r>
              <a:rPr lang="pt-BR" err="1"/>
              <a:t>posuere</a:t>
            </a:r>
            <a:r>
              <a:rPr lang="pt-BR"/>
              <a:t>: magna sed pulvinar ultricies, purus lectus malesuada libero, sit amet commodo magna eros quis urna.</a:t>
            </a:r>
          </a:p>
          <a:p>
            <a:pPr lvl="0"/>
            <a:r>
              <a:rPr lang="pt-BR"/>
              <a:t>Nunc: </a:t>
            </a:r>
            <a:r>
              <a:rPr lang="pt-BR" err="1"/>
              <a:t>viverra</a:t>
            </a:r>
            <a:r>
              <a:rPr lang="pt-BR"/>
              <a:t> imperdiet enim. Fusce est. Vivamus a tellus.</a:t>
            </a:r>
          </a:p>
          <a:p>
            <a:pPr lvl="0"/>
            <a:r>
              <a:rPr lang="pt-BR" err="1"/>
              <a:t>Pellentesque</a:t>
            </a:r>
            <a:r>
              <a:rPr lang="pt-BR"/>
              <a:t>: </a:t>
            </a:r>
            <a:r>
              <a:rPr lang="pt-BR" err="1"/>
              <a:t>habitant</a:t>
            </a:r>
            <a:r>
              <a:rPr lang="pt-BR"/>
              <a:t> morbi tristique senectus et netus et malesuada fames ac turpis egestas. Proin pharetra nonummy pede. Mauris et </a:t>
            </a:r>
            <a:r>
              <a:rPr lang="pt-BR" err="1"/>
              <a:t>orci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Nunc: </a:t>
            </a:r>
            <a:r>
              <a:rPr lang="pt-BR" err="1"/>
              <a:t>viverra</a:t>
            </a:r>
            <a:r>
              <a:rPr lang="pt-BR"/>
              <a:t> </a:t>
            </a:r>
            <a:r>
              <a:rPr lang="pt-BR" err="1"/>
              <a:t>imperdiet</a:t>
            </a:r>
            <a:r>
              <a:rPr lang="pt-BR"/>
              <a:t> </a:t>
            </a:r>
            <a:r>
              <a:rPr lang="pt-BR" err="1"/>
              <a:t>enim</a:t>
            </a:r>
            <a:r>
              <a:rPr lang="pt-BR"/>
              <a:t>. </a:t>
            </a:r>
            <a:r>
              <a:rPr lang="pt-BR" err="1"/>
              <a:t>Fusce</a:t>
            </a:r>
            <a:r>
              <a:rPr lang="pt-BR"/>
              <a:t> est. </a:t>
            </a:r>
            <a:r>
              <a:rPr lang="pt-BR" err="1"/>
              <a:t>Vivamus</a:t>
            </a:r>
            <a:r>
              <a:rPr lang="pt-BR"/>
              <a:t> a </a:t>
            </a:r>
            <a:r>
              <a:rPr lang="pt-BR" err="1"/>
              <a:t>tellus</a:t>
            </a:r>
            <a:r>
              <a:rPr lang="pt-BR"/>
              <a:t>.</a:t>
            </a:r>
          </a:p>
          <a:p>
            <a:pPr lvl="0"/>
            <a:endParaRPr lang="pt-BR"/>
          </a:p>
          <a:p>
            <a:pPr lvl="0"/>
            <a:endParaRPr lang="pt-BR"/>
          </a:p>
        </p:txBody>
      </p:sp>
      <p:sp>
        <p:nvSpPr>
          <p:cNvPr id="3" name="Espaço Reservado para Conteúdo 36">
            <a:extLst>
              <a:ext uri="{FF2B5EF4-FFF2-40B4-BE49-F238E27FC236}">
                <a16:creationId xmlns:a16="http://schemas.microsoft.com/office/drawing/2014/main" id="{33888883-4B84-FBB7-9416-884F5EF86C1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334255" y="1222743"/>
            <a:ext cx="4964555" cy="40494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800" b="1" spc="300">
                <a:solidFill>
                  <a:srgbClr val="1F3539"/>
                </a:solidFill>
                <a:latin typeface="Tw Cen MT Condensed" panose="020B0606020104020203" pitchFamily="34" charset="0"/>
              </a:defRPr>
            </a:lvl1pPr>
            <a:lvl2pPr>
              <a:defRPr sz="1600">
                <a:latin typeface="Tw Cen MT Condensed" panose="020B0606020104020203" pitchFamily="34" charset="0"/>
              </a:defRPr>
            </a:lvl2pPr>
            <a:lvl3pPr>
              <a:defRPr sz="1600">
                <a:latin typeface="Tw Cen MT Condensed" panose="020B0606020104020203" pitchFamily="34" charset="0"/>
              </a:defRPr>
            </a:lvl3pPr>
            <a:lvl4pPr>
              <a:defRPr sz="1600">
                <a:latin typeface="Tw Cen MT Condensed" panose="020B0606020104020203" pitchFamily="34" charset="0"/>
              </a:defRPr>
            </a:lvl4pPr>
            <a:lvl5pPr>
              <a:defRPr sz="1600">
                <a:latin typeface="Tw Cen MT Condensed" panose="020B0606020104020203" pitchFamily="34" charset="0"/>
              </a:defRPr>
            </a:lvl5pPr>
          </a:lstStyle>
          <a:p>
            <a:pPr lvl="0"/>
            <a:r>
              <a:rPr lang="pt-BR"/>
              <a:t>Subtítulo da página</a:t>
            </a:r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B27F110B-E157-CBC2-F57D-6330D19A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600" y="2257763"/>
            <a:ext cx="4673599" cy="58125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3700"/>
              </a:lnSpc>
              <a:spcBef>
                <a:spcPts val="0"/>
              </a:spcBef>
              <a:defRPr sz="4800" b="1" spc="-60" baseline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Conduta</a:t>
            </a:r>
          </a:p>
        </p:txBody>
      </p:sp>
    </p:spTree>
    <p:extLst>
      <p:ext uri="{BB962C8B-B14F-4D97-AF65-F5344CB8AC3E}">
        <p14:creationId xmlns:p14="http://schemas.microsoft.com/office/powerpoint/2010/main" val="387214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4" grpId="0" animBg="1"/>
      <p:bldP spid="12" grpId="0" animBg="1"/>
      <p:bldP spid="11" grpId="0" animBg="1"/>
      <p:bldP spid="7" grpId="0" animBg="1"/>
      <p:bldP spid="4" grpId="0" uiExpan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olucao_opcao4_txt">
    <p:bg>
      <p:bgPr>
        <a:gradFill flip="none" rotWithShape="1">
          <a:gsLst>
            <a:gs pos="0">
              <a:srgbClr val="FFFFFF"/>
            </a:gs>
            <a:gs pos="100000">
              <a:schemeClr val="bg2">
                <a:alpha val="43000"/>
              </a:schemeClr>
            </a:gs>
            <a:gs pos="87000">
              <a:srgbClr val="FFFFFF"/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7EE2BC5B-1C7F-4F95-79FD-5EA19A3C4139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09599" y="2603109"/>
            <a:ext cx="1651782" cy="1651782"/>
            <a:chOff x="609599" y="2603109"/>
            <a:chExt cx="1651782" cy="1651782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6CE10FA9-80FA-628C-8DF5-65D43E5DEF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74510" y="2778122"/>
              <a:ext cx="1322363" cy="132236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E49ED16-89DA-D3EC-F9ED-29B5FCC04AC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09599" y="2603109"/>
              <a:ext cx="1651782" cy="1651782"/>
            </a:xfrm>
            <a:prstGeom prst="ellipse">
              <a:avLst/>
            </a:prstGeom>
            <a:noFill/>
            <a:ln w="158750"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Rounded Rectangle 31">
              <a:extLst>
                <a:ext uri="{FF2B5EF4-FFF2-40B4-BE49-F238E27FC236}">
                  <a16:creationId xmlns:a16="http://schemas.microsoft.com/office/drawing/2014/main" id="{5E0E9481-7F47-BDF4-EFA5-DC511BB817D7}"/>
                </a:ext>
              </a:extLst>
            </p:cNvPr>
            <p:cNvSpPr>
              <a:spLocks noGrp="1" noRot="1" noChangeAspect="1" noMove="1" noResize="1" noEditPoints="1" noAdjustHandles="1" noChangeArrowheads="1" noChangeShapeType="1"/>
            </p:cNvSpPr>
            <p:nvPr userDrawn="1"/>
          </p:nvSpPr>
          <p:spPr>
            <a:xfrm>
              <a:off x="1243839" y="3131507"/>
              <a:ext cx="401116" cy="570308"/>
            </a:xfrm>
            <a:custGeom>
              <a:avLst/>
              <a:gdLst/>
              <a:ahLst/>
              <a:cxnLst/>
              <a:rect l="l" t="t" r="r" b="b"/>
              <a:pathLst>
                <a:path w="2273269" h="3232141">
                  <a:moveTo>
                    <a:pt x="1301358" y="1224998"/>
                  </a:moveTo>
                  <a:cubicBezTo>
                    <a:pt x="1288512" y="1224739"/>
                    <a:pt x="1275404" y="1226994"/>
                    <a:pt x="1262722" y="1232060"/>
                  </a:cubicBezTo>
                  <a:cubicBezTo>
                    <a:pt x="1224020" y="1247517"/>
                    <a:pt x="1200469" y="1284678"/>
                    <a:pt x="1200858" y="1323955"/>
                  </a:cubicBezTo>
                  <a:lnTo>
                    <a:pt x="1068969" y="1816173"/>
                  </a:lnTo>
                  <a:lnTo>
                    <a:pt x="975827" y="1468563"/>
                  </a:lnTo>
                  <a:cubicBezTo>
                    <a:pt x="965224" y="1428990"/>
                    <a:pt x="932065" y="1401484"/>
                    <a:pt x="893889" y="1396168"/>
                  </a:cubicBezTo>
                  <a:cubicBezTo>
                    <a:pt x="887581" y="1395290"/>
                    <a:pt x="881136" y="1395017"/>
                    <a:pt x="874749" y="1397368"/>
                  </a:cubicBezTo>
                  <a:lnTo>
                    <a:pt x="873048" y="1397069"/>
                  </a:lnTo>
                  <a:cubicBezTo>
                    <a:pt x="871822" y="1397102"/>
                    <a:pt x="870599" y="1397158"/>
                    <a:pt x="869409" y="1397702"/>
                  </a:cubicBezTo>
                  <a:lnTo>
                    <a:pt x="854690" y="1398625"/>
                  </a:lnTo>
                  <a:cubicBezTo>
                    <a:pt x="852870" y="1399112"/>
                    <a:pt x="851076" y="1399648"/>
                    <a:pt x="849610" y="1401148"/>
                  </a:cubicBezTo>
                  <a:cubicBezTo>
                    <a:pt x="820426" y="1408603"/>
                    <a:pt x="795399" y="1429720"/>
                    <a:pt x="783580" y="1459921"/>
                  </a:cubicBezTo>
                  <a:lnTo>
                    <a:pt x="576552" y="1988920"/>
                  </a:lnTo>
                  <a:lnTo>
                    <a:pt x="360960" y="1988920"/>
                  </a:lnTo>
                  <a:cubicBezTo>
                    <a:pt x="306335" y="1988920"/>
                    <a:pt x="262052" y="2033203"/>
                    <a:pt x="262052" y="2087828"/>
                  </a:cubicBezTo>
                  <a:cubicBezTo>
                    <a:pt x="262052" y="2142453"/>
                    <a:pt x="306335" y="2186736"/>
                    <a:pt x="360960" y="2186736"/>
                  </a:cubicBezTo>
                  <a:lnTo>
                    <a:pt x="624414" y="2186736"/>
                  </a:lnTo>
                  <a:cubicBezTo>
                    <a:pt x="655679" y="2194749"/>
                    <a:pt x="687884" y="2184847"/>
                    <a:pt x="710155" y="2162843"/>
                  </a:cubicBezTo>
                  <a:cubicBezTo>
                    <a:pt x="728043" y="2149675"/>
                    <a:pt x="740236" y="2129868"/>
                    <a:pt x="742804" y="2106901"/>
                  </a:cubicBezTo>
                  <a:lnTo>
                    <a:pt x="861090" y="1804659"/>
                  </a:lnTo>
                  <a:lnTo>
                    <a:pt x="967256" y="2200878"/>
                  </a:lnTo>
                  <a:cubicBezTo>
                    <a:pt x="956121" y="2251327"/>
                    <a:pt x="986997" y="2301788"/>
                    <a:pt x="1037612" y="2315350"/>
                  </a:cubicBezTo>
                  <a:cubicBezTo>
                    <a:pt x="1044252" y="2317129"/>
                    <a:pt x="1050915" y="2318189"/>
                    <a:pt x="1057633" y="2316605"/>
                  </a:cubicBezTo>
                  <a:cubicBezTo>
                    <a:pt x="1061264" y="2317900"/>
                    <a:pt x="1065062" y="2318350"/>
                    <a:pt x="1068971" y="2317315"/>
                  </a:cubicBezTo>
                  <a:cubicBezTo>
                    <a:pt x="1072878" y="2318349"/>
                    <a:pt x="1076674" y="2317900"/>
                    <a:pt x="1080303" y="2316605"/>
                  </a:cubicBezTo>
                  <a:lnTo>
                    <a:pt x="1100326" y="2315350"/>
                  </a:lnTo>
                  <a:cubicBezTo>
                    <a:pt x="1150941" y="2301788"/>
                    <a:pt x="1181817" y="2251327"/>
                    <a:pt x="1170682" y="2200878"/>
                  </a:cubicBezTo>
                  <a:lnTo>
                    <a:pt x="1320238" y="1642726"/>
                  </a:lnTo>
                  <a:lnTo>
                    <a:pt x="1513977" y="2127797"/>
                  </a:lnTo>
                  <a:cubicBezTo>
                    <a:pt x="1531567" y="2171838"/>
                    <a:pt x="1577262" y="2196260"/>
                    <a:pt x="1621871" y="2186737"/>
                  </a:cubicBezTo>
                  <a:lnTo>
                    <a:pt x="1878495" y="2186737"/>
                  </a:lnTo>
                  <a:cubicBezTo>
                    <a:pt x="1933120" y="2186737"/>
                    <a:pt x="1977403" y="2142454"/>
                    <a:pt x="1977403" y="2087829"/>
                  </a:cubicBezTo>
                  <a:cubicBezTo>
                    <a:pt x="1977403" y="2033204"/>
                    <a:pt x="1933120" y="1988921"/>
                    <a:pt x="1878495" y="1988921"/>
                  </a:cubicBezTo>
                  <a:lnTo>
                    <a:pt x="1671520" y="1988921"/>
                  </a:lnTo>
                  <a:lnTo>
                    <a:pt x="1391261" y="1287226"/>
                  </a:lnTo>
                  <a:cubicBezTo>
                    <a:pt x="1376065" y="1249180"/>
                    <a:pt x="1339894" y="1225775"/>
                    <a:pt x="1301358" y="1224998"/>
                  </a:cubicBezTo>
                  <a:close/>
                  <a:moveTo>
                    <a:pt x="335892" y="524745"/>
                  </a:moveTo>
                  <a:lnTo>
                    <a:pt x="1937377" y="524745"/>
                  </a:lnTo>
                  <a:cubicBezTo>
                    <a:pt x="1996486" y="524745"/>
                    <a:pt x="2044403" y="572662"/>
                    <a:pt x="2044403" y="631771"/>
                  </a:cubicBezTo>
                  <a:lnTo>
                    <a:pt x="2044403" y="2898384"/>
                  </a:lnTo>
                  <a:cubicBezTo>
                    <a:pt x="2044403" y="2957493"/>
                    <a:pt x="1996486" y="3005410"/>
                    <a:pt x="1937377" y="3005410"/>
                  </a:cubicBezTo>
                  <a:lnTo>
                    <a:pt x="335892" y="3005410"/>
                  </a:lnTo>
                  <a:cubicBezTo>
                    <a:pt x="276783" y="3005410"/>
                    <a:pt x="228866" y="2957493"/>
                    <a:pt x="228866" y="2898384"/>
                  </a:cubicBezTo>
                  <a:lnTo>
                    <a:pt x="228866" y="631771"/>
                  </a:lnTo>
                  <a:cubicBezTo>
                    <a:pt x="228866" y="572662"/>
                    <a:pt x="276783" y="524745"/>
                    <a:pt x="335892" y="524745"/>
                  </a:cubicBezTo>
                  <a:close/>
                  <a:moveTo>
                    <a:pt x="245659" y="437009"/>
                  </a:moveTo>
                  <a:cubicBezTo>
                    <a:pt x="179890" y="437009"/>
                    <a:pt x="126573" y="490326"/>
                    <a:pt x="126573" y="556095"/>
                  </a:cubicBezTo>
                  <a:lnTo>
                    <a:pt x="126573" y="2974061"/>
                  </a:lnTo>
                  <a:cubicBezTo>
                    <a:pt x="126573" y="3039830"/>
                    <a:pt x="179890" y="3093147"/>
                    <a:pt x="245659" y="3093147"/>
                  </a:cubicBezTo>
                  <a:lnTo>
                    <a:pt x="2027611" y="3093147"/>
                  </a:lnTo>
                  <a:cubicBezTo>
                    <a:pt x="2093380" y="3093147"/>
                    <a:pt x="2146697" y="3039830"/>
                    <a:pt x="2146697" y="2974061"/>
                  </a:cubicBezTo>
                  <a:lnTo>
                    <a:pt x="2146697" y="556095"/>
                  </a:lnTo>
                  <a:cubicBezTo>
                    <a:pt x="2146697" y="490326"/>
                    <a:pt x="2093380" y="437009"/>
                    <a:pt x="2027611" y="437009"/>
                  </a:cubicBezTo>
                  <a:close/>
                  <a:moveTo>
                    <a:pt x="974181" y="0"/>
                  </a:moveTo>
                  <a:lnTo>
                    <a:pt x="1299087" y="0"/>
                  </a:lnTo>
                  <a:cubicBezTo>
                    <a:pt x="1327680" y="0"/>
                    <a:pt x="1350860" y="23180"/>
                    <a:pt x="1350860" y="51773"/>
                  </a:cubicBezTo>
                  <a:lnTo>
                    <a:pt x="1350860" y="155306"/>
                  </a:lnTo>
                  <a:lnTo>
                    <a:pt x="1381614" y="155306"/>
                  </a:lnTo>
                  <a:cubicBezTo>
                    <a:pt x="1410207" y="155306"/>
                    <a:pt x="1433387" y="178486"/>
                    <a:pt x="1433387" y="207079"/>
                  </a:cubicBezTo>
                  <a:lnTo>
                    <a:pt x="1433387" y="298015"/>
                  </a:lnTo>
                  <a:lnTo>
                    <a:pt x="2081269" y="298015"/>
                  </a:lnTo>
                  <a:cubicBezTo>
                    <a:pt x="2187308" y="298015"/>
                    <a:pt x="2273269" y="383976"/>
                    <a:pt x="2273269" y="490015"/>
                  </a:cubicBezTo>
                  <a:lnTo>
                    <a:pt x="2273269" y="3040141"/>
                  </a:lnTo>
                  <a:cubicBezTo>
                    <a:pt x="2273269" y="3146180"/>
                    <a:pt x="2187308" y="3232141"/>
                    <a:pt x="2081269" y="3232141"/>
                  </a:cubicBezTo>
                  <a:lnTo>
                    <a:pt x="192000" y="3232141"/>
                  </a:lnTo>
                  <a:cubicBezTo>
                    <a:pt x="85961" y="3232141"/>
                    <a:pt x="0" y="3146180"/>
                    <a:pt x="0" y="3040141"/>
                  </a:cubicBezTo>
                  <a:lnTo>
                    <a:pt x="0" y="490015"/>
                  </a:lnTo>
                  <a:cubicBezTo>
                    <a:pt x="0" y="383976"/>
                    <a:pt x="85961" y="298015"/>
                    <a:pt x="192000" y="298015"/>
                  </a:cubicBezTo>
                  <a:lnTo>
                    <a:pt x="839881" y="298015"/>
                  </a:lnTo>
                  <a:lnTo>
                    <a:pt x="839881" y="207079"/>
                  </a:lnTo>
                  <a:cubicBezTo>
                    <a:pt x="839881" y="178486"/>
                    <a:pt x="863061" y="155306"/>
                    <a:pt x="891654" y="155306"/>
                  </a:cubicBezTo>
                  <a:lnTo>
                    <a:pt x="922408" y="155306"/>
                  </a:lnTo>
                  <a:lnTo>
                    <a:pt x="922408" y="51773"/>
                  </a:lnTo>
                  <a:cubicBezTo>
                    <a:pt x="922408" y="23180"/>
                    <a:pt x="945588" y="0"/>
                    <a:pt x="9741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</p:grp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4C8B560-470A-539E-685D-AA438079798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2261381" y="3429000"/>
            <a:ext cx="1888588" cy="14278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DB969CFD-8AE8-36E3-DF5F-A0252F19F4F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4171622" y="3442380"/>
            <a:ext cx="3080292" cy="6563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3438DC4E-E6CA-BDD8-7314-D50EA72728C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4156106" y="3536346"/>
            <a:ext cx="5466" cy="555968"/>
          </a:xfrm>
          <a:prstGeom prst="line">
            <a:avLst/>
          </a:prstGeom>
          <a:ln>
            <a:solidFill>
              <a:srgbClr val="4862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Elipse 74">
            <a:extLst>
              <a:ext uri="{FF2B5EF4-FFF2-40B4-BE49-F238E27FC236}">
                <a16:creationId xmlns:a16="http://schemas.microsoft.com/office/drawing/2014/main" id="{19BC7F78-7412-E082-ADD8-78D91C62A4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071105" y="4018288"/>
            <a:ext cx="170001" cy="1700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A89E7018-FC4D-737E-5E18-D31BA3CB357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10425534" y="3575160"/>
            <a:ext cx="5466" cy="555968"/>
          </a:xfrm>
          <a:prstGeom prst="line">
            <a:avLst/>
          </a:prstGeom>
          <a:ln>
            <a:solidFill>
              <a:srgbClr val="4862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Elipse 110">
            <a:extLst>
              <a:ext uri="{FF2B5EF4-FFF2-40B4-BE49-F238E27FC236}">
                <a16:creationId xmlns:a16="http://schemas.microsoft.com/office/drawing/2014/main" id="{9BAC7DAB-269C-872B-D02B-A141637279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353575" y="4049077"/>
            <a:ext cx="170001" cy="1700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cxnSp>
        <p:nvCxnSpPr>
          <p:cNvPr id="143" name="Conector reto 142">
            <a:extLst>
              <a:ext uri="{FF2B5EF4-FFF2-40B4-BE49-F238E27FC236}">
                <a16:creationId xmlns:a16="http://schemas.microsoft.com/office/drawing/2014/main" id="{89BFBD0F-D3EF-E82C-BE9F-FD83A3FE933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7273653" y="2788732"/>
            <a:ext cx="5466" cy="555968"/>
          </a:xfrm>
          <a:prstGeom prst="line">
            <a:avLst/>
          </a:prstGeom>
          <a:ln>
            <a:solidFill>
              <a:srgbClr val="4862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ector reto 145">
            <a:extLst>
              <a:ext uri="{FF2B5EF4-FFF2-40B4-BE49-F238E27FC236}">
                <a16:creationId xmlns:a16="http://schemas.microsoft.com/office/drawing/2014/main" id="{6679557D-DC5A-7945-401C-A914C66B5F9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282487" y="3446840"/>
            <a:ext cx="3136347" cy="0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Elipse 147">
            <a:extLst>
              <a:ext uri="{FF2B5EF4-FFF2-40B4-BE49-F238E27FC236}">
                <a16:creationId xmlns:a16="http://schemas.microsoft.com/office/drawing/2014/main" id="{146356F4-947D-999D-A525-8127570CDA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199162" y="2641114"/>
            <a:ext cx="170001" cy="1700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cxnSp>
        <p:nvCxnSpPr>
          <p:cNvPr id="151" name="Conector reto 150">
            <a:extLst>
              <a:ext uri="{FF2B5EF4-FFF2-40B4-BE49-F238E27FC236}">
                <a16:creationId xmlns:a16="http://schemas.microsoft.com/office/drawing/2014/main" id="{A6E5BD24-EE54-A2D3-139D-F824E1C8ADD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0446116" y="3442380"/>
            <a:ext cx="1754804" cy="7553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7" name="Agrupar 176">
            <a:extLst>
              <a:ext uri="{FF2B5EF4-FFF2-40B4-BE49-F238E27FC236}">
                <a16:creationId xmlns:a16="http://schemas.microsoft.com/office/drawing/2014/main" id="{F0B64AEB-26C8-2665-74E3-86994B60BF0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897382" y="3604541"/>
            <a:ext cx="717983" cy="717983"/>
            <a:chOff x="7862999" y="4798243"/>
            <a:chExt cx="717983" cy="7179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4" name="Elipse 153">
              <a:extLst>
                <a:ext uri="{FF2B5EF4-FFF2-40B4-BE49-F238E27FC236}">
                  <a16:creationId xmlns:a16="http://schemas.microsoft.com/office/drawing/2014/main" id="{D9D14715-4E80-3B31-3049-1FDD472174F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862999" y="4798243"/>
              <a:ext cx="717983" cy="717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55" name="Agrupar 154">
              <a:extLst>
                <a:ext uri="{FF2B5EF4-FFF2-40B4-BE49-F238E27FC236}">
                  <a16:creationId xmlns:a16="http://schemas.microsoft.com/office/drawing/2014/main" id="{D8B85AA9-D344-C102-0BD5-7985EF51DCD6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998044" y="4953426"/>
              <a:ext cx="457340" cy="407472"/>
              <a:chOff x="1351828" y="3523198"/>
              <a:chExt cx="738121" cy="606847"/>
            </a:xfrm>
            <a:solidFill>
              <a:schemeClr val="bg1"/>
            </a:solidFill>
          </p:grpSpPr>
          <p:grpSp>
            <p:nvGrpSpPr>
              <p:cNvPr id="156" name="Agrupar 155">
                <a:extLst>
                  <a:ext uri="{FF2B5EF4-FFF2-40B4-BE49-F238E27FC236}">
                    <a16:creationId xmlns:a16="http://schemas.microsoft.com/office/drawing/2014/main" id="{CCF7B0AD-6D75-2002-D72A-6FEF68C3BEFC}"/>
                  </a:ext>
                </a:extLst>
              </p:cNvPr>
              <p:cNvGrpSpPr>
                <a:grpSpLocks noGrp="1" noUngrp="1" noRot="1" noMove="1" noResize="1"/>
              </p:cNvGrpSpPr>
              <p:nvPr userDrawn="1"/>
            </p:nvGrpSpPr>
            <p:grpSpPr>
              <a:xfrm>
                <a:off x="1351828" y="3523198"/>
                <a:ext cx="738121" cy="606847"/>
                <a:chOff x="1767324" y="1618577"/>
                <a:chExt cx="2835571" cy="2331273"/>
              </a:xfrm>
              <a:grpFill/>
            </p:grpSpPr>
            <p:grpSp>
              <p:nvGrpSpPr>
                <p:cNvPr id="159" name="Gráfico 1">
                  <a:extLst>
                    <a:ext uri="{FF2B5EF4-FFF2-40B4-BE49-F238E27FC236}">
                      <a16:creationId xmlns:a16="http://schemas.microsoft.com/office/drawing/2014/main" id="{842AC5EE-D299-7CB5-73D7-88F5EF80DA8C}"/>
                    </a:ext>
                  </a:extLst>
                </p:cNvPr>
                <p:cNvGrpSpPr>
                  <a:grpSpLocks noGrp="1" noUngrp="1" noRot="1" noMove="1" noResize="1"/>
                </p:cNvGrpSpPr>
                <p:nvPr userDrawn="1"/>
              </p:nvGrpSpPr>
              <p:grpSpPr>
                <a:xfrm>
                  <a:off x="1767324" y="1618577"/>
                  <a:ext cx="2835571" cy="2254925"/>
                  <a:chOff x="5004435" y="2907320"/>
                  <a:chExt cx="420052" cy="334037"/>
                </a:xfrm>
                <a:grpFill/>
              </p:grpSpPr>
              <p:sp>
                <p:nvSpPr>
                  <p:cNvPr id="161" name="Forma Livre: Forma 160">
                    <a:extLst>
                      <a:ext uri="{FF2B5EF4-FFF2-40B4-BE49-F238E27FC236}">
                        <a16:creationId xmlns:a16="http://schemas.microsoft.com/office/drawing/2014/main" id="{5C50C1CD-236C-A498-B0CD-577F80838BF0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04435" y="2938462"/>
                    <a:ext cx="420052" cy="302895"/>
                  </a:xfrm>
                  <a:custGeom>
                    <a:avLst/>
                    <a:gdLst>
                      <a:gd name="connsiteX0" fmla="*/ 377190 w 420052"/>
                      <a:gd name="connsiteY0" fmla="*/ 302895 h 302895"/>
                      <a:gd name="connsiteX1" fmla="*/ 42863 w 420052"/>
                      <a:gd name="connsiteY1" fmla="*/ 302895 h 302895"/>
                      <a:gd name="connsiteX2" fmla="*/ 0 w 420052"/>
                      <a:gd name="connsiteY2" fmla="*/ 260033 h 302895"/>
                      <a:gd name="connsiteX3" fmla="*/ 0 w 420052"/>
                      <a:gd name="connsiteY3" fmla="*/ 42863 h 302895"/>
                      <a:gd name="connsiteX4" fmla="*/ 42863 w 420052"/>
                      <a:gd name="connsiteY4" fmla="*/ 0 h 302895"/>
                      <a:gd name="connsiteX5" fmla="*/ 377190 w 420052"/>
                      <a:gd name="connsiteY5" fmla="*/ 0 h 302895"/>
                      <a:gd name="connsiteX6" fmla="*/ 420053 w 420052"/>
                      <a:gd name="connsiteY6" fmla="*/ 42863 h 302895"/>
                      <a:gd name="connsiteX7" fmla="*/ 420053 w 420052"/>
                      <a:gd name="connsiteY7" fmla="*/ 260033 h 302895"/>
                      <a:gd name="connsiteX8" fmla="*/ 377190 w 420052"/>
                      <a:gd name="connsiteY8" fmla="*/ 302895 h 302895"/>
                      <a:gd name="connsiteX9" fmla="*/ 42863 w 420052"/>
                      <a:gd name="connsiteY9" fmla="*/ 18098 h 302895"/>
                      <a:gd name="connsiteX10" fmla="*/ 19050 w 420052"/>
                      <a:gd name="connsiteY10" fmla="*/ 41910 h 302895"/>
                      <a:gd name="connsiteX11" fmla="*/ 19050 w 420052"/>
                      <a:gd name="connsiteY11" fmla="*/ 259080 h 302895"/>
                      <a:gd name="connsiteX12" fmla="*/ 42863 w 420052"/>
                      <a:gd name="connsiteY12" fmla="*/ 282892 h 302895"/>
                      <a:gd name="connsiteX13" fmla="*/ 377190 w 420052"/>
                      <a:gd name="connsiteY13" fmla="*/ 282892 h 302895"/>
                      <a:gd name="connsiteX14" fmla="*/ 401003 w 420052"/>
                      <a:gd name="connsiteY14" fmla="*/ 259080 h 302895"/>
                      <a:gd name="connsiteX15" fmla="*/ 401003 w 420052"/>
                      <a:gd name="connsiteY15" fmla="*/ 41910 h 302895"/>
                      <a:gd name="connsiteX16" fmla="*/ 377190 w 420052"/>
                      <a:gd name="connsiteY16" fmla="*/ 18098 h 302895"/>
                      <a:gd name="connsiteX17" fmla="*/ 42863 w 420052"/>
                      <a:gd name="connsiteY17" fmla="*/ 18098 h 302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" h="302895">
                        <a:moveTo>
                          <a:pt x="377190" y="302895"/>
                        </a:moveTo>
                        <a:lnTo>
                          <a:pt x="42863" y="302895"/>
                        </a:lnTo>
                        <a:cubicBezTo>
                          <a:pt x="19050" y="302895"/>
                          <a:pt x="0" y="283845"/>
                          <a:pt x="0" y="260033"/>
                        </a:cubicBezTo>
                        <a:lnTo>
                          <a:pt x="0" y="42863"/>
                        </a:lnTo>
                        <a:cubicBezTo>
                          <a:pt x="0" y="19050"/>
                          <a:pt x="19050" y="0"/>
                          <a:pt x="42863" y="0"/>
                        </a:cubicBezTo>
                        <a:lnTo>
                          <a:pt x="377190" y="0"/>
                        </a:lnTo>
                        <a:cubicBezTo>
                          <a:pt x="401003" y="0"/>
                          <a:pt x="420053" y="19050"/>
                          <a:pt x="420053" y="42863"/>
                        </a:cubicBezTo>
                        <a:lnTo>
                          <a:pt x="420053" y="260033"/>
                        </a:lnTo>
                        <a:cubicBezTo>
                          <a:pt x="420053" y="283845"/>
                          <a:pt x="401003" y="302895"/>
                          <a:pt x="377190" y="302895"/>
                        </a:cubicBezTo>
                        <a:close/>
                        <a:moveTo>
                          <a:pt x="42863" y="18098"/>
                        </a:moveTo>
                        <a:cubicBezTo>
                          <a:pt x="29527" y="18098"/>
                          <a:pt x="19050" y="28575"/>
                          <a:pt x="19050" y="41910"/>
                        </a:cubicBezTo>
                        <a:lnTo>
                          <a:pt x="19050" y="259080"/>
                        </a:lnTo>
                        <a:cubicBezTo>
                          <a:pt x="19050" y="272415"/>
                          <a:pt x="29527" y="282892"/>
                          <a:pt x="42863" y="282892"/>
                        </a:cubicBezTo>
                        <a:lnTo>
                          <a:pt x="377190" y="282892"/>
                        </a:lnTo>
                        <a:cubicBezTo>
                          <a:pt x="390525" y="282892"/>
                          <a:pt x="401003" y="272415"/>
                          <a:pt x="401003" y="259080"/>
                        </a:cubicBezTo>
                        <a:lnTo>
                          <a:pt x="401003" y="41910"/>
                        </a:lnTo>
                        <a:cubicBezTo>
                          <a:pt x="401003" y="28575"/>
                          <a:pt x="390525" y="18098"/>
                          <a:pt x="377190" y="18098"/>
                        </a:cubicBezTo>
                        <a:lnTo>
                          <a:pt x="42863" y="18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162" name="Forma Livre: Forma 161">
                    <a:extLst>
                      <a:ext uri="{FF2B5EF4-FFF2-40B4-BE49-F238E27FC236}">
                        <a16:creationId xmlns:a16="http://schemas.microsoft.com/office/drawing/2014/main" id="{1DB3F17B-7848-55CF-DCED-C579CAD7C23B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66347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163" name="Gráfico 1">
                    <a:extLst>
                      <a:ext uri="{FF2B5EF4-FFF2-40B4-BE49-F238E27FC236}">
                        <a16:creationId xmlns:a16="http://schemas.microsoft.com/office/drawing/2014/main" id="{A484D1FD-2525-7683-33DE-FDDEEA07FC7B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053012" y="3017787"/>
                    <a:ext cx="322897" cy="157846"/>
                    <a:chOff x="5053012" y="3017787"/>
                    <a:chExt cx="322897" cy="157846"/>
                  </a:xfrm>
                  <a:grpFill/>
                </p:grpSpPr>
                <p:sp>
                  <p:nvSpPr>
                    <p:cNvPr id="165" name="Forma Livre: Forma 164">
                      <a:extLst>
                        <a:ext uri="{FF2B5EF4-FFF2-40B4-BE49-F238E27FC236}">
                          <a16:creationId xmlns:a16="http://schemas.microsoft.com/office/drawing/2014/main" id="{3BE71C6F-95A1-281A-3471-FB2D51A1F5C1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304472" y="3154679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66" name="Forma Livre: Forma 165">
                      <a:extLst>
                        <a:ext uri="{FF2B5EF4-FFF2-40B4-BE49-F238E27FC236}">
                          <a16:creationId xmlns:a16="http://schemas.microsoft.com/office/drawing/2014/main" id="{80B0D1D4-FCA3-EBFE-111B-5676B8D64D47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22065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67" name="Forma Livre: Forma 166">
                      <a:extLst>
                        <a:ext uri="{FF2B5EF4-FFF2-40B4-BE49-F238E27FC236}">
                          <a16:creationId xmlns:a16="http://schemas.microsoft.com/office/drawing/2014/main" id="{DC07769F-D9C9-E764-C7BC-650E8A295745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13683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68" name="Forma Livre: Forma 167">
                      <a:extLst>
                        <a:ext uri="{FF2B5EF4-FFF2-40B4-BE49-F238E27FC236}">
                          <a16:creationId xmlns:a16="http://schemas.microsoft.com/office/drawing/2014/main" id="{BA3F5180-681D-0CE4-6D7F-AC35C4D56805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05301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69" name="Forma Livre: Forma 168">
                      <a:extLst>
                        <a:ext uri="{FF2B5EF4-FFF2-40B4-BE49-F238E27FC236}">
                          <a16:creationId xmlns:a16="http://schemas.microsoft.com/office/drawing/2014/main" id="{89DA304F-5F75-F46C-3470-8A9F74347ADC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86233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0" name="Forma Livre: Forma 169">
                      <a:extLst>
                        <a:ext uri="{FF2B5EF4-FFF2-40B4-BE49-F238E27FC236}">
                          <a16:creationId xmlns:a16="http://schemas.microsoft.com/office/drawing/2014/main" id="{ABFFC937-ED76-CA87-E3F4-9C72D074678E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1" name="Forma Livre: Forma 170">
                      <a:extLst>
                        <a:ext uri="{FF2B5EF4-FFF2-40B4-BE49-F238E27FC236}">
                          <a16:creationId xmlns:a16="http://schemas.microsoft.com/office/drawing/2014/main" id="{101E37E1-EF9D-F208-FEBD-22D5BBD38372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2" name="Forma Livre: Forma 171">
                      <a:extLst>
                        <a:ext uri="{FF2B5EF4-FFF2-40B4-BE49-F238E27FC236}">
                          <a16:creationId xmlns:a16="http://schemas.microsoft.com/office/drawing/2014/main" id="{475DC6CE-864E-6E4E-4B59-CE0C65DC16BF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3" name="Forma Livre: Forma 172">
                      <a:extLst>
                        <a:ext uri="{FF2B5EF4-FFF2-40B4-BE49-F238E27FC236}">
                          <a16:creationId xmlns:a16="http://schemas.microsoft.com/office/drawing/2014/main" id="{9853A297-D18F-EB8A-B595-00B231CAB60C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17787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4" name="Forma Livre: Forma 173">
                      <a:extLst>
                        <a:ext uri="{FF2B5EF4-FFF2-40B4-BE49-F238E27FC236}">
                          <a16:creationId xmlns:a16="http://schemas.microsoft.com/office/drawing/2014/main" id="{8CC15FD6-2105-34E2-F79C-13CF88CCD961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" name="Forma Livre: Forma 174">
                      <a:extLst>
                        <a:ext uri="{FF2B5EF4-FFF2-40B4-BE49-F238E27FC236}">
                          <a16:creationId xmlns:a16="http://schemas.microsoft.com/office/drawing/2014/main" id="{2003FD66-0DE1-35FB-489D-82ACB4BD8714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6" name="Forma Livre: Forma 175">
                      <a:extLst>
                        <a:ext uri="{FF2B5EF4-FFF2-40B4-BE49-F238E27FC236}">
                          <a16:creationId xmlns:a16="http://schemas.microsoft.com/office/drawing/2014/main" id="{A847F4D5-3C80-41A3-44D0-697E67A493E8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164" name="Forma Livre: Forma 163">
                    <a:extLst>
                      <a:ext uri="{FF2B5EF4-FFF2-40B4-BE49-F238E27FC236}">
                        <a16:creationId xmlns:a16="http://schemas.microsoft.com/office/drawing/2014/main" id="{9FBC651F-6885-CD87-B8B4-9BF79734A5B4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 userDrawn="1"/>
                </p:nvSpPr>
                <p:spPr>
                  <a:xfrm>
                    <a:off x="5310504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60" name="Elipse 159">
                  <a:extLst>
                    <a:ext uri="{FF2B5EF4-FFF2-40B4-BE49-F238E27FC236}">
                      <a16:creationId xmlns:a16="http://schemas.microsoft.com/office/drawing/2014/main" id="{AA99922A-D01A-5CCF-5D5A-A7C302F2F34E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3407348" y="2766156"/>
                  <a:ext cx="1183691" cy="1183694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157" name="Retângulo: Cantos Arredondados 156">
                <a:extLst>
                  <a:ext uri="{FF2B5EF4-FFF2-40B4-BE49-F238E27FC236}">
                    <a16:creationId xmlns:a16="http://schemas.microsoft.com/office/drawing/2014/main" id="{FE47080D-AC49-15D8-9DC5-E06A6F0CE8A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896682" y="3914546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8" name="Retângulo: Cantos Arredondados 157">
                <a:extLst>
                  <a:ext uri="{FF2B5EF4-FFF2-40B4-BE49-F238E27FC236}">
                    <a16:creationId xmlns:a16="http://schemas.microsoft.com/office/drawing/2014/main" id="{206CE1DD-0BCD-7B63-9356-CE108756412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5400000">
                <a:off x="1920380" y="3941755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0" name="Agrupar 249">
            <a:extLst>
              <a:ext uri="{FF2B5EF4-FFF2-40B4-BE49-F238E27FC236}">
                <a16:creationId xmlns:a16="http://schemas.microsoft.com/office/drawing/2014/main" id="{BAD5FA9B-FFCF-C9BB-0F81-059383D3BDD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820066" y="2576920"/>
            <a:ext cx="717983" cy="717983"/>
            <a:chOff x="7862999" y="4798243"/>
            <a:chExt cx="717983" cy="7179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1" name="Elipse 250">
              <a:extLst>
                <a:ext uri="{FF2B5EF4-FFF2-40B4-BE49-F238E27FC236}">
                  <a16:creationId xmlns:a16="http://schemas.microsoft.com/office/drawing/2014/main" id="{9E43CC16-82DF-3F04-D441-C4614B3348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862999" y="4798243"/>
              <a:ext cx="717983" cy="717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52" name="Agrupar 251">
              <a:extLst>
                <a:ext uri="{FF2B5EF4-FFF2-40B4-BE49-F238E27FC236}">
                  <a16:creationId xmlns:a16="http://schemas.microsoft.com/office/drawing/2014/main" id="{DBBB9972-EF6F-0BE9-7C3C-F9C0DE91251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998044" y="4953426"/>
              <a:ext cx="457340" cy="407472"/>
              <a:chOff x="1351828" y="3523198"/>
              <a:chExt cx="738121" cy="606847"/>
            </a:xfrm>
            <a:solidFill>
              <a:schemeClr val="bg1"/>
            </a:solidFill>
          </p:grpSpPr>
          <p:grpSp>
            <p:nvGrpSpPr>
              <p:cNvPr id="253" name="Agrupar 252">
                <a:extLst>
                  <a:ext uri="{FF2B5EF4-FFF2-40B4-BE49-F238E27FC236}">
                    <a16:creationId xmlns:a16="http://schemas.microsoft.com/office/drawing/2014/main" id="{4F6CF0C8-11F7-7820-4971-3600CDA84FF1}"/>
                  </a:ext>
                </a:extLst>
              </p:cNvPr>
              <p:cNvGrpSpPr>
                <a:grpSpLocks noGrp="1" noUngrp="1" noRot="1" noMove="1" noResize="1"/>
              </p:cNvGrpSpPr>
              <p:nvPr userDrawn="1"/>
            </p:nvGrpSpPr>
            <p:grpSpPr>
              <a:xfrm>
                <a:off x="1351828" y="3523198"/>
                <a:ext cx="738121" cy="606847"/>
                <a:chOff x="1767324" y="1618577"/>
                <a:chExt cx="2835571" cy="2331273"/>
              </a:xfrm>
              <a:grpFill/>
            </p:grpSpPr>
            <p:grpSp>
              <p:nvGrpSpPr>
                <p:cNvPr id="256" name="Gráfico 1">
                  <a:extLst>
                    <a:ext uri="{FF2B5EF4-FFF2-40B4-BE49-F238E27FC236}">
                      <a16:creationId xmlns:a16="http://schemas.microsoft.com/office/drawing/2014/main" id="{06ECEB31-63DA-F5D2-364B-D928F17E7EA0}"/>
                    </a:ext>
                  </a:extLst>
                </p:cNvPr>
                <p:cNvGrpSpPr>
                  <a:grpSpLocks noGrp="1" noUngrp="1" noRot="1" noMove="1" noResize="1"/>
                </p:cNvGrpSpPr>
                <p:nvPr userDrawn="1"/>
              </p:nvGrpSpPr>
              <p:grpSpPr>
                <a:xfrm>
                  <a:off x="1767324" y="1618577"/>
                  <a:ext cx="2835571" cy="2254925"/>
                  <a:chOff x="5004435" y="2907320"/>
                  <a:chExt cx="420052" cy="334037"/>
                </a:xfrm>
                <a:grpFill/>
              </p:grpSpPr>
              <p:sp>
                <p:nvSpPr>
                  <p:cNvPr id="258" name="Forma Livre: Forma 257">
                    <a:extLst>
                      <a:ext uri="{FF2B5EF4-FFF2-40B4-BE49-F238E27FC236}">
                        <a16:creationId xmlns:a16="http://schemas.microsoft.com/office/drawing/2014/main" id="{88E7DC90-4B48-D65C-4B87-3B3C2589436B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04435" y="2938462"/>
                    <a:ext cx="420052" cy="302895"/>
                  </a:xfrm>
                  <a:custGeom>
                    <a:avLst/>
                    <a:gdLst>
                      <a:gd name="connsiteX0" fmla="*/ 377190 w 420052"/>
                      <a:gd name="connsiteY0" fmla="*/ 302895 h 302895"/>
                      <a:gd name="connsiteX1" fmla="*/ 42863 w 420052"/>
                      <a:gd name="connsiteY1" fmla="*/ 302895 h 302895"/>
                      <a:gd name="connsiteX2" fmla="*/ 0 w 420052"/>
                      <a:gd name="connsiteY2" fmla="*/ 260033 h 302895"/>
                      <a:gd name="connsiteX3" fmla="*/ 0 w 420052"/>
                      <a:gd name="connsiteY3" fmla="*/ 42863 h 302895"/>
                      <a:gd name="connsiteX4" fmla="*/ 42863 w 420052"/>
                      <a:gd name="connsiteY4" fmla="*/ 0 h 302895"/>
                      <a:gd name="connsiteX5" fmla="*/ 377190 w 420052"/>
                      <a:gd name="connsiteY5" fmla="*/ 0 h 302895"/>
                      <a:gd name="connsiteX6" fmla="*/ 420053 w 420052"/>
                      <a:gd name="connsiteY6" fmla="*/ 42863 h 302895"/>
                      <a:gd name="connsiteX7" fmla="*/ 420053 w 420052"/>
                      <a:gd name="connsiteY7" fmla="*/ 260033 h 302895"/>
                      <a:gd name="connsiteX8" fmla="*/ 377190 w 420052"/>
                      <a:gd name="connsiteY8" fmla="*/ 302895 h 302895"/>
                      <a:gd name="connsiteX9" fmla="*/ 42863 w 420052"/>
                      <a:gd name="connsiteY9" fmla="*/ 18098 h 302895"/>
                      <a:gd name="connsiteX10" fmla="*/ 19050 w 420052"/>
                      <a:gd name="connsiteY10" fmla="*/ 41910 h 302895"/>
                      <a:gd name="connsiteX11" fmla="*/ 19050 w 420052"/>
                      <a:gd name="connsiteY11" fmla="*/ 259080 h 302895"/>
                      <a:gd name="connsiteX12" fmla="*/ 42863 w 420052"/>
                      <a:gd name="connsiteY12" fmla="*/ 282892 h 302895"/>
                      <a:gd name="connsiteX13" fmla="*/ 377190 w 420052"/>
                      <a:gd name="connsiteY13" fmla="*/ 282892 h 302895"/>
                      <a:gd name="connsiteX14" fmla="*/ 401003 w 420052"/>
                      <a:gd name="connsiteY14" fmla="*/ 259080 h 302895"/>
                      <a:gd name="connsiteX15" fmla="*/ 401003 w 420052"/>
                      <a:gd name="connsiteY15" fmla="*/ 41910 h 302895"/>
                      <a:gd name="connsiteX16" fmla="*/ 377190 w 420052"/>
                      <a:gd name="connsiteY16" fmla="*/ 18098 h 302895"/>
                      <a:gd name="connsiteX17" fmla="*/ 42863 w 420052"/>
                      <a:gd name="connsiteY17" fmla="*/ 18098 h 302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" h="302895">
                        <a:moveTo>
                          <a:pt x="377190" y="302895"/>
                        </a:moveTo>
                        <a:lnTo>
                          <a:pt x="42863" y="302895"/>
                        </a:lnTo>
                        <a:cubicBezTo>
                          <a:pt x="19050" y="302895"/>
                          <a:pt x="0" y="283845"/>
                          <a:pt x="0" y="260033"/>
                        </a:cubicBezTo>
                        <a:lnTo>
                          <a:pt x="0" y="42863"/>
                        </a:lnTo>
                        <a:cubicBezTo>
                          <a:pt x="0" y="19050"/>
                          <a:pt x="19050" y="0"/>
                          <a:pt x="42863" y="0"/>
                        </a:cubicBezTo>
                        <a:lnTo>
                          <a:pt x="377190" y="0"/>
                        </a:lnTo>
                        <a:cubicBezTo>
                          <a:pt x="401003" y="0"/>
                          <a:pt x="420053" y="19050"/>
                          <a:pt x="420053" y="42863"/>
                        </a:cubicBezTo>
                        <a:lnTo>
                          <a:pt x="420053" y="260033"/>
                        </a:lnTo>
                        <a:cubicBezTo>
                          <a:pt x="420053" y="283845"/>
                          <a:pt x="401003" y="302895"/>
                          <a:pt x="377190" y="302895"/>
                        </a:cubicBezTo>
                        <a:close/>
                        <a:moveTo>
                          <a:pt x="42863" y="18098"/>
                        </a:moveTo>
                        <a:cubicBezTo>
                          <a:pt x="29527" y="18098"/>
                          <a:pt x="19050" y="28575"/>
                          <a:pt x="19050" y="41910"/>
                        </a:cubicBezTo>
                        <a:lnTo>
                          <a:pt x="19050" y="259080"/>
                        </a:lnTo>
                        <a:cubicBezTo>
                          <a:pt x="19050" y="272415"/>
                          <a:pt x="29527" y="282892"/>
                          <a:pt x="42863" y="282892"/>
                        </a:cubicBezTo>
                        <a:lnTo>
                          <a:pt x="377190" y="282892"/>
                        </a:lnTo>
                        <a:cubicBezTo>
                          <a:pt x="390525" y="282892"/>
                          <a:pt x="401003" y="272415"/>
                          <a:pt x="401003" y="259080"/>
                        </a:cubicBezTo>
                        <a:lnTo>
                          <a:pt x="401003" y="41910"/>
                        </a:lnTo>
                        <a:cubicBezTo>
                          <a:pt x="401003" y="28575"/>
                          <a:pt x="390525" y="18098"/>
                          <a:pt x="377190" y="18098"/>
                        </a:cubicBezTo>
                        <a:lnTo>
                          <a:pt x="42863" y="18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59" name="Forma Livre: Forma 258">
                    <a:extLst>
                      <a:ext uri="{FF2B5EF4-FFF2-40B4-BE49-F238E27FC236}">
                        <a16:creationId xmlns:a16="http://schemas.microsoft.com/office/drawing/2014/main" id="{C46E4079-C018-0FCB-2063-F0FC5279618C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66347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260" name="Gráfico 1">
                    <a:extLst>
                      <a:ext uri="{FF2B5EF4-FFF2-40B4-BE49-F238E27FC236}">
                        <a16:creationId xmlns:a16="http://schemas.microsoft.com/office/drawing/2014/main" id="{48A9AB49-D9A7-4B32-F488-E810D32FD590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053012" y="3017787"/>
                    <a:ext cx="322897" cy="157846"/>
                    <a:chOff x="5053012" y="3017787"/>
                    <a:chExt cx="322897" cy="157846"/>
                  </a:xfrm>
                  <a:grpFill/>
                </p:grpSpPr>
                <p:sp>
                  <p:nvSpPr>
                    <p:cNvPr id="262" name="Forma Livre: Forma 261">
                      <a:extLst>
                        <a:ext uri="{FF2B5EF4-FFF2-40B4-BE49-F238E27FC236}">
                          <a16:creationId xmlns:a16="http://schemas.microsoft.com/office/drawing/2014/main" id="{7DE36CBA-1666-BDFB-4D41-F9E7E2121290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304472" y="3154679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3" name="Forma Livre: Forma 262">
                      <a:extLst>
                        <a:ext uri="{FF2B5EF4-FFF2-40B4-BE49-F238E27FC236}">
                          <a16:creationId xmlns:a16="http://schemas.microsoft.com/office/drawing/2014/main" id="{D4F285DD-E24A-DFD4-3F9B-F8EA3E836E43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22065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4" name="Forma Livre: Forma 263">
                      <a:extLst>
                        <a:ext uri="{FF2B5EF4-FFF2-40B4-BE49-F238E27FC236}">
                          <a16:creationId xmlns:a16="http://schemas.microsoft.com/office/drawing/2014/main" id="{09B43ABA-5DCC-32FF-D475-947407BED564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13683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5" name="Forma Livre: Forma 264">
                      <a:extLst>
                        <a:ext uri="{FF2B5EF4-FFF2-40B4-BE49-F238E27FC236}">
                          <a16:creationId xmlns:a16="http://schemas.microsoft.com/office/drawing/2014/main" id="{B2461D22-DDA2-7572-84E4-BB552D04DE7F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05301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6" name="Forma Livre: Forma 265">
                      <a:extLst>
                        <a:ext uri="{FF2B5EF4-FFF2-40B4-BE49-F238E27FC236}">
                          <a16:creationId xmlns:a16="http://schemas.microsoft.com/office/drawing/2014/main" id="{70872F73-495D-F782-44C6-6512265F2AAC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86233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7" name="Forma Livre: Forma 266">
                      <a:extLst>
                        <a:ext uri="{FF2B5EF4-FFF2-40B4-BE49-F238E27FC236}">
                          <a16:creationId xmlns:a16="http://schemas.microsoft.com/office/drawing/2014/main" id="{E571B3AC-9CAB-D5EA-5599-438CFC55505C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8" name="Forma Livre: Forma 267">
                      <a:extLst>
                        <a:ext uri="{FF2B5EF4-FFF2-40B4-BE49-F238E27FC236}">
                          <a16:creationId xmlns:a16="http://schemas.microsoft.com/office/drawing/2014/main" id="{32F91D3A-07FA-3746-6FA7-F5BD82BDC63F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9" name="Forma Livre: Forma 268">
                      <a:extLst>
                        <a:ext uri="{FF2B5EF4-FFF2-40B4-BE49-F238E27FC236}">
                          <a16:creationId xmlns:a16="http://schemas.microsoft.com/office/drawing/2014/main" id="{66F32B00-164C-CDB0-89EA-7E915C5B4BA2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0" name="Forma Livre: Forma 269">
                      <a:extLst>
                        <a:ext uri="{FF2B5EF4-FFF2-40B4-BE49-F238E27FC236}">
                          <a16:creationId xmlns:a16="http://schemas.microsoft.com/office/drawing/2014/main" id="{4EE92114-5644-36C5-4BFC-92574438F112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17787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1" name="Forma Livre: Forma 270">
                      <a:extLst>
                        <a:ext uri="{FF2B5EF4-FFF2-40B4-BE49-F238E27FC236}">
                          <a16:creationId xmlns:a16="http://schemas.microsoft.com/office/drawing/2014/main" id="{23F5EF3F-A126-FF8E-487F-002615F00897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2" name="Forma Livre: Forma 271">
                      <a:extLst>
                        <a:ext uri="{FF2B5EF4-FFF2-40B4-BE49-F238E27FC236}">
                          <a16:creationId xmlns:a16="http://schemas.microsoft.com/office/drawing/2014/main" id="{4B61931C-2C79-B53D-1CB1-7A83D77A2DE7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3" name="Forma Livre: Forma 272">
                      <a:extLst>
                        <a:ext uri="{FF2B5EF4-FFF2-40B4-BE49-F238E27FC236}">
                          <a16:creationId xmlns:a16="http://schemas.microsoft.com/office/drawing/2014/main" id="{24876638-73E0-6154-8865-2228C44398B8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261" name="Forma Livre: Forma 260">
                    <a:extLst>
                      <a:ext uri="{FF2B5EF4-FFF2-40B4-BE49-F238E27FC236}">
                        <a16:creationId xmlns:a16="http://schemas.microsoft.com/office/drawing/2014/main" id="{659C79B8-495C-D41E-5F1F-C4C4B1D3C09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 userDrawn="1"/>
                </p:nvSpPr>
                <p:spPr>
                  <a:xfrm>
                    <a:off x="5310504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57" name="Elipse 256">
                  <a:extLst>
                    <a:ext uri="{FF2B5EF4-FFF2-40B4-BE49-F238E27FC236}">
                      <a16:creationId xmlns:a16="http://schemas.microsoft.com/office/drawing/2014/main" id="{49F14E49-BC0A-F9BB-4BD4-AF7E4561FBE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3407348" y="2766156"/>
                  <a:ext cx="1183691" cy="1183694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254" name="Retângulo: Cantos Arredondados 253">
                <a:extLst>
                  <a:ext uri="{FF2B5EF4-FFF2-40B4-BE49-F238E27FC236}">
                    <a16:creationId xmlns:a16="http://schemas.microsoft.com/office/drawing/2014/main" id="{D53B809D-C066-0940-8155-48BD4F61E42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896682" y="3914546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55" name="Retângulo: Cantos Arredondados 254">
                <a:extLst>
                  <a:ext uri="{FF2B5EF4-FFF2-40B4-BE49-F238E27FC236}">
                    <a16:creationId xmlns:a16="http://schemas.microsoft.com/office/drawing/2014/main" id="{909662A0-42B8-A23A-82C0-9AC9A5FF9C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5400000">
                <a:off x="1920380" y="3941755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74" name="Agrupar 273">
            <a:extLst>
              <a:ext uri="{FF2B5EF4-FFF2-40B4-BE49-F238E27FC236}">
                <a16:creationId xmlns:a16="http://schemas.microsoft.com/office/drawing/2014/main" id="{815C1BE2-F828-CB0E-143B-ED0BFEFBC55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071875" y="2552961"/>
            <a:ext cx="717983" cy="717983"/>
            <a:chOff x="7862999" y="4798243"/>
            <a:chExt cx="717983" cy="7179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5" name="Elipse 274">
              <a:extLst>
                <a:ext uri="{FF2B5EF4-FFF2-40B4-BE49-F238E27FC236}">
                  <a16:creationId xmlns:a16="http://schemas.microsoft.com/office/drawing/2014/main" id="{ACF839FE-5F39-E790-DEAE-DA1BA24205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862999" y="4798243"/>
              <a:ext cx="717983" cy="717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76" name="Agrupar 275">
              <a:extLst>
                <a:ext uri="{FF2B5EF4-FFF2-40B4-BE49-F238E27FC236}">
                  <a16:creationId xmlns:a16="http://schemas.microsoft.com/office/drawing/2014/main" id="{757FC1B7-E90A-283A-3F12-E65EFA6C31A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998044" y="4953426"/>
              <a:ext cx="457340" cy="407472"/>
              <a:chOff x="1351828" y="3523198"/>
              <a:chExt cx="738121" cy="606847"/>
            </a:xfrm>
            <a:solidFill>
              <a:schemeClr val="bg1"/>
            </a:solidFill>
          </p:grpSpPr>
          <p:grpSp>
            <p:nvGrpSpPr>
              <p:cNvPr id="277" name="Agrupar 276">
                <a:extLst>
                  <a:ext uri="{FF2B5EF4-FFF2-40B4-BE49-F238E27FC236}">
                    <a16:creationId xmlns:a16="http://schemas.microsoft.com/office/drawing/2014/main" id="{65E838FE-1C55-7119-1772-C165EE8DDCE8}"/>
                  </a:ext>
                </a:extLst>
              </p:cNvPr>
              <p:cNvGrpSpPr>
                <a:grpSpLocks noGrp="1" noUngrp="1" noRot="1" noMove="1" noResize="1"/>
              </p:cNvGrpSpPr>
              <p:nvPr userDrawn="1"/>
            </p:nvGrpSpPr>
            <p:grpSpPr>
              <a:xfrm>
                <a:off x="1351828" y="3523198"/>
                <a:ext cx="738121" cy="606847"/>
                <a:chOff x="1767324" y="1618577"/>
                <a:chExt cx="2835571" cy="2331273"/>
              </a:xfrm>
              <a:grpFill/>
            </p:grpSpPr>
            <p:grpSp>
              <p:nvGrpSpPr>
                <p:cNvPr id="280" name="Gráfico 1">
                  <a:extLst>
                    <a:ext uri="{FF2B5EF4-FFF2-40B4-BE49-F238E27FC236}">
                      <a16:creationId xmlns:a16="http://schemas.microsoft.com/office/drawing/2014/main" id="{A6E6F970-6BA2-4ED5-D596-DE699766BF7A}"/>
                    </a:ext>
                  </a:extLst>
                </p:cNvPr>
                <p:cNvGrpSpPr>
                  <a:grpSpLocks noGrp="1" noUngrp="1" noRot="1" noMove="1" noResize="1"/>
                </p:cNvGrpSpPr>
                <p:nvPr userDrawn="1"/>
              </p:nvGrpSpPr>
              <p:grpSpPr>
                <a:xfrm>
                  <a:off x="1767324" y="1618577"/>
                  <a:ext cx="2835571" cy="2254925"/>
                  <a:chOff x="5004435" y="2907320"/>
                  <a:chExt cx="420052" cy="334037"/>
                </a:xfrm>
                <a:grpFill/>
              </p:grpSpPr>
              <p:sp>
                <p:nvSpPr>
                  <p:cNvPr id="282" name="Forma Livre: Forma 281">
                    <a:extLst>
                      <a:ext uri="{FF2B5EF4-FFF2-40B4-BE49-F238E27FC236}">
                        <a16:creationId xmlns:a16="http://schemas.microsoft.com/office/drawing/2014/main" id="{A841E836-D24F-70DB-1B63-D8DAF60D4D7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04435" y="2938462"/>
                    <a:ext cx="420052" cy="302895"/>
                  </a:xfrm>
                  <a:custGeom>
                    <a:avLst/>
                    <a:gdLst>
                      <a:gd name="connsiteX0" fmla="*/ 377190 w 420052"/>
                      <a:gd name="connsiteY0" fmla="*/ 302895 h 302895"/>
                      <a:gd name="connsiteX1" fmla="*/ 42863 w 420052"/>
                      <a:gd name="connsiteY1" fmla="*/ 302895 h 302895"/>
                      <a:gd name="connsiteX2" fmla="*/ 0 w 420052"/>
                      <a:gd name="connsiteY2" fmla="*/ 260033 h 302895"/>
                      <a:gd name="connsiteX3" fmla="*/ 0 w 420052"/>
                      <a:gd name="connsiteY3" fmla="*/ 42863 h 302895"/>
                      <a:gd name="connsiteX4" fmla="*/ 42863 w 420052"/>
                      <a:gd name="connsiteY4" fmla="*/ 0 h 302895"/>
                      <a:gd name="connsiteX5" fmla="*/ 377190 w 420052"/>
                      <a:gd name="connsiteY5" fmla="*/ 0 h 302895"/>
                      <a:gd name="connsiteX6" fmla="*/ 420053 w 420052"/>
                      <a:gd name="connsiteY6" fmla="*/ 42863 h 302895"/>
                      <a:gd name="connsiteX7" fmla="*/ 420053 w 420052"/>
                      <a:gd name="connsiteY7" fmla="*/ 260033 h 302895"/>
                      <a:gd name="connsiteX8" fmla="*/ 377190 w 420052"/>
                      <a:gd name="connsiteY8" fmla="*/ 302895 h 302895"/>
                      <a:gd name="connsiteX9" fmla="*/ 42863 w 420052"/>
                      <a:gd name="connsiteY9" fmla="*/ 18098 h 302895"/>
                      <a:gd name="connsiteX10" fmla="*/ 19050 w 420052"/>
                      <a:gd name="connsiteY10" fmla="*/ 41910 h 302895"/>
                      <a:gd name="connsiteX11" fmla="*/ 19050 w 420052"/>
                      <a:gd name="connsiteY11" fmla="*/ 259080 h 302895"/>
                      <a:gd name="connsiteX12" fmla="*/ 42863 w 420052"/>
                      <a:gd name="connsiteY12" fmla="*/ 282892 h 302895"/>
                      <a:gd name="connsiteX13" fmla="*/ 377190 w 420052"/>
                      <a:gd name="connsiteY13" fmla="*/ 282892 h 302895"/>
                      <a:gd name="connsiteX14" fmla="*/ 401003 w 420052"/>
                      <a:gd name="connsiteY14" fmla="*/ 259080 h 302895"/>
                      <a:gd name="connsiteX15" fmla="*/ 401003 w 420052"/>
                      <a:gd name="connsiteY15" fmla="*/ 41910 h 302895"/>
                      <a:gd name="connsiteX16" fmla="*/ 377190 w 420052"/>
                      <a:gd name="connsiteY16" fmla="*/ 18098 h 302895"/>
                      <a:gd name="connsiteX17" fmla="*/ 42863 w 420052"/>
                      <a:gd name="connsiteY17" fmla="*/ 18098 h 302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" h="302895">
                        <a:moveTo>
                          <a:pt x="377190" y="302895"/>
                        </a:moveTo>
                        <a:lnTo>
                          <a:pt x="42863" y="302895"/>
                        </a:lnTo>
                        <a:cubicBezTo>
                          <a:pt x="19050" y="302895"/>
                          <a:pt x="0" y="283845"/>
                          <a:pt x="0" y="260033"/>
                        </a:cubicBezTo>
                        <a:lnTo>
                          <a:pt x="0" y="42863"/>
                        </a:lnTo>
                        <a:cubicBezTo>
                          <a:pt x="0" y="19050"/>
                          <a:pt x="19050" y="0"/>
                          <a:pt x="42863" y="0"/>
                        </a:cubicBezTo>
                        <a:lnTo>
                          <a:pt x="377190" y="0"/>
                        </a:lnTo>
                        <a:cubicBezTo>
                          <a:pt x="401003" y="0"/>
                          <a:pt x="420053" y="19050"/>
                          <a:pt x="420053" y="42863"/>
                        </a:cubicBezTo>
                        <a:lnTo>
                          <a:pt x="420053" y="260033"/>
                        </a:lnTo>
                        <a:cubicBezTo>
                          <a:pt x="420053" y="283845"/>
                          <a:pt x="401003" y="302895"/>
                          <a:pt x="377190" y="302895"/>
                        </a:cubicBezTo>
                        <a:close/>
                        <a:moveTo>
                          <a:pt x="42863" y="18098"/>
                        </a:moveTo>
                        <a:cubicBezTo>
                          <a:pt x="29527" y="18098"/>
                          <a:pt x="19050" y="28575"/>
                          <a:pt x="19050" y="41910"/>
                        </a:cubicBezTo>
                        <a:lnTo>
                          <a:pt x="19050" y="259080"/>
                        </a:lnTo>
                        <a:cubicBezTo>
                          <a:pt x="19050" y="272415"/>
                          <a:pt x="29527" y="282892"/>
                          <a:pt x="42863" y="282892"/>
                        </a:cubicBezTo>
                        <a:lnTo>
                          <a:pt x="377190" y="282892"/>
                        </a:lnTo>
                        <a:cubicBezTo>
                          <a:pt x="390525" y="282892"/>
                          <a:pt x="401003" y="272415"/>
                          <a:pt x="401003" y="259080"/>
                        </a:cubicBezTo>
                        <a:lnTo>
                          <a:pt x="401003" y="41910"/>
                        </a:lnTo>
                        <a:cubicBezTo>
                          <a:pt x="401003" y="28575"/>
                          <a:pt x="390525" y="18098"/>
                          <a:pt x="377190" y="18098"/>
                        </a:cubicBezTo>
                        <a:lnTo>
                          <a:pt x="42863" y="18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83" name="Forma Livre: Forma 282">
                    <a:extLst>
                      <a:ext uri="{FF2B5EF4-FFF2-40B4-BE49-F238E27FC236}">
                        <a16:creationId xmlns:a16="http://schemas.microsoft.com/office/drawing/2014/main" id="{8D169E74-13CB-CC0D-C74F-79C09D02D7FF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66347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284" name="Gráfico 1">
                    <a:extLst>
                      <a:ext uri="{FF2B5EF4-FFF2-40B4-BE49-F238E27FC236}">
                        <a16:creationId xmlns:a16="http://schemas.microsoft.com/office/drawing/2014/main" id="{A6B8247E-7B83-BD94-88B7-3136258CBE15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053012" y="3017787"/>
                    <a:ext cx="322897" cy="157846"/>
                    <a:chOff x="5053012" y="3017787"/>
                    <a:chExt cx="322897" cy="157846"/>
                  </a:xfrm>
                  <a:grpFill/>
                </p:grpSpPr>
                <p:sp>
                  <p:nvSpPr>
                    <p:cNvPr id="286" name="Forma Livre: Forma 285">
                      <a:extLst>
                        <a:ext uri="{FF2B5EF4-FFF2-40B4-BE49-F238E27FC236}">
                          <a16:creationId xmlns:a16="http://schemas.microsoft.com/office/drawing/2014/main" id="{6744E238-172C-B56A-894F-BBE1E419491C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304472" y="3154679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7" name="Forma Livre: Forma 286">
                      <a:extLst>
                        <a:ext uri="{FF2B5EF4-FFF2-40B4-BE49-F238E27FC236}">
                          <a16:creationId xmlns:a16="http://schemas.microsoft.com/office/drawing/2014/main" id="{B0B3ACCB-9270-26B8-2323-53573B0A3C18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22065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8" name="Forma Livre: Forma 287">
                      <a:extLst>
                        <a:ext uri="{FF2B5EF4-FFF2-40B4-BE49-F238E27FC236}">
                          <a16:creationId xmlns:a16="http://schemas.microsoft.com/office/drawing/2014/main" id="{5A254E5E-9C37-E324-4F67-4DDC7CA0C706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13683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9" name="Forma Livre: Forma 288">
                      <a:extLst>
                        <a:ext uri="{FF2B5EF4-FFF2-40B4-BE49-F238E27FC236}">
                          <a16:creationId xmlns:a16="http://schemas.microsoft.com/office/drawing/2014/main" id="{4EABDB1D-B297-ED36-08CF-9251C959F18C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05301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90" name="Forma Livre: Forma 289">
                      <a:extLst>
                        <a:ext uri="{FF2B5EF4-FFF2-40B4-BE49-F238E27FC236}">
                          <a16:creationId xmlns:a16="http://schemas.microsoft.com/office/drawing/2014/main" id="{8E8B1DE0-5A6A-52B3-4CD1-74F5E5AC1468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86233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91" name="Forma Livre: Forma 290">
                      <a:extLst>
                        <a:ext uri="{FF2B5EF4-FFF2-40B4-BE49-F238E27FC236}">
                          <a16:creationId xmlns:a16="http://schemas.microsoft.com/office/drawing/2014/main" id="{86F9415C-B486-0A81-D592-85FD256220A1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92" name="Forma Livre: Forma 291">
                      <a:extLst>
                        <a:ext uri="{FF2B5EF4-FFF2-40B4-BE49-F238E27FC236}">
                          <a16:creationId xmlns:a16="http://schemas.microsoft.com/office/drawing/2014/main" id="{9724ABFE-F07F-7861-5028-5384C093014F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93" name="Forma Livre: Forma 292">
                      <a:extLst>
                        <a:ext uri="{FF2B5EF4-FFF2-40B4-BE49-F238E27FC236}">
                          <a16:creationId xmlns:a16="http://schemas.microsoft.com/office/drawing/2014/main" id="{6779C753-BA7F-0D4E-28D0-88118C0585A4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94" name="Forma Livre: Forma 293">
                      <a:extLst>
                        <a:ext uri="{FF2B5EF4-FFF2-40B4-BE49-F238E27FC236}">
                          <a16:creationId xmlns:a16="http://schemas.microsoft.com/office/drawing/2014/main" id="{409D5EA2-35BF-CB6F-FA62-17E124C12B2D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17787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95" name="Forma Livre: Forma 294">
                      <a:extLst>
                        <a:ext uri="{FF2B5EF4-FFF2-40B4-BE49-F238E27FC236}">
                          <a16:creationId xmlns:a16="http://schemas.microsoft.com/office/drawing/2014/main" id="{016C22B3-353E-8E1A-0E4C-25FECF57C697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96" name="Forma Livre: Forma 295">
                      <a:extLst>
                        <a:ext uri="{FF2B5EF4-FFF2-40B4-BE49-F238E27FC236}">
                          <a16:creationId xmlns:a16="http://schemas.microsoft.com/office/drawing/2014/main" id="{05A144D4-0294-0556-1198-B9FFFEAA797E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97" name="Forma Livre: Forma 296">
                      <a:extLst>
                        <a:ext uri="{FF2B5EF4-FFF2-40B4-BE49-F238E27FC236}">
                          <a16:creationId xmlns:a16="http://schemas.microsoft.com/office/drawing/2014/main" id="{73F1A1A7-65BD-B0A5-3404-2E7069FAEB37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285" name="Forma Livre: Forma 284">
                    <a:extLst>
                      <a:ext uri="{FF2B5EF4-FFF2-40B4-BE49-F238E27FC236}">
                        <a16:creationId xmlns:a16="http://schemas.microsoft.com/office/drawing/2014/main" id="{448D7C29-FAA5-9215-F2F3-915A3A6A01EC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 userDrawn="1"/>
                </p:nvSpPr>
                <p:spPr>
                  <a:xfrm>
                    <a:off x="5310504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81" name="Elipse 280">
                  <a:extLst>
                    <a:ext uri="{FF2B5EF4-FFF2-40B4-BE49-F238E27FC236}">
                      <a16:creationId xmlns:a16="http://schemas.microsoft.com/office/drawing/2014/main" id="{80915351-F272-2FC0-F543-EC961A251E1C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3407348" y="2766156"/>
                  <a:ext cx="1183691" cy="1183694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278" name="Retângulo: Cantos Arredondados 277">
                <a:extLst>
                  <a:ext uri="{FF2B5EF4-FFF2-40B4-BE49-F238E27FC236}">
                    <a16:creationId xmlns:a16="http://schemas.microsoft.com/office/drawing/2014/main" id="{F2327320-ECC2-D25D-6261-EF6BFE0629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896682" y="3914546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79" name="Retângulo: Cantos Arredondados 278">
                <a:extLst>
                  <a:ext uri="{FF2B5EF4-FFF2-40B4-BE49-F238E27FC236}">
                    <a16:creationId xmlns:a16="http://schemas.microsoft.com/office/drawing/2014/main" id="{6F770831-04DE-A4B8-4F05-A1191A5169F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5400000">
                <a:off x="1920380" y="3941755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103" name="Espaço Reservado para Texto 13">
            <a:extLst>
              <a:ext uri="{FF2B5EF4-FFF2-40B4-BE49-F238E27FC236}">
                <a16:creationId xmlns:a16="http://schemas.microsoft.com/office/drawing/2014/main" id="{8F52B636-9C49-22E4-E2EE-7314064992A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99929" y="4836265"/>
            <a:ext cx="2240679" cy="163016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02" name="Espaço Reservado para Texto 13">
            <a:extLst>
              <a:ext uri="{FF2B5EF4-FFF2-40B4-BE49-F238E27FC236}">
                <a16:creationId xmlns:a16="http://schemas.microsoft.com/office/drawing/2014/main" id="{372342CF-63A5-7DD9-2692-F6E25D16E5A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14448" y="4337911"/>
            <a:ext cx="2226160" cy="346645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2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1 Ano</a:t>
            </a:r>
          </a:p>
        </p:txBody>
      </p:sp>
      <p:sp>
        <p:nvSpPr>
          <p:cNvPr id="119" name="Espaço Reservado para Texto 13">
            <a:extLst>
              <a:ext uri="{FF2B5EF4-FFF2-40B4-BE49-F238E27FC236}">
                <a16:creationId xmlns:a16="http://schemas.microsoft.com/office/drawing/2014/main" id="{59C7CFEB-6A99-5936-A472-593CA74E022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50594" y="1387638"/>
            <a:ext cx="3639264" cy="100762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18" name="Espaço Reservado para Texto 13">
            <a:extLst>
              <a:ext uri="{FF2B5EF4-FFF2-40B4-BE49-F238E27FC236}">
                <a16:creationId xmlns:a16="http://schemas.microsoft.com/office/drawing/2014/main" id="{FC7CFD89-812E-E76A-1A2A-648FCF774E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65113" y="889284"/>
            <a:ext cx="1796218" cy="36958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2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6 Meses</a:t>
            </a:r>
          </a:p>
        </p:txBody>
      </p:sp>
      <p:sp>
        <p:nvSpPr>
          <p:cNvPr id="101" name="Espaço Reservado para Texto 13">
            <a:extLst>
              <a:ext uri="{FF2B5EF4-FFF2-40B4-BE49-F238E27FC236}">
                <a16:creationId xmlns:a16="http://schemas.microsoft.com/office/drawing/2014/main" id="{46C5B535-D465-1E03-1865-B62B951E93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97937" y="4798243"/>
            <a:ext cx="3002938" cy="179438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00" name="Espaço Reservado para Texto 13">
            <a:extLst>
              <a:ext uri="{FF2B5EF4-FFF2-40B4-BE49-F238E27FC236}">
                <a16:creationId xmlns:a16="http://schemas.microsoft.com/office/drawing/2014/main" id="{42458820-4E0B-FF53-DF2A-3846549C63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97937" y="4322523"/>
            <a:ext cx="2098063" cy="37318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2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3 Meses</a:t>
            </a:r>
          </a:p>
        </p:txBody>
      </p:sp>
      <p:sp>
        <p:nvSpPr>
          <p:cNvPr id="76" name="Espaço Reservado para Texto 11">
            <a:extLst>
              <a:ext uri="{FF2B5EF4-FFF2-40B4-BE49-F238E27FC236}">
                <a16:creationId xmlns:a16="http://schemas.microsoft.com/office/drawing/2014/main" id="{0786E59F-01F8-B0D8-AFB0-9B54898362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28" y="466545"/>
            <a:ext cx="2401849" cy="58125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3700"/>
              </a:lnSpc>
              <a:spcBef>
                <a:spcPts val="0"/>
              </a:spcBef>
              <a:defRPr sz="4000" b="1" spc="-60" baseline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Retorno</a:t>
            </a:r>
          </a:p>
        </p:txBody>
      </p:sp>
    </p:spTree>
    <p:extLst>
      <p:ext uri="{BB962C8B-B14F-4D97-AF65-F5344CB8AC3E}">
        <p14:creationId xmlns:p14="http://schemas.microsoft.com/office/powerpoint/2010/main" val="361336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75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75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7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7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7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5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111" grpId="0" animBg="1"/>
      <p:bldP spid="148" grpId="0" animBg="1"/>
      <p:bldP spid="10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4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03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0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0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3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02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0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0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9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1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8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1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1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01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0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0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00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0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0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olucao_opcao4a_txt">
    <p:bg>
      <p:bgPr>
        <a:gradFill flip="none" rotWithShape="1">
          <a:gsLst>
            <a:gs pos="13000">
              <a:srgbClr val="FFFFFF"/>
            </a:gs>
            <a:gs pos="100000">
              <a:srgbClr val="FFFFFF"/>
            </a:gs>
            <a:gs pos="0">
              <a:schemeClr val="bg2">
                <a:alpha val="44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4C8B560-470A-539E-685D-AA438079798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-216584" y="3450753"/>
            <a:ext cx="1468761" cy="6650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2AEFAAC3-78D7-37B2-11B2-7746D45F97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V="1">
            <a:off x="4289898" y="3450753"/>
            <a:ext cx="3014105" cy="13739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D2067032-0D8C-27D0-697A-497F77BC580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298308" y="3450753"/>
            <a:ext cx="2953821" cy="6957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C285A902-DFC5-50C8-4348-864C9EADFD7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4264976" y="3586922"/>
            <a:ext cx="5466" cy="555968"/>
          </a:xfrm>
          <a:prstGeom prst="line">
            <a:avLst/>
          </a:prstGeom>
          <a:ln>
            <a:solidFill>
              <a:srgbClr val="4862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>
            <a:extLst>
              <a:ext uri="{FF2B5EF4-FFF2-40B4-BE49-F238E27FC236}">
                <a16:creationId xmlns:a16="http://schemas.microsoft.com/office/drawing/2014/main" id="{F7A65919-3134-E6F1-2EA7-1445ACAA16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179975" y="4068864"/>
            <a:ext cx="170001" cy="1700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60061E70-4D7C-D4F0-ADDB-E9EDFDB7673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7336179" y="3450753"/>
            <a:ext cx="2599232" cy="0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AD37E0A5-4FAB-BDE3-7631-E3EA179DC74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9946613" y="3586922"/>
            <a:ext cx="5466" cy="555968"/>
          </a:xfrm>
          <a:prstGeom prst="line">
            <a:avLst/>
          </a:prstGeom>
          <a:ln>
            <a:solidFill>
              <a:srgbClr val="4862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Elipse 114">
            <a:extLst>
              <a:ext uri="{FF2B5EF4-FFF2-40B4-BE49-F238E27FC236}">
                <a16:creationId xmlns:a16="http://schemas.microsoft.com/office/drawing/2014/main" id="{E295DA79-AFCC-4F73-F123-EA8D2DCEA5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61612" y="4068864"/>
            <a:ext cx="170001" cy="1700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cxnSp>
        <p:nvCxnSpPr>
          <p:cNvPr id="141" name="Conector reto 140">
            <a:extLst>
              <a:ext uri="{FF2B5EF4-FFF2-40B4-BE49-F238E27FC236}">
                <a16:creationId xmlns:a16="http://schemas.microsoft.com/office/drawing/2014/main" id="{EB9A33E2-5B3D-D7EA-2260-C7D10E9DB2B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73558" y="2799445"/>
            <a:ext cx="5466" cy="555968"/>
          </a:xfrm>
          <a:prstGeom prst="line">
            <a:avLst/>
          </a:prstGeom>
          <a:ln>
            <a:solidFill>
              <a:srgbClr val="4862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Elipse 141">
            <a:extLst>
              <a:ext uri="{FF2B5EF4-FFF2-40B4-BE49-F238E27FC236}">
                <a16:creationId xmlns:a16="http://schemas.microsoft.com/office/drawing/2014/main" id="{FDE295C3-E41D-13BE-2E54-F248272C66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205690" y="2629444"/>
            <a:ext cx="170001" cy="1700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cxnSp>
        <p:nvCxnSpPr>
          <p:cNvPr id="174" name="Conector reto 173">
            <a:extLst>
              <a:ext uri="{FF2B5EF4-FFF2-40B4-BE49-F238E27FC236}">
                <a16:creationId xmlns:a16="http://schemas.microsoft.com/office/drawing/2014/main" id="{023BF7DE-8C41-7590-EBB1-DEB99882CE2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 flipH="1">
            <a:off x="7323641" y="2799445"/>
            <a:ext cx="5466" cy="555968"/>
          </a:xfrm>
          <a:prstGeom prst="line">
            <a:avLst/>
          </a:prstGeom>
          <a:ln>
            <a:solidFill>
              <a:srgbClr val="48625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Elipse 174">
            <a:extLst>
              <a:ext uri="{FF2B5EF4-FFF2-40B4-BE49-F238E27FC236}">
                <a16:creationId xmlns:a16="http://schemas.microsoft.com/office/drawing/2014/main" id="{CBD70693-4E85-6570-B9D5-0E30C8C419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38640" y="2636896"/>
            <a:ext cx="170001" cy="1700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/>
              <a:t> 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B2AC08E3-E81A-238A-7FD1-F9D24AA52A6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14566" y="3616933"/>
            <a:ext cx="717983" cy="717983"/>
            <a:chOff x="914566" y="3616933"/>
            <a:chExt cx="717983" cy="717983"/>
          </a:xfrm>
        </p:grpSpPr>
        <p:sp>
          <p:nvSpPr>
            <p:cNvPr id="192" name="Elipse 191">
              <a:extLst>
                <a:ext uri="{FF2B5EF4-FFF2-40B4-BE49-F238E27FC236}">
                  <a16:creationId xmlns:a16="http://schemas.microsoft.com/office/drawing/2014/main" id="{81A4688D-3943-93EB-2520-24BA5CE54A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14566" y="3616933"/>
              <a:ext cx="717983" cy="717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93" name="Agrupar 192">
              <a:extLst>
                <a:ext uri="{FF2B5EF4-FFF2-40B4-BE49-F238E27FC236}">
                  <a16:creationId xmlns:a16="http://schemas.microsoft.com/office/drawing/2014/main" id="{B58ED2C5-4327-B78E-031E-522F9A2EBC0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1049611" y="3772116"/>
              <a:ext cx="457340" cy="407472"/>
              <a:chOff x="1351828" y="3523198"/>
              <a:chExt cx="738121" cy="606847"/>
            </a:xfrm>
            <a:solidFill>
              <a:schemeClr val="bg1"/>
            </a:solidFill>
          </p:grpSpPr>
          <p:grpSp>
            <p:nvGrpSpPr>
              <p:cNvPr id="194" name="Agrupar 193">
                <a:extLst>
                  <a:ext uri="{FF2B5EF4-FFF2-40B4-BE49-F238E27FC236}">
                    <a16:creationId xmlns:a16="http://schemas.microsoft.com/office/drawing/2014/main" id="{ADA0A378-3683-502F-2517-C6497C44B582}"/>
                  </a:ext>
                </a:extLst>
              </p:cNvPr>
              <p:cNvGrpSpPr>
                <a:grpSpLocks noGrp="1" noUngrp="1" noRot="1" noMove="1" noResize="1"/>
              </p:cNvGrpSpPr>
              <p:nvPr userDrawn="1"/>
            </p:nvGrpSpPr>
            <p:grpSpPr>
              <a:xfrm>
                <a:off x="1351828" y="3523198"/>
                <a:ext cx="738121" cy="606847"/>
                <a:chOff x="1767324" y="1618577"/>
                <a:chExt cx="2835571" cy="2331273"/>
              </a:xfrm>
              <a:grpFill/>
            </p:grpSpPr>
            <p:grpSp>
              <p:nvGrpSpPr>
                <p:cNvPr id="197" name="Gráfico 1">
                  <a:extLst>
                    <a:ext uri="{FF2B5EF4-FFF2-40B4-BE49-F238E27FC236}">
                      <a16:creationId xmlns:a16="http://schemas.microsoft.com/office/drawing/2014/main" id="{1F3F81B1-8B27-A22E-B1E1-5A32F5C1D2F4}"/>
                    </a:ext>
                  </a:extLst>
                </p:cNvPr>
                <p:cNvGrpSpPr>
                  <a:grpSpLocks noGrp="1" noUngrp="1" noRot="1" noMove="1" noResize="1"/>
                </p:cNvGrpSpPr>
                <p:nvPr userDrawn="1"/>
              </p:nvGrpSpPr>
              <p:grpSpPr>
                <a:xfrm>
                  <a:off x="1767324" y="1618577"/>
                  <a:ext cx="2835571" cy="2254925"/>
                  <a:chOff x="5004435" y="2907320"/>
                  <a:chExt cx="420052" cy="334037"/>
                </a:xfrm>
                <a:grpFill/>
              </p:grpSpPr>
              <p:sp>
                <p:nvSpPr>
                  <p:cNvPr id="199" name="Forma Livre: Forma 198">
                    <a:extLst>
                      <a:ext uri="{FF2B5EF4-FFF2-40B4-BE49-F238E27FC236}">
                        <a16:creationId xmlns:a16="http://schemas.microsoft.com/office/drawing/2014/main" id="{ED9668B9-207C-78C9-26F4-2FA596FE2E5F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04435" y="2938462"/>
                    <a:ext cx="420052" cy="302895"/>
                  </a:xfrm>
                  <a:custGeom>
                    <a:avLst/>
                    <a:gdLst>
                      <a:gd name="connsiteX0" fmla="*/ 377190 w 420052"/>
                      <a:gd name="connsiteY0" fmla="*/ 302895 h 302895"/>
                      <a:gd name="connsiteX1" fmla="*/ 42863 w 420052"/>
                      <a:gd name="connsiteY1" fmla="*/ 302895 h 302895"/>
                      <a:gd name="connsiteX2" fmla="*/ 0 w 420052"/>
                      <a:gd name="connsiteY2" fmla="*/ 260033 h 302895"/>
                      <a:gd name="connsiteX3" fmla="*/ 0 w 420052"/>
                      <a:gd name="connsiteY3" fmla="*/ 42863 h 302895"/>
                      <a:gd name="connsiteX4" fmla="*/ 42863 w 420052"/>
                      <a:gd name="connsiteY4" fmla="*/ 0 h 302895"/>
                      <a:gd name="connsiteX5" fmla="*/ 377190 w 420052"/>
                      <a:gd name="connsiteY5" fmla="*/ 0 h 302895"/>
                      <a:gd name="connsiteX6" fmla="*/ 420053 w 420052"/>
                      <a:gd name="connsiteY6" fmla="*/ 42863 h 302895"/>
                      <a:gd name="connsiteX7" fmla="*/ 420053 w 420052"/>
                      <a:gd name="connsiteY7" fmla="*/ 260033 h 302895"/>
                      <a:gd name="connsiteX8" fmla="*/ 377190 w 420052"/>
                      <a:gd name="connsiteY8" fmla="*/ 302895 h 302895"/>
                      <a:gd name="connsiteX9" fmla="*/ 42863 w 420052"/>
                      <a:gd name="connsiteY9" fmla="*/ 18098 h 302895"/>
                      <a:gd name="connsiteX10" fmla="*/ 19050 w 420052"/>
                      <a:gd name="connsiteY10" fmla="*/ 41910 h 302895"/>
                      <a:gd name="connsiteX11" fmla="*/ 19050 w 420052"/>
                      <a:gd name="connsiteY11" fmla="*/ 259080 h 302895"/>
                      <a:gd name="connsiteX12" fmla="*/ 42863 w 420052"/>
                      <a:gd name="connsiteY12" fmla="*/ 282892 h 302895"/>
                      <a:gd name="connsiteX13" fmla="*/ 377190 w 420052"/>
                      <a:gd name="connsiteY13" fmla="*/ 282892 h 302895"/>
                      <a:gd name="connsiteX14" fmla="*/ 401003 w 420052"/>
                      <a:gd name="connsiteY14" fmla="*/ 259080 h 302895"/>
                      <a:gd name="connsiteX15" fmla="*/ 401003 w 420052"/>
                      <a:gd name="connsiteY15" fmla="*/ 41910 h 302895"/>
                      <a:gd name="connsiteX16" fmla="*/ 377190 w 420052"/>
                      <a:gd name="connsiteY16" fmla="*/ 18098 h 302895"/>
                      <a:gd name="connsiteX17" fmla="*/ 42863 w 420052"/>
                      <a:gd name="connsiteY17" fmla="*/ 18098 h 302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" h="302895">
                        <a:moveTo>
                          <a:pt x="377190" y="302895"/>
                        </a:moveTo>
                        <a:lnTo>
                          <a:pt x="42863" y="302895"/>
                        </a:lnTo>
                        <a:cubicBezTo>
                          <a:pt x="19050" y="302895"/>
                          <a:pt x="0" y="283845"/>
                          <a:pt x="0" y="260033"/>
                        </a:cubicBezTo>
                        <a:lnTo>
                          <a:pt x="0" y="42863"/>
                        </a:lnTo>
                        <a:cubicBezTo>
                          <a:pt x="0" y="19050"/>
                          <a:pt x="19050" y="0"/>
                          <a:pt x="42863" y="0"/>
                        </a:cubicBezTo>
                        <a:lnTo>
                          <a:pt x="377190" y="0"/>
                        </a:lnTo>
                        <a:cubicBezTo>
                          <a:pt x="401003" y="0"/>
                          <a:pt x="420053" y="19050"/>
                          <a:pt x="420053" y="42863"/>
                        </a:cubicBezTo>
                        <a:lnTo>
                          <a:pt x="420053" y="260033"/>
                        </a:lnTo>
                        <a:cubicBezTo>
                          <a:pt x="420053" y="283845"/>
                          <a:pt x="401003" y="302895"/>
                          <a:pt x="377190" y="302895"/>
                        </a:cubicBezTo>
                        <a:close/>
                        <a:moveTo>
                          <a:pt x="42863" y="18098"/>
                        </a:moveTo>
                        <a:cubicBezTo>
                          <a:pt x="29527" y="18098"/>
                          <a:pt x="19050" y="28575"/>
                          <a:pt x="19050" y="41910"/>
                        </a:cubicBezTo>
                        <a:lnTo>
                          <a:pt x="19050" y="259080"/>
                        </a:lnTo>
                        <a:cubicBezTo>
                          <a:pt x="19050" y="272415"/>
                          <a:pt x="29527" y="282892"/>
                          <a:pt x="42863" y="282892"/>
                        </a:cubicBezTo>
                        <a:lnTo>
                          <a:pt x="377190" y="282892"/>
                        </a:lnTo>
                        <a:cubicBezTo>
                          <a:pt x="390525" y="282892"/>
                          <a:pt x="401003" y="272415"/>
                          <a:pt x="401003" y="259080"/>
                        </a:cubicBezTo>
                        <a:lnTo>
                          <a:pt x="401003" y="41910"/>
                        </a:lnTo>
                        <a:cubicBezTo>
                          <a:pt x="401003" y="28575"/>
                          <a:pt x="390525" y="18098"/>
                          <a:pt x="377190" y="18098"/>
                        </a:cubicBezTo>
                        <a:lnTo>
                          <a:pt x="42863" y="18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00" name="Forma Livre: Forma 199">
                    <a:extLst>
                      <a:ext uri="{FF2B5EF4-FFF2-40B4-BE49-F238E27FC236}">
                        <a16:creationId xmlns:a16="http://schemas.microsoft.com/office/drawing/2014/main" id="{FAB8A993-BA2D-049E-8661-2E1854D2F958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66347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201" name="Gráfico 1">
                    <a:extLst>
                      <a:ext uri="{FF2B5EF4-FFF2-40B4-BE49-F238E27FC236}">
                        <a16:creationId xmlns:a16="http://schemas.microsoft.com/office/drawing/2014/main" id="{4025C01B-F4BE-99D0-CAFF-66A054709F98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053012" y="3017787"/>
                    <a:ext cx="322897" cy="157846"/>
                    <a:chOff x="5053012" y="3017787"/>
                    <a:chExt cx="322897" cy="157846"/>
                  </a:xfrm>
                  <a:grpFill/>
                </p:grpSpPr>
                <p:sp>
                  <p:nvSpPr>
                    <p:cNvPr id="203" name="Forma Livre: Forma 202">
                      <a:extLst>
                        <a:ext uri="{FF2B5EF4-FFF2-40B4-BE49-F238E27FC236}">
                          <a16:creationId xmlns:a16="http://schemas.microsoft.com/office/drawing/2014/main" id="{7D98CB85-4179-0C4D-BC59-A1011251C6E1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304472" y="3154679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04" name="Forma Livre: Forma 203">
                      <a:extLst>
                        <a:ext uri="{FF2B5EF4-FFF2-40B4-BE49-F238E27FC236}">
                          <a16:creationId xmlns:a16="http://schemas.microsoft.com/office/drawing/2014/main" id="{7C434A7D-7643-164C-2AA7-34E8519D7155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22065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05" name="Forma Livre: Forma 204">
                      <a:extLst>
                        <a:ext uri="{FF2B5EF4-FFF2-40B4-BE49-F238E27FC236}">
                          <a16:creationId xmlns:a16="http://schemas.microsoft.com/office/drawing/2014/main" id="{4A5848C0-A579-87C3-FB9B-1D4B6995211B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13683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06" name="Forma Livre: Forma 205">
                      <a:extLst>
                        <a:ext uri="{FF2B5EF4-FFF2-40B4-BE49-F238E27FC236}">
                          <a16:creationId xmlns:a16="http://schemas.microsoft.com/office/drawing/2014/main" id="{7C944E55-FC07-F80C-99E1-A44221AC8200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05301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07" name="Forma Livre: Forma 206">
                      <a:extLst>
                        <a:ext uri="{FF2B5EF4-FFF2-40B4-BE49-F238E27FC236}">
                          <a16:creationId xmlns:a16="http://schemas.microsoft.com/office/drawing/2014/main" id="{1B635B82-28DF-60B6-5C1C-449EAFBD4B5D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86233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08" name="Forma Livre: Forma 207">
                      <a:extLst>
                        <a:ext uri="{FF2B5EF4-FFF2-40B4-BE49-F238E27FC236}">
                          <a16:creationId xmlns:a16="http://schemas.microsoft.com/office/drawing/2014/main" id="{D79170AA-D5AB-7205-6D1E-A06FB1B35A35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09" name="Forma Livre: Forma 208">
                      <a:extLst>
                        <a:ext uri="{FF2B5EF4-FFF2-40B4-BE49-F238E27FC236}">
                          <a16:creationId xmlns:a16="http://schemas.microsoft.com/office/drawing/2014/main" id="{10F736C7-B60D-DA84-E330-7FAA406E37C2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10" name="Forma Livre: Forma 209">
                      <a:extLst>
                        <a:ext uri="{FF2B5EF4-FFF2-40B4-BE49-F238E27FC236}">
                          <a16:creationId xmlns:a16="http://schemas.microsoft.com/office/drawing/2014/main" id="{EAE84AB9-70AE-E52B-F7FC-FBF4ABFC1CA9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11" name="Forma Livre: Forma 210">
                      <a:extLst>
                        <a:ext uri="{FF2B5EF4-FFF2-40B4-BE49-F238E27FC236}">
                          <a16:creationId xmlns:a16="http://schemas.microsoft.com/office/drawing/2014/main" id="{539BC787-3DAD-5BE2-3904-57445E71C9AC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17787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12" name="Forma Livre: Forma 211">
                      <a:extLst>
                        <a:ext uri="{FF2B5EF4-FFF2-40B4-BE49-F238E27FC236}">
                          <a16:creationId xmlns:a16="http://schemas.microsoft.com/office/drawing/2014/main" id="{DF93B722-6605-46A9-744B-B32578F5180E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13" name="Forma Livre: Forma 212">
                      <a:extLst>
                        <a:ext uri="{FF2B5EF4-FFF2-40B4-BE49-F238E27FC236}">
                          <a16:creationId xmlns:a16="http://schemas.microsoft.com/office/drawing/2014/main" id="{AFC2FFEC-472C-D8CE-6265-A401F38FBA0B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14" name="Forma Livre: Forma 213">
                      <a:extLst>
                        <a:ext uri="{FF2B5EF4-FFF2-40B4-BE49-F238E27FC236}">
                          <a16:creationId xmlns:a16="http://schemas.microsoft.com/office/drawing/2014/main" id="{9642C0AF-9220-6390-EB48-E9EACA68B091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202" name="Forma Livre: Forma 201">
                    <a:extLst>
                      <a:ext uri="{FF2B5EF4-FFF2-40B4-BE49-F238E27FC236}">
                        <a16:creationId xmlns:a16="http://schemas.microsoft.com/office/drawing/2014/main" id="{B47C97C4-98C4-96B3-34CB-53AB411FACB9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 userDrawn="1"/>
                </p:nvSpPr>
                <p:spPr>
                  <a:xfrm>
                    <a:off x="5310504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98" name="Elipse 197">
                  <a:extLst>
                    <a:ext uri="{FF2B5EF4-FFF2-40B4-BE49-F238E27FC236}">
                      <a16:creationId xmlns:a16="http://schemas.microsoft.com/office/drawing/2014/main" id="{FDA06D9C-FC12-47DC-88B8-04387F45658F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3407348" y="2766156"/>
                  <a:ext cx="1183691" cy="1183694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195" name="Retângulo: Cantos Arredondados 194">
                <a:extLst>
                  <a:ext uri="{FF2B5EF4-FFF2-40B4-BE49-F238E27FC236}">
                    <a16:creationId xmlns:a16="http://schemas.microsoft.com/office/drawing/2014/main" id="{998DD901-86C1-1274-3D9F-15B0B7D4BA7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896682" y="3914546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96" name="Retângulo: Cantos Arredondados 195">
                <a:extLst>
                  <a:ext uri="{FF2B5EF4-FFF2-40B4-BE49-F238E27FC236}">
                    <a16:creationId xmlns:a16="http://schemas.microsoft.com/office/drawing/2014/main" id="{BB28548F-534B-FD76-7E78-3A91C9A9D80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5400000">
                <a:off x="1920380" y="3941755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15" name="Agrupar 214">
            <a:extLst>
              <a:ext uri="{FF2B5EF4-FFF2-40B4-BE49-F238E27FC236}">
                <a16:creationId xmlns:a16="http://schemas.microsoft.com/office/drawing/2014/main" id="{53C221A4-E8DF-706C-5504-49426BCB02F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930906" y="2610786"/>
            <a:ext cx="717983" cy="717983"/>
            <a:chOff x="7862999" y="4798243"/>
            <a:chExt cx="717983" cy="7179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6" name="Elipse 215">
              <a:extLst>
                <a:ext uri="{FF2B5EF4-FFF2-40B4-BE49-F238E27FC236}">
                  <a16:creationId xmlns:a16="http://schemas.microsoft.com/office/drawing/2014/main" id="{AA4E683E-586F-C5E6-44E3-21A08CDEE52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862999" y="4798243"/>
              <a:ext cx="717983" cy="717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17" name="Agrupar 216">
              <a:extLst>
                <a:ext uri="{FF2B5EF4-FFF2-40B4-BE49-F238E27FC236}">
                  <a16:creationId xmlns:a16="http://schemas.microsoft.com/office/drawing/2014/main" id="{BA244CFA-0C83-DF1E-B1DB-0F2B664A2D7F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998044" y="4953426"/>
              <a:ext cx="457340" cy="407472"/>
              <a:chOff x="1351828" y="3523198"/>
              <a:chExt cx="738121" cy="606847"/>
            </a:xfrm>
            <a:solidFill>
              <a:schemeClr val="bg1"/>
            </a:solidFill>
          </p:grpSpPr>
          <p:grpSp>
            <p:nvGrpSpPr>
              <p:cNvPr id="218" name="Agrupar 217">
                <a:extLst>
                  <a:ext uri="{FF2B5EF4-FFF2-40B4-BE49-F238E27FC236}">
                    <a16:creationId xmlns:a16="http://schemas.microsoft.com/office/drawing/2014/main" id="{AB38112A-8645-4498-84AB-504C60B8F141}"/>
                  </a:ext>
                </a:extLst>
              </p:cNvPr>
              <p:cNvGrpSpPr>
                <a:grpSpLocks noGrp="1" noUngrp="1" noRot="1" noMove="1" noResize="1"/>
              </p:cNvGrpSpPr>
              <p:nvPr userDrawn="1"/>
            </p:nvGrpSpPr>
            <p:grpSpPr>
              <a:xfrm>
                <a:off x="1351828" y="3523198"/>
                <a:ext cx="738121" cy="606847"/>
                <a:chOff x="1767324" y="1618577"/>
                <a:chExt cx="2835571" cy="2331273"/>
              </a:xfrm>
              <a:grpFill/>
            </p:grpSpPr>
            <p:grpSp>
              <p:nvGrpSpPr>
                <p:cNvPr id="221" name="Gráfico 1">
                  <a:extLst>
                    <a:ext uri="{FF2B5EF4-FFF2-40B4-BE49-F238E27FC236}">
                      <a16:creationId xmlns:a16="http://schemas.microsoft.com/office/drawing/2014/main" id="{78C462B4-3C04-3534-8334-DAC4490F5350}"/>
                    </a:ext>
                  </a:extLst>
                </p:cNvPr>
                <p:cNvGrpSpPr>
                  <a:grpSpLocks noGrp="1" noUngrp="1" noRot="1" noMove="1" noResize="1"/>
                </p:cNvGrpSpPr>
                <p:nvPr userDrawn="1"/>
              </p:nvGrpSpPr>
              <p:grpSpPr>
                <a:xfrm>
                  <a:off x="1767324" y="1618577"/>
                  <a:ext cx="2835571" cy="2254925"/>
                  <a:chOff x="5004435" y="2907320"/>
                  <a:chExt cx="420052" cy="334037"/>
                </a:xfrm>
                <a:grpFill/>
              </p:grpSpPr>
              <p:sp>
                <p:nvSpPr>
                  <p:cNvPr id="223" name="Forma Livre: Forma 222">
                    <a:extLst>
                      <a:ext uri="{FF2B5EF4-FFF2-40B4-BE49-F238E27FC236}">
                        <a16:creationId xmlns:a16="http://schemas.microsoft.com/office/drawing/2014/main" id="{30311B36-9841-D2DA-59FB-544D9F16E119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04435" y="2938462"/>
                    <a:ext cx="420052" cy="302895"/>
                  </a:xfrm>
                  <a:custGeom>
                    <a:avLst/>
                    <a:gdLst>
                      <a:gd name="connsiteX0" fmla="*/ 377190 w 420052"/>
                      <a:gd name="connsiteY0" fmla="*/ 302895 h 302895"/>
                      <a:gd name="connsiteX1" fmla="*/ 42863 w 420052"/>
                      <a:gd name="connsiteY1" fmla="*/ 302895 h 302895"/>
                      <a:gd name="connsiteX2" fmla="*/ 0 w 420052"/>
                      <a:gd name="connsiteY2" fmla="*/ 260033 h 302895"/>
                      <a:gd name="connsiteX3" fmla="*/ 0 w 420052"/>
                      <a:gd name="connsiteY3" fmla="*/ 42863 h 302895"/>
                      <a:gd name="connsiteX4" fmla="*/ 42863 w 420052"/>
                      <a:gd name="connsiteY4" fmla="*/ 0 h 302895"/>
                      <a:gd name="connsiteX5" fmla="*/ 377190 w 420052"/>
                      <a:gd name="connsiteY5" fmla="*/ 0 h 302895"/>
                      <a:gd name="connsiteX6" fmla="*/ 420053 w 420052"/>
                      <a:gd name="connsiteY6" fmla="*/ 42863 h 302895"/>
                      <a:gd name="connsiteX7" fmla="*/ 420053 w 420052"/>
                      <a:gd name="connsiteY7" fmla="*/ 260033 h 302895"/>
                      <a:gd name="connsiteX8" fmla="*/ 377190 w 420052"/>
                      <a:gd name="connsiteY8" fmla="*/ 302895 h 302895"/>
                      <a:gd name="connsiteX9" fmla="*/ 42863 w 420052"/>
                      <a:gd name="connsiteY9" fmla="*/ 18098 h 302895"/>
                      <a:gd name="connsiteX10" fmla="*/ 19050 w 420052"/>
                      <a:gd name="connsiteY10" fmla="*/ 41910 h 302895"/>
                      <a:gd name="connsiteX11" fmla="*/ 19050 w 420052"/>
                      <a:gd name="connsiteY11" fmla="*/ 259080 h 302895"/>
                      <a:gd name="connsiteX12" fmla="*/ 42863 w 420052"/>
                      <a:gd name="connsiteY12" fmla="*/ 282892 h 302895"/>
                      <a:gd name="connsiteX13" fmla="*/ 377190 w 420052"/>
                      <a:gd name="connsiteY13" fmla="*/ 282892 h 302895"/>
                      <a:gd name="connsiteX14" fmla="*/ 401003 w 420052"/>
                      <a:gd name="connsiteY14" fmla="*/ 259080 h 302895"/>
                      <a:gd name="connsiteX15" fmla="*/ 401003 w 420052"/>
                      <a:gd name="connsiteY15" fmla="*/ 41910 h 302895"/>
                      <a:gd name="connsiteX16" fmla="*/ 377190 w 420052"/>
                      <a:gd name="connsiteY16" fmla="*/ 18098 h 302895"/>
                      <a:gd name="connsiteX17" fmla="*/ 42863 w 420052"/>
                      <a:gd name="connsiteY17" fmla="*/ 18098 h 302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" h="302895">
                        <a:moveTo>
                          <a:pt x="377190" y="302895"/>
                        </a:moveTo>
                        <a:lnTo>
                          <a:pt x="42863" y="302895"/>
                        </a:lnTo>
                        <a:cubicBezTo>
                          <a:pt x="19050" y="302895"/>
                          <a:pt x="0" y="283845"/>
                          <a:pt x="0" y="260033"/>
                        </a:cubicBezTo>
                        <a:lnTo>
                          <a:pt x="0" y="42863"/>
                        </a:lnTo>
                        <a:cubicBezTo>
                          <a:pt x="0" y="19050"/>
                          <a:pt x="19050" y="0"/>
                          <a:pt x="42863" y="0"/>
                        </a:cubicBezTo>
                        <a:lnTo>
                          <a:pt x="377190" y="0"/>
                        </a:lnTo>
                        <a:cubicBezTo>
                          <a:pt x="401003" y="0"/>
                          <a:pt x="420053" y="19050"/>
                          <a:pt x="420053" y="42863"/>
                        </a:cubicBezTo>
                        <a:lnTo>
                          <a:pt x="420053" y="260033"/>
                        </a:lnTo>
                        <a:cubicBezTo>
                          <a:pt x="420053" y="283845"/>
                          <a:pt x="401003" y="302895"/>
                          <a:pt x="377190" y="302895"/>
                        </a:cubicBezTo>
                        <a:close/>
                        <a:moveTo>
                          <a:pt x="42863" y="18098"/>
                        </a:moveTo>
                        <a:cubicBezTo>
                          <a:pt x="29527" y="18098"/>
                          <a:pt x="19050" y="28575"/>
                          <a:pt x="19050" y="41910"/>
                        </a:cubicBezTo>
                        <a:lnTo>
                          <a:pt x="19050" y="259080"/>
                        </a:lnTo>
                        <a:cubicBezTo>
                          <a:pt x="19050" y="272415"/>
                          <a:pt x="29527" y="282892"/>
                          <a:pt x="42863" y="282892"/>
                        </a:cubicBezTo>
                        <a:lnTo>
                          <a:pt x="377190" y="282892"/>
                        </a:lnTo>
                        <a:cubicBezTo>
                          <a:pt x="390525" y="282892"/>
                          <a:pt x="401003" y="272415"/>
                          <a:pt x="401003" y="259080"/>
                        </a:cubicBezTo>
                        <a:lnTo>
                          <a:pt x="401003" y="41910"/>
                        </a:lnTo>
                        <a:cubicBezTo>
                          <a:pt x="401003" y="28575"/>
                          <a:pt x="390525" y="18098"/>
                          <a:pt x="377190" y="18098"/>
                        </a:cubicBezTo>
                        <a:lnTo>
                          <a:pt x="42863" y="18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24" name="Forma Livre: Forma 223">
                    <a:extLst>
                      <a:ext uri="{FF2B5EF4-FFF2-40B4-BE49-F238E27FC236}">
                        <a16:creationId xmlns:a16="http://schemas.microsoft.com/office/drawing/2014/main" id="{EA392BBF-DC56-BD8E-D582-AA7A5BDBDA27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66347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225" name="Gráfico 1">
                    <a:extLst>
                      <a:ext uri="{FF2B5EF4-FFF2-40B4-BE49-F238E27FC236}">
                        <a16:creationId xmlns:a16="http://schemas.microsoft.com/office/drawing/2014/main" id="{55E2F64A-A0AD-57E3-EAE9-BD7549093D33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053012" y="3017787"/>
                    <a:ext cx="322897" cy="157846"/>
                    <a:chOff x="5053012" y="3017787"/>
                    <a:chExt cx="322897" cy="157846"/>
                  </a:xfrm>
                  <a:grpFill/>
                </p:grpSpPr>
                <p:sp>
                  <p:nvSpPr>
                    <p:cNvPr id="227" name="Forma Livre: Forma 226">
                      <a:extLst>
                        <a:ext uri="{FF2B5EF4-FFF2-40B4-BE49-F238E27FC236}">
                          <a16:creationId xmlns:a16="http://schemas.microsoft.com/office/drawing/2014/main" id="{44C67145-8CAC-5292-E6C2-1F84E0B10A0B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304472" y="3154679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28" name="Forma Livre: Forma 227">
                      <a:extLst>
                        <a:ext uri="{FF2B5EF4-FFF2-40B4-BE49-F238E27FC236}">
                          <a16:creationId xmlns:a16="http://schemas.microsoft.com/office/drawing/2014/main" id="{D02BAF7C-1B97-7CB9-83C7-0367E1B67CE1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22065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29" name="Forma Livre: Forma 228">
                      <a:extLst>
                        <a:ext uri="{FF2B5EF4-FFF2-40B4-BE49-F238E27FC236}">
                          <a16:creationId xmlns:a16="http://schemas.microsoft.com/office/drawing/2014/main" id="{901FEB27-7D2E-00C6-66EC-3D15F241337B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13683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0" name="Forma Livre: Forma 229">
                      <a:extLst>
                        <a:ext uri="{FF2B5EF4-FFF2-40B4-BE49-F238E27FC236}">
                          <a16:creationId xmlns:a16="http://schemas.microsoft.com/office/drawing/2014/main" id="{1B99D991-4451-C0F3-BC27-B0EA0EC3B325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05301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1" name="Forma Livre: Forma 230">
                      <a:extLst>
                        <a:ext uri="{FF2B5EF4-FFF2-40B4-BE49-F238E27FC236}">
                          <a16:creationId xmlns:a16="http://schemas.microsoft.com/office/drawing/2014/main" id="{C52DCE2D-50D5-6CDE-5853-E3601CE9DE14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86233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2" name="Forma Livre: Forma 231">
                      <a:extLst>
                        <a:ext uri="{FF2B5EF4-FFF2-40B4-BE49-F238E27FC236}">
                          <a16:creationId xmlns:a16="http://schemas.microsoft.com/office/drawing/2014/main" id="{81548F0E-7B64-EDD6-5A50-2FB58FD10446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3" name="Forma Livre: Forma 232">
                      <a:extLst>
                        <a:ext uri="{FF2B5EF4-FFF2-40B4-BE49-F238E27FC236}">
                          <a16:creationId xmlns:a16="http://schemas.microsoft.com/office/drawing/2014/main" id="{717678E4-9E40-ED78-99EE-C26F0CB0C217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4" name="Forma Livre: Forma 233">
                      <a:extLst>
                        <a:ext uri="{FF2B5EF4-FFF2-40B4-BE49-F238E27FC236}">
                          <a16:creationId xmlns:a16="http://schemas.microsoft.com/office/drawing/2014/main" id="{E93BF81F-B0B9-0298-F61D-F19962C07E01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5" name="Forma Livre: Forma 234">
                      <a:extLst>
                        <a:ext uri="{FF2B5EF4-FFF2-40B4-BE49-F238E27FC236}">
                          <a16:creationId xmlns:a16="http://schemas.microsoft.com/office/drawing/2014/main" id="{DAFB831E-1996-693E-79CC-E55E496C8E1B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17787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6" name="Forma Livre: Forma 235">
                      <a:extLst>
                        <a:ext uri="{FF2B5EF4-FFF2-40B4-BE49-F238E27FC236}">
                          <a16:creationId xmlns:a16="http://schemas.microsoft.com/office/drawing/2014/main" id="{3F47DC0D-0E51-1E46-433A-783E82E35AC3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7" name="Forma Livre: Forma 236">
                      <a:extLst>
                        <a:ext uri="{FF2B5EF4-FFF2-40B4-BE49-F238E27FC236}">
                          <a16:creationId xmlns:a16="http://schemas.microsoft.com/office/drawing/2014/main" id="{23AA610B-B4A4-6C8F-E242-0DBEDF6D89C6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38" name="Forma Livre: Forma 237">
                      <a:extLst>
                        <a:ext uri="{FF2B5EF4-FFF2-40B4-BE49-F238E27FC236}">
                          <a16:creationId xmlns:a16="http://schemas.microsoft.com/office/drawing/2014/main" id="{4AFC3545-A534-88EC-8D26-D46938D251CD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226" name="Forma Livre: Forma 225">
                    <a:extLst>
                      <a:ext uri="{FF2B5EF4-FFF2-40B4-BE49-F238E27FC236}">
                        <a16:creationId xmlns:a16="http://schemas.microsoft.com/office/drawing/2014/main" id="{8D44B6E6-A067-6068-2817-0079263FBEB3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 userDrawn="1"/>
                </p:nvSpPr>
                <p:spPr>
                  <a:xfrm>
                    <a:off x="5310504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22" name="Elipse 221">
                  <a:extLst>
                    <a:ext uri="{FF2B5EF4-FFF2-40B4-BE49-F238E27FC236}">
                      <a16:creationId xmlns:a16="http://schemas.microsoft.com/office/drawing/2014/main" id="{130D3E5A-3070-D1DF-289B-BA69B04E489A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3407348" y="2766156"/>
                  <a:ext cx="1183691" cy="1183694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219" name="Retângulo: Cantos Arredondados 218">
                <a:extLst>
                  <a:ext uri="{FF2B5EF4-FFF2-40B4-BE49-F238E27FC236}">
                    <a16:creationId xmlns:a16="http://schemas.microsoft.com/office/drawing/2014/main" id="{8EA1370A-AB0E-ADC6-7535-792D01D184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896682" y="3914546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20" name="Retângulo: Cantos Arredondados 219">
                <a:extLst>
                  <a:ext uri="{FF2B5EF4-FFF2-40B4-BE49-F238E27FC236}">
                    <a16:creationId xmlns:a16="http://schemas.microsoft.com/office/drawing/2014/main" id="{B99E348F-FBFE-6CC5-6D95-5DE45D9DA0B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5400000">
                <a:off x="1920380" y="3941755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39" name="Agrupar 238">
            <a:extLst>
              <a:ext uri="{FF2B5EF4-FFF2-40B4-BE49-F238E27FC236}">
                <a16:creationId xmlns:a16="http://schemas.microsoft.com/office/drawing/2014/main" id="{8AB6A7E9-D289-EECE-A25A-4A2CF7388ED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990401" y="3605904"/>
            <a:ext cx="717983" cy="717983"/>
            <a:chOff x="7862999" y="4798243"/>
            <a:chExt cx="717983" cy="7179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0" name="Elipse 239">
              <a:extLst>
                <a:ext uri="{FF2B5EF4-FFF2-40B4-BE49-F238E27FC236}">
                  <a16:creationId xmlns:a16="http://schemas.microsoft.com/office/drawing/2014/main" id="{8D9C4304-301F-8BCC-3903-DF4868FA65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862999" y="4798243"/>
              <a:ext cx="717983" cy="717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41" name="Agrupar 240">
              <a:extLst>
                <a:ext uri="{FF2B5EF4-FFF2-40B4-BE49-F238E27FC236}">
                  <a16:creationId xmlns:a16="http://schemas.microsoft.com/office/drawing/2014/main" id="{CCC1F99E-6315-FC02-9B55-90E37A4538FF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998044" y="4953426"/>
              <a:ext cx="457340" cy="407472"/>
              <a:chOff x="1351828" y="3523198"/>
              <a:chExt cx="738121" cy="606847"/>
            </a:xfrm>
            <a:solidFill>
              <a:schemeClr val="bg1"/>
            </a:solidFill>
          </p:grpSpPr>
          <p:grpSp>
            <p:nvGrpSpPr>
              <p:cNvPr id="242" name="Agrupar 241">
                <a:extLst>
                  <a:ext uri="{FF2B5EF4-FFF2-40B4-BE49-F238E27FC236}">
                    <a16:creationId xmlns:a16="http://schemas.microsoft.com/office/drawing/2014/main" id="{65441CEB-C3E2-D8AA-5CC8-AC9174E17618}"/>
                  </a:ext>
                </a:extLst>
              </p:cNvPr>
              <p:cNvGrpSpPr>
                <a:grpSpLocks noGrp="1" noUngrp="1" noRot="1" noMove="1" noResize="1"/>
              </p:cNvGrpSpPr>
              <p:nvPr userDrawn="1"/>
            </p:nvGrpSpPr>
            <p:grpSpPr>
              <a:xfrm>
                <a:off x="1351828" y="3523198"/>
                <a:ext cx="738121" cy="606847"/>
                <a:chOff x="1767324" y="1618577"/>
                <a:chExt cx="2835571" cy="2331273"/>
              </a:xfrm>
              <a:grpFill/>
            </p:grpSpPr>
            <p:grpSp>
              <p:nvGrpSpPr>
                <p:cNvPr id="245" name="Gráfico 1">
                  <a:extLst>
                    <a:ext uri="{FF2B5EF4-FFF2-40B4-BE49-F238E27FC236}">
                      <a16:creationId xmlns:a16="http://schemas.microsoft.com/office/drawing/2014/main" id="{1E7609C3-635E-F76E-F459-52EF97F05463}"/>
                    </a:ext>
                  </a:extLst>
                </p:cNvPr>
                <p:cNvGrpSpPr>
                  <a:grpSpLocks noGrp="1" noUngrp="1" noRot="1" noMove="1" noResize="1"/>
                </p:cNvGrpSpPr>
                <p:nvPr userDrawn="1"/>
              </p:nvGrpSpPr>
              <p:grpSpPr>
                <a:xfrm>
                  <a:off x="1767324" y="1618577"/>
                  <a:ext cx="2835571" cy="2254925"/>
                  <a:chOff x="5004435" y="2907320"/>
                  <a:chExt cx="420052" cy="334037"/>
                </a:xfrm>
                <a:grpFill/>
              </p:grpSpPr>
              <p:sp>
                <p:nvSpPr>
                  <p:cNvPr id="247" name="Forma Livre: Forma 246">
                    <a:extLst>
                      <a:ext uri="{FF2B5EF4-FFF2-40B4-BE49-F238E27FC236}">
                        <a16:creationId xmlns:a16="http://schemas.microsoft.com/office/drawing/2014/main" id="{8CC14808-D01D-A22D-0895-2121566D971A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04435" y="2938462"/>
                    <a:ext cx="420052" cy="302895"/>
                  </a:xfrm>
                  <a:custGeom>
                    <a:avLst/>
                    <a:gdLst>
                      <a:gd name="connsiteX0" fmla="*/ 377190 w 420052"/>
                      <a:gd name="connsiteY0" fmla="*/ 302895 h 302895"/>
                      <a:gd name="connsiteX1" fmla="*/ 42863 w 420052"/>
                      <a:gd name="connsiteY1" fmla="*/ 302895 h 302895"/>
                      <a:gd name="connsiteX2" fmla="*/ 0 w 420052"/>
                      <a:gd name="connsiteY2" fmla="*/ 260033 h 302895"/>
                      <a:gd name="connsiteX3" fmla="*/ 0 w 420052"/>
                      <a:gd name="connsiteY3" fmla="*/ 42863 h 302895"/>
                      <a:gd name="connsiteX4" fmla="*/ 42863 w 420052"/>
                      <a:gd name="connsiteY4" fmla="*/ 0 h 302895"/>
                      <a:gd name="connsiteX5" fmla="*/ 377190 w 420052"/>
                      <a:gd name="connsiteY5" fmla="*/ 0 h 302895"/>
                      <a:gd name="connsiteX6" fmla="*/ 420053 w 420052"/>
                      <a:gd name="connsiteY6" fmla="*/ 42863 h 302895"/>
                      <a:gd name="connsiteX7" fmla="*/ 420053 w 420052"/>
                      <a:gd name="connsiteY7" fmla="*/ 260033 h 302895"/>
                      <a:gd name="connsiteX8" fmla="*/ 377190 w 420052"/>
                      <a:gd name="connsiteY8" fmla="*/ 302895 h 302895"/>
                      <a:gd name="connsiteX9" fmla="*/ 42863 w 420052"/>
                      <a:gd name="connsiteY9" fmla="*/ 18098 h 302895"/>
                      <a:gd name="connsiteX10" fmla="*/ 19050 w 420052"/>
                      <a:gd name="connsiteY10" fmla="*/ 41910 h 302895"/>
                      <a:gd name="connsiteX11" fmla="*/ 19050 w 420052"/>
                      <a:gd name="connsiteY11" fmla="*/ 259080 h 302895"/>
                      <a:gd name="connsiteX12" fmla="*/ 42863 w 420052"/>
                      <a:gd name="connsiteY12" fmla="*/ 282892 h 302895"/>
                      <a:gd name="connsiteX13" fmla="*/ 377190 w 420052"/>
                      <a:gd name="connsiteY13" fmla="*/ 282892 h 302895"/>
                      <a:gd name="connsiteX14" fmla="*/ 401003 w 420052"/>
                      <a:gd name="connsiteY14" fmla="*/ 259080 h 302895"/>
                      <a:gd name="connsiteX15" fmla="*/ 401003 w 420052"/>
                      <a:gd name="connsiteY15" fmla="*/ 41910 h 302895"/>
                      <a:gd name="connsiteX16" fmla="*/ 377190 w 420052"/>
                      <a:gd name="connsiteY16" fmla="*/ 18098 h 302895"/>
                      <a:gd name="connsiteX17" fmla="*/ 42863 w 420052"/>
                      <a:gd name="connsiteY17" fmla="*/ 18098 h 302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" h="302895">
                        <a:moveTo>
                          <a:pt x="377190" y="302895"/>
                        </a:moveTo>
                        <a:lnTo>
                          <a:pt x="42863" y="302895"/>
                        </a:lnTo>
                        <a:cubicBezTo>
                          <a:pt x="19050" y="302895"/>
                          <a:pt x="0" y="283845"/>
                          <a:pt x="0" y="260033"/>
                        </a:cubicBezTo>
                        <a:lnTo>
                          <a:pt x="0" y="42863"/>
                        </a:lnTo>
                        <a:cubicBezTo>
                          <a:pt x="0" y="19050"/>
                          <a:pt x="19050" y="0"/>
                          <a:pt x="42863" y="0"/>
                        </a:cubicBezTo>
                        <a:lnTo>
                          <a:pt x="377190" y="0"/>
                        </a:lnTo>
                        <a:cubicBezTo>
                          <a:pt x="401003" y="0"/>
                          <a:pt x="420053" y="19050"/>
                          <a:pt x="420053" y="42863"/>
                        </a:cubicBezTo>
                        <a:lnTo>
                          <a:pt x="420053" y="260033"/>
                        </a:lnTo>
                        <a:cubicBezTo>
                          <a:pt x="420053" y="283845"/>
                          <a:pt x="401003" y="302895"/>
                          <a:pt x="377190" y="302895"/>
                        </a:cubicBezTo>
                        <a:close/>
                        <a:moveTo>
                          <a:pt x="42863" y="18098"/>
                        </a:moveTo>
                        <a:cubicBezTo>
                          <a:pt x="29527" y="18098"/>
                          <a:pt x="19050" y="28575"/>
                          <a:pt x="19050" y="41910"/>
                        </a:cubicBezTo>
                        <a:lnTo>
                          <a:pt x="19050" y="259080"/>
                        </a:lnTo>
                        <a:cubicBezTo>
                          <a:pt x="19050" y="272415"/>
                          <a:pt x="29527" y="282892"/>
                          <a:pt x="42863" y="282892"/>
                        </a:cubicBezTo>
                        <a:lnTo>
                          <a:pt x="377190" y="282892"/>
                        </a:lnTo>
                        <a:cubicBezTo>
                          <a:pt x="390525" y="282892"/>
                          <a:pt x="401003" y="272415"/>
                          <a:pt x="401003" y="259080"/>
                        </a:cubicBezTo>
                        <a:lnTo>
                          <a:pt x="401003" y="41910"/>
                        </a:lnTo>
                        <a:cubicBezTo>
                          <a:pt x="401003" y="28575"/>
                          <a:pt x="390525" y="18098"/>
                          <a:pt x="377190" y="18098"/>
                        </a:cubicBezTo>
                        <a:lnTo>
                          <a:pt x="42863" y="18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48" name="Forma Livre: Forma 247">
                    <a:extLst>
                      <a:ext uri="{FF2B5EF4-FFF2-40B4-BE49-F238E27FC236}">
                        <a16:creationId xmlns:a16="http://schemas.microsoft.com/office/drawing/2014/main" id="{DE421A4B-1354-4306-0A87-A9F32D9E9D11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66347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249" name="Gráfico 1">
                    <a:extLst>
                      <a:ext uri="{FF2B5EF4-FFF2-40B4-BE49-F238E27FC236}">
                        <a16:creationId xmlns:a16="http://schemas.microsoft.com/office/drawing/2014/main" id="{7AB54DCC-CD9D-AE60-6A3B-EFE85285B7CD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053012" y="3017787"/>
                    <a:ext cx="322897" cy="157846"/>
                    <a:chOff x="5053012" y="3017787"/>
                    <a:chExt cx="322897" cy="157846"/>
                  </a:xfrm>
                  <a:grpFill/>
                </p:grpSpPr>
                <p:sp>
                  <p:nvSpPr>
                    <p:cNvPr id="251" name="Forma Livre: Forma 250">
                      <a:extLst>
                        <a:ext uri="{FF2B5EF4-FFF2-40B4-BE49-F238E27FC236}">
                          <a16:creationId xmlns:a16="http://schemas.microsoft.com/office/drawing/2014/main" id="{EC239E73-5BD4-2E0E-B2B5-223719E2D9B9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304472" y="3154679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2" name="Forma Livre: Forma 251">
                      <a:extLst>
                        <a:ext uri="{FF2B5EF4-FFF2-40B4-BE49-F238E27FC236}">
                          <a16:creationId xmlns:a16="http://schemas.microsoft.com/office/drawing/2014/main" id="{6A28A6E8-5F9D-E7A5-4AAD-D09AE0511CF1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22065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3" name="Forma Livre: Forma 252">
                      <a:extLst>
                        <a:ext uri="{FF2B5EF4-FFF2-40B4-BE49-F238E27FC236}">
                          <a16:creationId xmlns:a16="http://schemas.microsoft.com/office/drawing/2014/main" id="{4AC83690-A27A-827A-9583-B0652E9FE5DA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13683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4" name="Forma Livre: Forma 253">
                      <a:extLst>
                        <a:ext uri="{FF2B5EF4-FFF2-40B4-BE49-F238E27FC236}">
                          <a16:creationId xmlns:a16="http://schemas.microsoft.com/office/drawing/2014/main" id="{5746D8ED-B4C8-4F1E-7E38-D598F74596DE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05301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5" name="Forma Livre: Forma 254">
                      <a:extLst>
                        <a:ext uri="{FF2B5EF4-FFF2-40B4-BE49-F238E27FC236}">
                          <a16:creationId xmlns:a16="http://schemas.microsoft.com/office/drawing/2014/main" id="{EAE165B9-BB38-EF0F-0776-5B84E3810BB8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86233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6" name="Forma Livre: Forma 255">
                      <a:extLst>
                        <a:ext uri="{FF2B5EF4-FFF2-40B4-BE49-F238E27FC236}">
                          <a16:creationId xmlns:a16="http://schemas.microsoft.com/office/drawing/2014/main" id="{2FBAC981-616A-ADE5-225F-F7BC59781188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7" name="Forma Livre: Forma 256">
                      <a:extLst>
                        <a:ext uri="{FF2B5EF4-FFF2-40B4-BE49-F238E27FC236}">
                          <a16:creationId xmlns:a16="http://schemas.microsoft.com/office/drawing/2014/main" id="{2F5A6EED-76E0-3D19-F407-681FAE574F7D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8" name="Forma Livre: Forma 257">
                      <a:extLst>
                        <a:ext uri="{FF2B5EF4-FFF2-40B4-BE49-F238E27FC236}">
                          <a16:creationId xmlns:a16="http://schemas.microsoft.com/office/drawing/2014/main" id="{C0BF8778-690F-A684-8665-39558F54B835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59" name="Forma Livre: Forma 258">
                      <a:extLst>
                        <a:ext uri="{FF2B5EF4-FFF2-40B4-BE49-F238E27FC236}">
                          <a16:creationId xmlns:a16="http://schemas.microsoft.com/office/drawing/2014/main" id="{75BFA6B2-502F-30CC-8901-93BF20917B7A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17787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0" name="Forma Livre: Forma 259">
                      <a:extLst>
                        <a:ext uri="{FF2B5EF4-FFF2-40B4-BE49-F238E27FC236}">
                          <a16:creationId xmlns:a16="http://schemas.microsoft.com/office/drawing/2014/main" id="{14DB6011-18BD-CB9E-5C34-C1D3A62D3EBA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1" name="Forma Livre: Forma 260">
                      <a:extLst>
                        <a:ext uri="{FF2B5EF4-FFF2-40B4-BE49-F238E27FC236}">
                          <a16:creationId xmlns:a16="http://schemas.microsoft.com/office/drawing/2014/main" id="{C59EF29E-00A1-2DC0-199D-9EC136D96788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62" name="Forma Livre: Forma 261">
                      <a:extLst>
                        <a:ext uri="{FF2B5EF4-FFF2-40B4-BE49-F238E27FC236}">
                          <a16:creationId xmlns:a16="http://schemas.microsoft.com/office/drawing/2014/main" id="{80E891EB-E257-7828-4560-C4EC7187F20B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250" name="Forma Livre: Forma 249">
                    <a:extLst>
                      <a:ext uri="{FF2B5EF4-FFF2-40B4-BE49-F238E27FC236}">
                        <a16:creationId xmlns:a16="http://schemas.microsoft.com/office/drawing/2014/main" id="{960178BB-5586-A599-CCC3-B4F8C21C93BE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 userDrawn="1"/>
                </p:nvSpPr>
                <p:spPr>
                  <a:xfrm>
                    <a:off x="5310504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46" name="Elipse 245">
                  <a:extLst>
                    <a:ext uri="{FF2B5EF4-FFF2-40B4-BE49-F238E27FC236}">
                      <a16:creationId xmlns:a16="http://schemas.microsoft.com/office/drawing/2014/main" id="{BB0AE557-FF9F-1F0A-8AD5-4D4C290166A3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3407348" y="2766156"/>
                  <a:ext cx="1183691" cy="1183694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243" name="Retângulo: Cantos Arredondados 242">
                <a:extLst>
                  <a:ext uri="{FF2B5EF4-FFF2-40B4-BE49-F238E27FC236}">
                    <a16:creationId xmlns:a16="http://schemas.microsoft.com/office/drawing/2014/main" id="{4CED2942-A24B-E1B7-BA14-45A616DB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896682" y="3914546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44" name="Retângulo: Cantos Arredondados 243">
                <a:extLst>
                  <a:ext uri="{FF2B5EF4-FFF2-40B4-BE49-F238E27FC236}">
                    <a16:creationId xmlns:a16="http://schemas.microsoft.com/office/drawing/2014/main" id="{73C59381-F025-4E49-D0FA-A80EF8E173F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5400000">
                <a:off x="1920380" y="3941755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63" name="Agrupar 262">
            <a:extLst>
              <a:ext uri="{FF2B5EF4-FFF2-40B4-BE49-F238E27FC236}">
                <a16:creationId xmlns:a16="http://schemas.microsoft.com/office/drawing/2014/main" id="{74E3D993-6904-0D2C-98D7-9DC846CFEC0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628523" y="2586827"/>
            <a:ext cx="717983" cy="717983"/>
            <a:chOff x="7862999" y="4798243"/>
            <a:chExt cx="717983" cy="71798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4" name="Elipse 263">
              <a:extLst>
                <a:ext uri="{FF2B5EF4-FFF2-40B4-BE49-F238E27FC236}">
                  <a16:creationId xmlns:a16="http://schemas.microsoft.com/office/drawing/2014/main" id="{C6741B42-4A39-7A20-B8F8-EA654E6DB2E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862999" y="4798243"/>
              <a:ext cx="717983" cy="71798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265" name="Agrupar 264">
              <a:extLst>
                <a:ext uri="{FF2B5EF4-FFF2-40B4-BE49-F238E27FC236}">
                  <a16:creationId xmlns:a16="http://schemas.microsoft.com/office/drawing/2014/main" id="{B718C553-E2A1-1E6C-F5B0-D767C85A32AE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998044" y="4953426"/>
              <a:ext cx="457340" cy="407472"/>
              <a:chOff x="1351828" y="3523198"/>
              <a:chExt cx="738121" cy="606847"/>
            </a:xfrm>
            <a:solidFill>
              <a:schemeClr val="bg1"/>
            </a:solidFill>
          </p:grpSpPr>
          <p:grpSp>
            <p:nvGrpSpPr>
              <p:cNvPr id="266" name="Agrupar 265">
                <a:extLst>
                  <a:ext uri="{FF2B5EF4-FFF2-40B4-BE49-F238E27FC236}">
                    <a16:creationId xmlns:a16="http://schemas.microsoft.com/office/drawing/2014/main" id="{03630551-6EF5-4E21-2B2A-EB00F04758E8}"/>
                  </a:ext>
                </a:extLst>
              </p:cNvPr>
              <p:cNvGrpSpPr>
                <a:grpSpLocks noGrp="1" noUngrp="1" noRot="1" noMove="1" noResize="1"/>
              </p:cNvGrpSpPr>
              <p:nvPr userDrawn="1"/>
            </p:nvGrpSpPr>
            <p:grpSpPr>
              <a:xfrm>
                <a:off x="1351828" y="3523198"/>
                <a:ext cx="738121" cy="606847"/>
                <a:chOff x="1767324" y="1618577"/>
                <a:chExt cx="2835571" cy="2331273"/>
              </a:xfrm>
              <a:grpFill/>
            </p:grpSpPr>
            <p:grpSp>
              <p:nvGrpSpPr>
                <p:cNvPr id="269" name="Gráfico 1">
                  <a:extLst>
                    <a:ext uri="{FF2B5EF4-FFF2-40B4-BE49-F238E27FC236}">
                      <a16:creationId xmlns:a16="http://schemas.microsoft.com/office/drawing/2014/main" id="{6D0C4A4A-09FA-CBD2-F77F-7A9906D30130}"/>
                    </a:ext>
                  </a:extLst>
                </p:cNvPr>
                <p:cNvGrpSpPr>
                  <a:grpSpLocks noGrp="1" noUngrp="1" noRot="1" noMove="1" noResize="1"/>
                </p:cNvGrpSpPr>
                <p:nvPr userDrawn="1"/>
              </p:nvGrpSpPr>
              <p:grpSpPr>
                <a:xfrm>
                  <a:off x="1767324" y="1618577"/>
                  <a:ext cx="2835571" cy="2254925"/>
                  <a:chOff x="5004435" y="2907320"/>
                  <a:chExt cx="420052" cy="334037"/>
                </a:xfrm>
                <a:grpFill/>
              </p:grpSpPr>
              <p:sp>
                <p:nvSpPr>
                  <p:cNvPr id="271" name="Forma Livre: Forma 270">
                    <a:extLst>
                      <a:ext uri="{FF2B5EF4-FFF2-40B4-BE49-F238E27FC236}">
                        <a16:creationId xmlns:a16="http://schemas.microsoft.com/office/drawing/2014/main" id="{F6883867-4D41-DF8E-5A59-3FDBE218B9C2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04435" y="2938462"/>
                    <a:ext cx="420052" cy="302895"/>
                  </a:xfrm>
                  <a:custGeom>
                    <a:avLst/>
                    <a:gdLst>
                      <a:gd name="connsiteX0" fmla="*/ 377190 w 420052"/>
                      <a:gd name="connsiteY0" fmla="*/ 302895 h 302895"/>
                      <a:gd name="connsiteX1" fmla="*/ 42863 w 420052"/>
                      <a:gd name="connsiteY1" fmla="*/ 302895 h 302895"/>
                      <a:gd name="connsiteX2" fmla="*/ 0 w 420052"/>
                      <a:gd name="connsiteY2" fmla="*/ 260033 h 302895"/>
                      <a:gd name="connsiteX3" fmla="*/ 0 w 420052"/>
                      <a:gd name="connsiteY3" fmla="*/ 42863 h 302895"/>
                      <a:gd name="connsiteX4" fmla="*/ 42863 w 420052"/>
                      <a:gd name="connsiteY4" fmla="*/ 0 h 302895"/>
                      <a:gd name="connsiteX5" fmla="*/ 377190 w 420052"/>
                      <a:gd name="connsiteY5" fmla="*/ 0 h 302895"/>
                      <a:gd name="connsiteX6" fmla="*/ 420053 w 420052"/>
                      <a:gd name="connsiteY6" fmla="*/ 42863 h 302895"/>
                      <a:gd name="connsiteX7" fmla="*/ 420053 w 420052"/>
                      <a:gd name="connsiteY7" fmla="*/ 260033 h 302895"/>
                      <a:gd name="connsiteX8" fmla="*/ 377190 w 420052"/>
                      <a:gd name="connsiteY8" fmla="*/ 302895 h 302895"/>
                      <a:gd name="connsiteX9" fmla="*/ 42863 w 420052"/>
                      <a:gd name="connsiteY9" fmla="*/ 18098 h 302895"/>
                      <a:gd name="connsiteX10" fmla="*/ 19050 w 420052"/>
                      <a:gd name="connsiteY10" fmla="*/ 41910 h 302895"/>
                      <a:gd name="connsiteX11" fmla="*/ 19050 w 420052"/>
                      <a:gd name="connsiteY11" fmla="*/ 259080 h 302895"/>
                      <a:gd name="connsiteX12" fmla="*/ 42863 w 420052"/>
                      <a:gd name="connsiteY12" fmla="*/ 282892 h 302895"/>
                      <a:gd name="connsiteX13" fmla="*/ 377190 w 420052"/>
                      <a:gd name="connsiteY13" fmla="*/ 282892 h 302895"/>
                      <a:gd name="connsiteX14" fmla="*/ 401003 w 420052"/>
                      <a:gd name="connsiteY14" fmla="*/ 259080 h 302895"/>
                      <a:gd name="connsiteX15" fmla="*/ 401003 w 420052"/>
                      <a:gd name="connsiteY15" fmla="*/ 41910 h 302895"/>
                      <a:gd name="connsiteX16" fmla="*/ 377190 w 420052"/>
                      <a:gd name="connsiteY16" fmla="*/ 18098 h 302895"/>
                      <a:gd name="connsiteX17" fmla="*/ 42863 w 420052"/>
                      <a:gd name="connsiteY17" fmla="*/ 18098 h 3028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420052" h="302895">
                        <a:moveTo>
                          <a:pt x="377190" y="302895"/>
                        </a:moveTo>
                        <a:lnTo>
                          <a:pt x="42863" y="302895"/>
                        </a:lnTo>
                        <a:cubicBezTo>
                          <a:pt x="19050" y="302895"/>
                          <a:pt x="0" y="283845"/>
                          <a:pt x="0" y="260033"/>
                        </a:cubicBezTo>
                        <a:lnTo>
                          <a:pt x="0" y="42863"/>
                        </a:lnTo>
                        <a:cubicBezTo>
                          <a:pt x="0" y="19050"/>
                          <a:pt x="19050" y="0"/>
                          <a:pt x="42863" y="0"/>
                        </a:cubicBezTo>
                        <a:lnTo>
                          <a:pt x="377190" y="0"/>
                        </a:lnTo>
                        <a:cubicBezTo>
                          <a:pt x="401003" y="0"/>
                          <a:pt x="420053" y="19050"/>
                          <a:pt x="420053" y="42863"/>
                        </a:cubicBezTo>
                        <a:lnTo>
                          <a:pt x="420053" y="260033"/>
                        </a:lnTo>
                        <a:cubicBezTo>
                          <a:pt x="420053" y="283845"/>
                          <a:pt x="401003" y="302895"/>
                          <a:pt x="377190" y="302895"/>
                        </a:cubicBezTo>
                        <a:close/>
                        <a:moveTo>
                          <a:pt x="42863" y="18098"/>
                        </a:moveTo>
                        <a:cubicBezTo>
                          <a:pt x="29527" y="18098"/>
                          <a:pt x="19050" y="28575"/>
                          <a:pt x="19050" y="41910"/>
                        </a:cubicBezTo>
                        <a:lnTo>
                          <a:pt x="19050" y="259080"/>
                        </a:lnTo>
                        <a:cubicBezTo>
                          <a:pt x="19050" y="272415"/>
                          <a:pt x="29527" y="282892"/>
                          <a:pt x="42863" y="282892"/>
                        </a:cubicBezTo>
                        <a:lnTo>
                          <a:pt x="377190" y="282892"/>
                        </a:lnTo>
                        <a:cubicBezTo>
                          <a:pt x="390525" y="282892"/>
                          <a:pt x="401003" y="272415"/>
                          <a:pt x="401003" y="259080"/>
                        </a:cubicBezTo>
                        <a:lnTo>
                          <a:pt x="401003" y="41910"/>
                        </a:lnTo>
                        <a:cubicBezTo>
                          <a:pt x="401003" y="28575"/>
                          <a:pt x="390525" y="18098"/>
                          <a:pt x="377190" y="18098"/>
                        </a:cubicBezTo>
                        <a:lnTo>
                          <a:pt x="42863" y="18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sp>
                <p:nvSpPr>
                  <p:cNvPr id="272" name="Forma Livre: Forma 271">
                    <a:extLst>
                      <a:ext uri="{FF2B5EF4-FFF2-40B4-BE49-F238E27FC236}">
                        <a16:creationId xmlns:a16="http://schemas.microsoft.com/office/drawing/2014/main" id="{A1528557-839C-5439-2BF6-223AE954E25C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/>
                </p:nvSpPr>
                <p:spPr>
                  <a:xfrm>
                    <a:off x="5066347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  <p:grpSp>
                <p:nvGrpSpPr>
                  <p:cNvPr id="273" name="Gráfico 1">
                    <a:extLst>
                      <a:ext uri="{FF2B5EF4-FFF2-40B4-BE49-F238E27FC236}">
                        <a16:creationId xmlns:a16="http://schemas.microsoft.com/office/drawing/2014/main" id="{E47477B6-566F-3D40-D187-4A7E86E7C974}"/>
                      </a:ext>
                    </a:extLst>
                  </p:cNvPr>
                  <p:cNvGrpSpPr>
                    <a:grpSpLocks noGrp="1" noUngrp="1" noRot="1" noMove="1" noResize="1"/>
                  </p:cNvGrpSpPr>
                  <p:nvPr/>
                </p:nvGrpSpPr>
                <p:grpSpPr>
                  <a:xfrm>
                    <a:off x="5053012" y="3017787"/>
                    <a:ext cx="322897" cy="157846"/>
                    <a:chOff x="5053012" y="3017787"/>
                    <a:chExt cx="322897" cy="157846"/>
                  </a:xfrm>
                  <a:grpFill/>
                </p:grpSpPr>
                <p:sp>
                  <p:nvSpPr>
                    <p:cNvPr id="275" name="Forma Livre: Forma 274">
                      <a:extLst>
                        <a:ext uri="{FF2B5EF4-FFF2-40B4-BE49-F238E27FC236}">
                          <a16:creationId xmlns:a16="http://schemas.microsoft.com/office/drawing/2014/main" id="{3A666F8C-AF9F-3B11-7573-2FCBBA414A9C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304472" y="3154679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6" name="Forma Livre: Forma 275">
                      <a:extLst>
                        <a:ext uri="{FF2B5EF4-FFF2-40B4-BE49-F238E27FC236}">
                          <a16:creationId xmlns:a16="http://schemas.microsoft.com/office/drawing/2014/main" id="{52CE800D-9326-5C42-2EE8-87722716446B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22065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7" name="Forma Livre: Forma 276">
                      <a:extLst>
                        <a:ext uri="{FF2B5EF4-FFF2-40B4-BE49-F238E27FC236}">
                          <a16:creationId xmlns:a16="http://schemas.microsoft.com/office/drawing/2014/main" id="{BAC7501B-B089-D2D8-066E-67167EC92DA0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13683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8" name="Forma Livre: Forma 277">
                      <a:extLst>
                        <a:ext uri="{FF2B5EF4-FFF2-40B4-BE49-F238E27FC236}">
                          <a16:creationId xmlns:a16="http://schemas.microsoft.com/office/drawing/2014/main" id="{2B71038F-AA52-FDEB-44B5-D9DA9BE763A6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/>
                  </p:nvSpPr>
                  <p:spPr>
                    <a:xfrm>
                      <a:off x="5053012" y="3154679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79" name="Forma Livre: Forma 278">
                      <a:extLst>
                        <a:ext uri="{FF2B5EF4-FFF2-40B4-BE49-F238E27FC236}">
                          <a16:creationId xmlns:a16="http://schemas.microsoft.com/office/drawing/2014/main" id="{3A4BF90A-C238-CAFF-326C-83BB3E01CC5B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86233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solidFill>
                        <a:schemeClr val="tx2"/>
                      </a:solidFill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0" name="Forma Livre: Forma 279">
                      <a:extLst>
                        <a:ext uri="{FF2B5EF4-FFF2-40B4-BE49-F238E27FC236}">
                          <a16:creationId xmlns:a16="http://schemas.microsoft.com/office/drawing/2014/main" id="{8F97E033-A78E-13F1-21C6-D89568557355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1" name="Forma Livre: Forma 280">
                      <a:extLst>
                        <a:ext uri="{FF2B5EF4-FFF2-40B4-BE49-F238E27FC236}">
                          <a16:creationId xmlns:a16="http://schemas.microsoft.com/office/drawing/2014/main" id="{28981B23-AA01-A4D6-B451-20276ADC4CEA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2" name="Forma Livre: Forma 281">
                      <a:extLst>
                        <a:ext uri="{FF2B5EF4-FFF2-40B4-BE49-F238E27FC236}">
                          <a16:creationId xmlns:a16="http://schemas.microsoft.com/office/drawing/2014/main" id="{3C1CD67A-FA31-CDC7-3503-2F5C14BBC2D6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86233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3" name="Forma Livre: Forma 282">
                      <a:extLst>
                        <a:ext uri="{FF2B5EF4-FFF2-40B4-BE49-F238E27FC236}">
                          <a16:creationId xmlns:a16="http://schemas.microsoft.com/office/drawing/2014/main" id="{35CCD108-7039-8A5E-51DB-BA8189244047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304472" y="3017787"/>
                      <a:ext cx="71437" cy="20954"/>
                    </a:xfrm>
                    <a:custGeom>
                      <a:avLst/>
                      <a:gdLst>
                        <a:gd name="connsiteX0" fmla="*/ 60007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7 w 71437"/>
                        <a:gd name="connsiteY5" fmla="*/ 10478 h 20954"/>
                        <a:gd name="connsiteX6" fmla="*/ 60007 w 71437"/>
                        <a:gd name="connsiteY6" fmla="*/ 20955 h 20954"/>
                        <a:gd name="connsiteX7" fmla="*/ 60007 w 71437"/>
                        <a:gd name="connsiteY7" fmla="*/ 19050 h 20954"/>
                        <a:gd name="connsiteX8" fmla="*/ 60007 w 71437"/>
                        <a:gd name="connsiteY8" fmla="*/ 19050 h 20954"/>
                        <a:gd name="connsiteX9" fmla="*/ 60007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007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7" y="4763"/>
                            <a:pt x="71437" y="10478"/>
                          </a:cubicBezTo>
                          <a:cubicBezTo>
                            <a:pt x="71437" y="16192"/>
                            <a:pt x="65723" y="20955"/>
                            <a:pt x="60007" y="20955"/>
                          </a:cubicBezTo>
                          <a:close/>
                          <a:moveTo>
                            <a:pt x="60007" y="19050"/>
                          </a:moveTo>
                          <a:lnTo>
                            <a:pt x="60007" y="19050"/>
                          </a:lnTo>
                          <a:lnTo>
                            <a:pt x="60007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4" name="Forma Livre: Forma 283">
                      <a:extLst>
                        <a:ext uri="{FF2B5EF4-FFF2-40B4-BE49-F238E27FC236}">
                          <a16:creationId xmlns:a16="http://schemas.microsoft.com/office/drawing/2014/main" id="{657B39DE-8BAA-EC79-781B-59B83EC0E9EF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22065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5" name="Forma Livre: Forma 284">
                      <a:extLst>
                        <a:ext uri="{FF2B5EF4-FFF2-40B4-BE49-F238E27FC236}">
                          <a16:creationId xmlns:a16="http://schemas.microsoft.com/office/drawing/2014/main" id="{CB2323FB-0BB0-E5CA-0A1E-6C624142EEE4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13683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  <p:sp>
                  <p:nvSpPr>
                    <p:cNvPr id="286" name="Forma Livre: Forma 285">
                      <a:extLst>
                        <a:ext uri="{FF2B5EF4-FFF2-40B4-BE49-F238E27FC236}">
                          <a16:creationId xmlns:a16="http://schemas.microsoft.com/office/drawing/2014/main" id="{D51A1C09-8878-4F45-687D-B64480EDC438}"/>
                        </a:ext>
                      </a:extLst>
                    </p:cNvPr>
                    <p:cNvSpPr>
                      <a:spLocks noGrp="1" noRot="1" noMove="1" noResize="1" noEditPoints="1" noAdjustHandles="1" noChangeArrowheads="1" noChangeShapeType="1"/>
                    </p:cNvSpPr>
                    <p:nvPr userDrawn="1"/>
                  </p:nvSpPr>
                  <p:spPr>
                    <a:xfrm>
                      <a:off x="5053012" y="3017787"/>
                      <a:ext cx="71437" cy="20954"/>
                    </a:xfrm>
                    <a:custGeom>
                      <a:avLst/>
                      <a:gdLst>
                        <a:gd name="connsiteX0" fmla="*/ 60960 w 71437"/>
                        <a:gd name="connsiteY0" fmla="*/ 20955 h 20954"/>
                        <a:gd name="connsiteX1" fmla="*/ 10477 w 71437"/>
                        <a:gd name="connsiteY1" fmla="*/ 20955 h 20954"/>
                        <a:gd name="connsiteX2" fmla="*/ 0 w 71437"/>
                        <a:gd name="connsiteY2" fmla="*/ 10478 h 20954"/>
                        <a:gd name="connsiteX3" fmla="*/ 10477 w 71437"/>
                        <a:gd name="connsiteY3" fmla="*/ 0 h 20954"/>
                        <a:gd name="connsiteX4" fmla="*/ 60960 w 71437"/>
                        <a:gd name="connsiteY4" fmla="*/ 0 h 20954"/>
                        <a:gd name="connsiteX5" fmla="*/ 71438 w 71437"/>
                        <a:gd name="connsiteY5" fmla="*/ 10478 h 20954"/>
                        <a:gd name="connsiteX6" fmla="*/ 60960 w 71437"/>
                        <a:gd name="connsiteY6" fmla="*/ 20955 h 20954"/>
                        <a:gd name="connsiteX7" fmla="*/ 60960 w 71437"/>
                        <a:gd name="connsiteY7" fmla="*/ 19050 h 20954"/>
                        <a:gd name="connsiteX8" fmla="*/ 60960 w 71437"/>
                        <a:gd name="connsiteY8" fmla="*/ 19050 h 20954"/>
                        <a:gd name="connsiteX9" fmla="*/ 60960 w 71437"/>
                        <a:gd name="connsiteY9" fmla="*/ 19050 h 20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71437" h="20954">
                          <a:moveTo>
                            <a:pt x="60960" y="20955"/>
                          </a:moveTo>
                          <a:lnTo>
                            <a:pt x="10477" y="20955"/>
                          </a:lnTo>
                          <a:cubicBezTo>
                            <a:pt x="4763" y="20955"/>
                            <a:pt x="0" y="16192"/>
                            <a:pt x="0" y="10478"/>
                          </a:cubicBezTo>
                          <a:cubicBezTo>
                            <a:pt x="0" y="4763"/>
                            <a:pt x="4763" y="0"/>
                            <a:pt x="10477" y="0"/>
                          </a:cubicBezTo>
                          <a:lnTo>
                            <a:pt x="60960" y="0"/>
                          </a:lnTo>
                          <a:cubicBezTo>
                            <a:pt x="66675" y="0"/>
                            <a:pt x="71438" y="4763"/>
                            <a:pt x="71438" y="10478"/>
                          </a:cubicBezTo>
                          <a:cubicBezTo>
                            <a:pt x="71438" y="16192"/>
                            <a:pt x="66675" y="20955"/>
                            <a:pt x="60960" y="20955"/>
                          </a:cubicBezTo>
                          <a:close/>
                          <a:moveTo>
                            <a:pt x="60960" y="19050"/>
                          </a:moveTo>
                          <a:lnTo>
                            <a:pt x="60960" y="19050"/>
                          </a:lnTo>
                          <a:lnTo>
                            <a:pt x="60960" y="1905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274" name="Forma Livre: Forma 273">
                    <a:extLst>
                      <a:ext uri="{FF2B5EF4-FFF2-40B4-BE49-F238E27FC236}">
                        <a16:creationId xmlns:a16="http://schemas.microsoft.com/office/drawing/2014/main" id="{E1CD3F6E-B582-2C25-83CD-FA002A3732D6}"/>
                      </a:ext>
                    </a:extLst>
                  </p:cNvPr>
                  <p:cNvSpPr>
                    <a:spLocks noGrp="1" noRot="1" noMove="1" noResize="1" noEditPoints="1" noAdjustHandles="1" noChangeArrowheads="1" noChangeShapeType="1"/>
                  </p:cNvSpPr>
                  <p:nvPr userDrawn="1"/>
                </p:nvSpPr>
                <p:spPr>
                  <a:xfrm>
                    <a:off x="5310504" y="2907320"/>
                    <a:ext cx="39380" cy="70484"/>
                  </a:xfrm>
                  <a:custGeom>
                    <a:avLst/>
                    <a:gdLst>
                      <a:gd name="connsiteX0" fmla="*/ 43815 w 70485"/>
                      <a:gd name="connsiteY0" fmla="*/ 70485 h 70484"/>
                      <a:gd name="connsiteX1" fmla="*/ 26670 w 70485"/>
                      <a:gd name="connsiteY1" fmla="*/ 70485 h 70484"/>
                      <a:gd name="connsiteX2" fmla="*/ 0 w 70485"/>
                      <a:gd name="connsiteY2" fmla="*/ 43815 h 70484"/>
                      <a:gd name="connsiteX3" fmla="*/ 0 w 70485"/>
                      <a:gd name="connsiteY3" fmla="*/ 26670 h 70484"/>
                      <a:gd name="connsiteX4" fmla="*/ 26670 w 70485"/>
                      <a:gd name="connsiteY4" fmla="*/ 0 h 70484"/>
                      <a:gd name="connsiteX5" fmla="*/ 43815 w 70485"/>
                      <a:gd name="connsiteY5" fmla="*/ 0 h 70484"/>
                      <a:gd name="connsiteX6" fmla="*/ 70485 w 70485"/>
                      <a:gd name="connsiteY6" fmla="*/ 26670 h 70484"/>
                      <a:gd name="connsiteX7" fmla="*/ 70485 w 70485"/>
                      <a:gd name="connsiteY7" fmla="*/ 43815 h 70484"/>
                      <a:gd name="connsiteX8" fmla="*/ 43815 w 70485"/>
                      <a:gd name="connsiteY8" fmla="*/ 70485 h 70484"/>
                      <a:gd name="connsiteX9" fmla="*/ 26670 w 70485"/>
                      <a:gd name="connsiteY9" fmla="*/ 20955 h 70484"/>
                      <a:gd name="connsiteX10" fmla="*/ 19050 w 70485"/>
                      <a:gd name="connsiteY10" fmla="*/ 28575 h 70484"/>
                      <a:gd name="connsiteX11" fmla="*/ 19050 w 70485"/>
                      <a:gd name="connsiteY11" fmla="*/ 45720 h 70484"/>
                      <a:gd name="connsiteX12" fmla="*/ 26670 w 70485"/>
                      <a:gd name="connsiteY12" fmla="*/ 53340 h 70484"/>
                      <a:gd name="connsiteX13" fmla="*/ 43815 w 70485"/>
                      <a:gd name="connsiteY13" fmla="*/ 53340 h 70484"/>
                      <a:gd name="connsiteX14" fmla="*/ 51435 w 70485"/>
                      <a:gd name="connsiteY14" fmla="*/ 45720 h 70484"/>
                      <a:gd name="connsiteX15" fmla="*/ 51435 w 70485"/>
                      <a:gd name="connsiteY15" fmla="*/ 28575 h 70484"/>
                      <a:gd name="connsiteX16" fmla="*/ 43815 w 70485"/>
                      <a:gd name="connsiteY16" fmla="*/ 20955 h 70484"/>
                      <a:gd name="connsiteX17" fmla="*/ 26670 w 70485"/>
                      <a:gd name="connsiteY17" fmla="*/ 20955 h 704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70485" h="70484">
                        <a:moveTo>
                          <a:pt x="43815" y="70485"/>
                        </a:moveTo>
                        <a:lnTo>
                          <a:pt x="26670" y="70485"/>
                        </a:lnTo>
                        <a:cubicBezTo>
                          <a:pt x="12382" y="70485"/>
                          <a:pt x="0" y="59055"/>
                          <a:pt x="0" y="43815"/>
                        </a:cubicBezTo>
                        <a:lnTo>
                          <a:pt x="0" y="26670"/>
                        </a:lnTo>
                        <a:cubicBezTo>
                          <a:pt x="0" y="12382"/>
                          <a:pt x="11430" y="0"/>
                          <a:pt x="26670" y="0"/>
                        </a:cubicBezTo>
                        <a:lnTo>
                          <a:pt x="43815" y="0"/>
                        </a:lnTo>
                        <a:cubicBezTo>
                          <a:pt x="58102" y="0"/>
                          <a:pt x="70485" y="11430"/>
                          <a:pt x="70485" y="26670"/>
                        </a:cubicBezTo>
                        <a:lnTo>
                          <a:pt x="70485" y="43815"/>
                        </a:lnTo>
                        <a:cubicBezTo>
                          <a:pt x="69532" y="59055"/>
                          <a:pt x="58102" y="70485"/>
                          <a:pt x="43815" y="70485"/>
                        </a:cubicBezTo>
                        <a:close/>
                        <a:moveTo>
                          <a:pt x="26670" y="20955"/>
                        </a:moveTo>
                        <a:cubicBezTo>
                          <a:pt x="22860" y="20955"/>
                          <a:pt x="19050" y="23813"/>
                          <a:pt x="19050" y="28575"/>
                        </a:cubicBezTo>
                        <a:lnTo>
                          <a:pt x="19050" y="45720"/>
                        </a:lnTo>
                        <a:cubicBezTo>
                          <a:pt x="19050" y="49530"/>
                          <a:pt x="21907" y="53340"/>
                          <a:pt x="26670" y="53340"/>
                        </a:cubicBezTo>
                        <a:lnTo>
                          <a:pt x="43815" y="53340"/>
                        </a:lnTo>
                        <a:cubicBezTo>
                          <a:pt x="47625" y="53340"/>
                          <a:pt x="51435" y="50482"/>
                          <a:pt x="51435" y="45720"/>
                        </a:cubicBezTo>
                        <a:lnTo>
                          <a:pt x="51435" y="28575"/>
                        </a:lnTo>
                        <a:cubicBezTo>
                          <a:pt x="51435" y="24765"/>
                          <a:pt x="48577" y="20955"/>
                          <a:pt x="43815" y="20955"/>
                        </a:cubicBezTo>
                        <a:lnTo>
                          <a:pt x="26670" y="2095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pt-BR"/>
                  </a:p>
                </p:txBody>
              </p:sp>
            </p:grpSp>
            <p:sp>
              <p:nvSpPr>
                <p:cNvPr id="270" name="Elipse 269">
                  <a:extLst>
                    <a:ext uri="{FF2B5EF4-FFF2-40B4-BE49-F238E27FC236}">
                      <a16:creationId xmlns:a16="http://schemas.microsoft.com/office/drawing/2014/main" id="{0095EC09-A09F-0EDA-635B-1527D0E83D17}"/>
                    </a:ext>
                  </a:extLst>
                </p:cNvPr>
                <p:cNvSpPr>
                  <a:spLocks noGrp="1" noRot="1" noMove="1" noResize="1" noEditPoints="1" noAdjustHandles="1" noChangeArrowheads="1" noChangeShapeType="1"/>
                </p:cNvSpPr>
                <p:nvPr userDrawn="1"/>
              </p:nvSpPr>
              <p:spPr>
                <a:xfrm>
                  <a:off x="3407348" y="2766156"/>
                  <a:ext cx="1183691" cy="1183694"/>
                </a:xfrm>
                <a:prstGeom prst="ellipse">
                  <a:avLst/>
                </a:prstGeom>
                <a:solidFill>
                  <a:schemeClr val="tx2"/>
                </a:solidFill>
                <a:ln w="1905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</p:grpSp>
          <p:sp>
            <p:nvSpPr>
              <p:cNvPr id="267" name="Retângulo: Cantos Arredondados 266">
                <a:extLst>
                  <a:ext uri="{FF2B5EF4-FFF2-40B4-BE49-F238E27FC236}">
                    <a16:creationId xmlns:a16="http://schemas.microsoft.com/office/drawing/2014/main" id="{CA2177BA-7AB2-D902-BA7B-613F4061A2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>
                <a:off x="1896682" y="3914546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68" name="Retângulo: Cantos Arredondados 267">
                <a:extLst>
                  <a:ext uri="{FF2B5EF4-FFF2-40B4-BE49-F238E27FC236}">
                    <a16:creationId xmlns:a16="http://schemas.microsoft.com/office/drawing/2014/main" id="{9F0CF0CF-B909-4EDF-8D7D-58A64DDA251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 userDrawn="1"/>
            </p:nvSpPr>
            <p:spPr>
              <a:xfrm rot="5400000">
                <a:off x="1920380" y="3941755"/>
                <a:ext cx="45719" cy="93065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cxnSp>
        <p:nvCxnSpPr>
          <p:cNvPr id="288" name="Conector reto 287">
            <a:extLst>
              <a:ext uri="{FF2B5EF4-FFF2-40B4-BE49-F238E27FC236}">
                <a16:creationId xmlns:a16="http://schemas.microsoft.com/office/drawing/2014/main" id="{0784E37E-2293-ACCD-6F8A-A323E98590B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9970087" y="3450753"/>
            <a:ext cx="1240094" cy="0"/>
          </a:xfrm>
          <a:prstGeom prst="line">
            <a:avLst/>
          </a:prstGeom>
          <a:ln w="1301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Elipse 289">
            <a:extLst>
              <a:ext uri="{FF2B5EF4-FFF2-40B4-BE49-F238E27FC236}">
                <a16:creationId xmlns:a16="http://schemas.microsoft.com/office/drawing/2014/main" id="{D019C009-8C2D-CD91-AC3A-C379F172A0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122202" y="3323806"/>
            <a:ext cx="232599" cy="23259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Espaço Reservado para Texto 13">
            <a:extLst>
              <a:ext uri="{FF2B5EF4-FFF2-40B4-BE49-F238E27FC236}">
                <a16:creationId xmlns:a16="http://schemas.microsoft.com/office/drawing/2014/main" id="{1A78C19F-B87B-2920-D5A7-5D5B902A9E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974518" y="4859819"/>
            <a:ext cx="2912681" cy="1743027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12" name="Espaço Reservado para Texto 13">
            <a:extLst>
              <a:ext uri="{FF2B5EF4-FFF2-40B4-BE49-F238E27FC236}">
                <a16:creationId xmlns:a16="http://schemas.microsoft.com/office/drawing/2014/main" id="{5CF230E5-EE11-FB6B-CB4B-6E958946F09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74518" y="4361465"/>
            <a:ext cx="2380283" cy="32863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2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2023</a:t>
            </a:r>
          </a:p>
        </p:txBody>
      </p:sp>
      <p:sp>
        <p:nvSpPr>
          <p:cNvPr id="173" name="Espaço Reservado para Texto 13">
            <a:extLst>
              <a:ext uri="{FF2B5EF4-FFF2-40B4-BE49-F238E27FC236}">
                <a16:creationId xmlns:a16="http://schemas.microsoft.com/office/drawing/2014/main" id="{69BB9E12-04BD-0FA4-0A84-3D73BF58D8B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15684" y="1084290"/>
            <a:ext cx="4106518" cy="1273343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72" name="Espaço Reservado para Texto 13">
            <a:extLst>
              <a:ext uri="{FF2B5EF4-FFF2-40B4-BE49-F238E27FC236}">
                <a16:creationId xmlns:a16="http://schemas.microsoft.com/office/drawing/2014/main" id="{B14C49B2-F27F-A089-66AB-37BCE8A0E6A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30204" y="585936"/>
            <a:ext cx="1796218" cy="36958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2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2022</a:t>
            </a:r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6B9A0D6A-F3AD-B69B-8D79-317EE4059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042142" y="4859819"/>
            <a:ext cx="3083303" cy="1743029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22" name="Espaço Reservado para Texto 13">
            <a:extLst>
              <a:ext uri="{FF2B5EF4-FFF2-40B4-BE49-F238E27FC236}">
                <a16:creationId xmlns:a16="http://schemas.microsoft.com/office/drawing/2014/main" id="{C08A1DA8-C0B0-A20C-96D6-060ED4E8AD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056662" y="4361465"/>
            <a:ext cx="1796218" cy="36958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2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2021</a:t>
            </a:r>
          </a:p>
        </p:txBody>
      </p:sp>
      <p:sp>
        <p:nvSpPr>
          <p:cNvPr id="140" name="Espaço Reservado para Texto 13">
            <a:extLst>
              <a:ext uri="{FF2B5EF4-FFF2-40B4-BE49-F238E27FC236}">
                <a16:creationId xmlns:a16="http://schemas.microsoft.com/office/drawing/2014/main" id="{B668CC0B-49AD-6B38-3407-9452CB372A5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44956" y="1084290"/>
            <a:ext cx="4152258" cy="1207646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39" name="Espaço Reservado para Texto 13">
            <a:extLst>
              <a:ext uri="{FF2B5EF4-FFF2-40B4-BE49-F238E27FC236}">
                <a16:creationId xmlns:a16="http://schemas.microsoft.com/office/drawing/2014/main" id="{39723C13-D1A4-62CD-72CE-5E868DB8CF6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59475" y="585936"/>
            <a:ext cx="1796218" cy="369588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2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15511982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7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50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750" fill="hold"/>
                                        <p:tgtEl>
                                          <p:spTgt spid="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50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75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0" fill="hold"/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1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75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50" fill="hold"/>
                                        <p:tgtEl>
                                          <p:spTgt spid="1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115" grpId="0" animBg="1"/>
      <p:bldP spid="142" grpId="0" animBg="1"/>
      <p:bldP spid="175" grpId="0" animBg="1"/>
      <p:bldP spid="290" grpId="0" animBg="1"/>
      <p:bldP spid="11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4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13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4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12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3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3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2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3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2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0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9" grpId="0" build="p">
        <p:tmplLst>
          <p:tmpl lvl="1">
            <p:tnLst>
              <p:par>
                <p:cTn presetID="47" presetClass="entr" presetSubtype="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olucao_opcao5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ágono 3">
            <a:extLst>
              <a:ext uri="{FF2B5EF4-FFF2-40B4-BE49-F238E27FC236}">
                <a16:creationId xmlns:a16="http://schemas.microsoft.com/office/drawing/2014/main" id="{9FE64C67-4606-399B-E6A5-EA78D9C21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422045">
            <a:off x="11213183" y="4457990"/>
            <a:ext cx="2866529" cy="2490770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4E757D">
                <a:alpha val="3098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Hexágono 2">
            <a:extLst>
              <a:ext uri="{FF2B5EF4-FFF2-40B4-BE49-F238E27FC236}">
                <a16:creationId xmlns:a16="http://schemas.microsoft.com/office/drawing/2014/main" id="{F4263E9C-F2B2-9FDB-4A2C-56B940350E3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522147">
            <a:off x="11233318" y="4671582"/>
            <a:ext cx="3477152" cy="3021349"/>
          </a:xfrm>
          <a:prstGeom prst="hexagon">
            <a:avLst>
              <a:gd name="adj" fmla="val 28726"/>
              <a:gd name="vf" fmla="val 115470"/>
            </a:avLst>
          </a:prstGeom>
          <a:solidFill>
            <a:schemeClr val="bg1"/>
          </a:solidFill>
          <a:ln w="12700">
            <a:noFill/>
          </a:ln>
          <a:effectLst>
            <a:outerShdw blurRad="558800" dist="152400" dir="72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1FADC17A-785E-60DB-75D3-FEFA958D7D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422045">
            <a:off x="-1899259" y="4159719"/>
            <a:ext cx="2866529" cy="2490770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4E757D">
                <a:alpha val="3098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Hexágono 4">
            <a:extLst>
              <a:ext uri="{FF2B5EF4-FFF2-40B4-BE49-F238E27FC236}">
                <a16:creationId xmlns:a16="http://schemas.microsoft.com/office/drawing/2014/main" id="{EF87AD42-7415-DDD1-EB02-C773F0076D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422045">
            <a:off x="362365" y="5551495"/>
            <a:ext cx="1485563" cy="1386260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4E757D">
                <a:alpha val="36863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BD8C3648-696E-F1B0-AFB7-C771E308D52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-576490" y="692405"/>
            <a:ext cx="10757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610EEA37-3858-6CF1-609D-36DFB4F285B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43983" y="1797146"/>
            <a:ext cx="766032" cy="766032"/>
            <a:chOff x="643983" y="1797146"/>
            <a:chExt cx="766032" cy="766032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FF470990-FD2E-CCE6-4331-266BF6D6D3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43983" y="1797146"/>
              <a:ext cx="766032" cy="766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algn="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id="{8AA0C6A5-CF9E-9ED0-26AA-4C4E21F08828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853637" y="2052597"/>
              <a:ext cx="346724" cy="256001"/>
              <a:chOff x="1296216" y="2312473"/>
              <a:chExt cx="612775" cy="452438"/>
            </a:xfrm>
          </p:grpSpPr>
          <p:sp>
            <p:nvSpPr>
              <p:cNvPr id="61" name="Line 85">
                <a:extLst>
                  <a:ext uri="{FF2B5EF4-FFF2-40B4-BE49-F238E27FC236}">
                    <a16:creationId xmlns:a16="http://schemas.microsoft.com/office/drawing/2014/main" id="{057A41BD-D824-52CD-CA1D-9FF47C9E87A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740716" y="2390261"/>
                <a:ext cx="63500" cy="1158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86">
                <a:extLst>
                  <a:ext uri="{FF2B5EF4-FFF2-40B4-BE49-F238E27FC236}">
                    <a16:creationId xmlns:a16="http://schemas.microsoft.com/office/drawing/2014/main" id="{6E07E948-82F7-F75B-94DF-8CEB377453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21654" y="2415661"/>
                <a:ext cx="71438" cy="936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87">
                <a:extLst>
                  <a:ext uri="{FF2B5EF4-FFF2-40B4-BE49-F238E27FC236}">
                    <a16:creationId xmlns:a16="http://schemas.microsoft.com/office/drawing/2014/main" id="{67901EBA-845A-2926-717A-7E5BA8868C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481954" y="2415661"/>
                <a:ext cx="107950" cy="2079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88">
                <a:extLst>
                  <a:ext uri="{FF2B5EF4-FFF2-40B4-BE49-F238E27FC236}">
                    <a16:creationId xmlns:a16="http://schemas.microsoft.com/office/drawing/2014/main" id="{535B6980-354A-C72C-021F-4B4F5BD3DE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72416" y="2533136"/>
                <a:ext cx="65088" cy="904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89">
                <a:extLst>
                  <a:ext uri="{FF2B5EF4-FFF2-40B4-BE49-F238E27FC236}">
                    <a16:creationId xmlns:a16="http://schemas.microsoft.com/office/drawing/2014/main" id="{4E62B7E9-16D7-57AF-3466-3BBA0E7852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H="1">
                <a:off x="1296216" y="2764911"/>
                <a:ext cx="612775" cy="0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90">
                <a:extLst>
                  <a:ext uri="{FF2B5EF4-FFF2-40B4-BE49-F238E27FC236}">
                    <a16:creationId xmlns:a16="http://schemas.microsoft.com/office/drawing/2014/main" id="{9DF55CBC-72A9-B25F-53C3-D6DB68E250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21616" y="2468048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91">
                <a:extLst>
                  <a:ext uri="{FF2B5EF4-FFF2-40B4-BE49-F238E27FC236}">
                    <a16:creationId xmlns:a16="http://schemas.microsoft.com/office/drawing/2014/main" id="{34AC9995-E067-D846-EB20-62DDAD192E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424804" y="262362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92">
                <a:extLst>
                  <a:ext uri="{FF2B5EF4-FFF2-40B4-BE49-F238E27FC236}">
                    <a16:creationId xmlns:a16="http://schemas.microsoft.com/office/drawing/2014/main" id="{38CBD15D-A135-D445-64E3-AEA9F10312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564504" y="2352161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93">
                <a:extLst>
                  <a:ext uri="{FF2B5EF4-FFF2-40B4-BE49-F238E27FC236}">
                    <a16:creationId xmlns:a16="http://schemas.microsoft.com/office/drawing/2014/main" id="{4799F0CB-6613-3459-FB91-E0B909F172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78804" y="2506148"/>
                <a:ext cx="77788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94">
                <a:extLst>
                  <a:ext uri="{FF2B5EF4-FFF2-40B4-BE49-F238E27FC236}">
                    <a16:creationId xmlns:a16="http://schemas.microsoft.com/office/drawing/2014/main" id="{2FDFA191-10F1-7056-FDBD-114EAEA7185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797866" y="231247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A37BE04-D2FA-8705-AC2D-7DB4E1A76AD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520109" y="1797146"/>
            <a:ext cx="766032" cy="766032"/>
            <a:chOff x="3520109" y="1797146"/>
            <a:chExt cx="766032" cy="766032"/>
          </a:xfrm>
        </p:grpSpPr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6066FA7C-7A7E-42A0-66BB-913023E40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520109" y="1797146"/>
              <a:ext cx="766032" cy="766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algn="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74" name="Agrupar 73">
              <a:extLst>
                <a:ext uri="{FF2B5EF4-FFF2-40B4-BE49-F238E27FC236}">
                  <a16:creationId xmlns:a16="http://schemas.microsoft.com/office/drawing/2014/main" id="{533F5FE1-F964-FDCA-1401-9704DF5A77CA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3729763" y="2052597"/>
              <a:ext cx="346724" cy="256001"/>
              <a:chOff x="1296216" y="2312473"/>
              <a:chExt cx="612775" cy="452438"/>
            </a:xfrm>
          </p:grpSpPr>
          <p:sp>
            <p:nvSpPr>
              <p:cNvPr id="75" name="Line 85">
                <a:extLst>
                  <a:ext uri="{FF2B5EF4-FFF2-40B4-BE49-F238E27FC236}">
                    <a16:creationId xmlns:a16="http://schemas.microsoft.com/office/drawing/2014/main" id="{C4CDC0F9-E62D-06ED-A8AC-80CBCE2E02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740716" y="2390261"/>
                <a:ext cx="63500" cy="1158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Line 86">
                <a:extLst>
                  <a:ext uri="{FF2B5EF4-FFF2-40B4-BE49-F238E27FC236}">
                    <a16:creationId xmlns:a16="http://schemas.microsoft.com/office/drawing/2014/main" id="{3F1BFC0C-4BCB-08B7-4AF8-D8FCB26BB7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21654" y="2415661"/>
                <a:ext cx="71438" cy="936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Line 87">
                <a:extLst>
                  <a:ext uri="{FF2B5EF4-FFF2-40B4-BE49-F238E27FC236}">
                    <a16:creationId xmlns:a16="http://schemas.microsoft.com/office/drawing/2014/main" id="{BC2F097C-90EB-750A-B2A4-536A7E1E6A0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481954" y="2415661"/>
                <a:ext cx="107950" cy="2079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Line 88">
                <a:extLst>
                  <a:ext uri="{FF2B5EF4-FFF2-40B4-BE49-F238E27FC236}">
                    <a16:creationId xmlns:a16="http://schemas.microsoft.com/office/drawing/2014/main" id="{186269E0-C18A-4C7D-4D78-6CED9A9549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72416" y="2533136"/>
                <a:ext cx="65088" cy="904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89">
                <a:extLst>
                  <a:ext uri="{FF2B5EF4-FFF2-40B4-BE49-F238E27FC236}">
                    <a16:creationId xmlns:a16="http://schemas.microsoft.com/office/drawing/2014/main" id="{BF28F04C-A242-23DA-9C9F-DBB1914E8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H="1">
                <a:off x="1296216" y="2764911"/>
                <a:ext cx="612775" cy="0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90">
                <a:extLst>
                  <a:ext uri="{FF2B5EF4-FFF2-40B4-BE49-F238E27FC236}">
                    <a16:creationId xmlns:a16="http://schemas.microsoft.com/office/drawing/2014/main" id="{7A26A600-C318-38B8-E087-9061D8A776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21616" y="2468048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91">
                <a:extLst>
                  <a:ext uri="{FF2B5EF4-FFF2-40B4-BE49-F238E27FC236}">
                    <a16:creationId xmlns:a16="http://schemas.microsoft.com/office/drawing/2014/main" id="{F173F81D-B5FA-0EBD-F7B7-0CEC7372667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424804" y="262362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Oval 92">
                <a:extLst>
                  <a:ext uri="{FF2B5EF4-FFF2-40B4-BE49-F238E27FC236}">
                    <a16:creationId xmlns:a16="http://schemas.microsoft.com/office/drawing/2014/main" id="{DBA735D0-A4DA-A570-036B-4F35E573BA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564504" y="2352161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Oval 93">
                <a:extLst>
                  <a:ext uri="{FF2B5EF4-FFF2-40B4-BE49-F238E27FC236}">
                    <a16:creationId xmlns:a16="http://schemas.microsoft.com/office/drawing/2014/main" id="{E9774422-DC0A-0A40-A880-BB7847E5CA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78804" y="2506148"/>
                <a:ext cx="77788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Oval 94">
                <a:extLst>
                  <a:ext uri="{FF2B5EF4-FFF2-40B4-BE49-F238E27FC236}">
                    <a16:creationId xmlns:a16="http://schemas.microsoft.com/office/drawing/2014/main" id="{474ABC5D-8381-2B16-1E5D-892C448648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797866" y="231247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08FB47B4-62D7-9CA9-A926-0F3DBD19A449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381737" y="1822745"/>
            <a:ext cx="766032" cy="766032"/>
            <a:chOff x="6381737" y="1822745"/>
            <a:chExt cx="766032" cy="766032"/>
          </a:xfrm>
        </p:grpSpPr>
        <p:sp>
          <p:nvSpPr>
            <p:cNvPr id="107" name="Elipse 106">
              <a:extLst>
                <a:ext uri="{FF2B5EF4-FFF2-40B4-BE49-F238E27FC236}">
                  <a16:creationId xmlns:a16="http://schemas.microsoft.com/office/drawing/2014/main" id="{DCF70268-0D77-A5A4-BA5D-4582C0FB09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81737" y="1822745"/>
              <a:ext cx="766032" cy="766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algn="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10" name="Agrupar 109">
              <a:extLst>
                <a:ext uri="{FF2B5EF4-FFF2-40B4-BE49-F238E27FC236}">
                  <a16:creationId xmlns:a16="http://schemas.microsoft.com/office/drawing/2014/main" id="{3FEDD5F3-D512-F1E8-E1CF-9F28C9D00283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6591391" y="2078196"/>
              <a:ext cx="346724" cy="256001"/>
              <a:chOff x="1296216" y="2312473"/>
              <a:chExt cx="612775" cy="452438"/>
            </a:xfrm>
          </p:grpSpPr>
          <p:sp>
            <p:nvSpPr>
              <p:cNvPr id="111" name="Line 85">
                <a:extLst>
                  <a:ext uri="{FF2B5EF4-FFF2-40B4-BE49-F238E27FC236}">
                    <a16:creationId xmlns:a16="http://schemas.microsoft.com/office/drawing/2014/main" id="{33C99F9A-C1E4-79FC-82F4-5CDEFA8C67F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740716" y="2390261"/>
                <a:ext cx="63500" cy="1158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Line 86">
                <a:extLst>
                  <a:ext uri="{FF2B5EF4-FFF2-40B4-BE49-F238E27FC236}">
                    <a16:creationId xmlns:a16="http://schemas.microsoft.com/office/drawing/2014/main" id="{B05B359F-4437-C17B-CB64-01C655607EF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21654" y="2415661"/>
                <a:ext cx="71438" cy="936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Line 87">
                <a:extLst>
                  <a:ext uri="{FF2B5EF4-FFF2-40B4-BE49-F238E27FC236}">
                    <a16:creationId xmlns:a16="http://schemas.microsoft.com/office/drawing/2014/main" id="{481DDDA4-9B9F-0942-57CF-F8890F703B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481954" y="2415661"/>
                <a:ext cx="107950" cy="2079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Line 88">
                <a:extLst>
                  <a:ext uri="{FF2B5EF4-FFF2-40B4-BE49-F238E27FC236}">
                    <a16:creationId xmlns:a16="http://schemas.microsoft.com/office/drawing/2014/main" id="{1C56C3B4-EB37-87F2-24C0-CD8540EB6C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72416" y="2533136"/>
                <a:ext cx="65088" cy="904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Line 89">
                <a:extLst>
                  <a:ext uri="{FF2B5EF4-FFF2-40B4-BE49-F238E27FC236}">
                    <a16:creationId xmlns:a16="http://schemas.microsoft.com/office/drawing/2014/main" id="{D644B7A6-5A64-E11A-251A-71C95A637E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H="1">
                <a:off x="1296216" y="2764911"/>
                <a:ext cx="612775" cy="0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Oval 90">
                <a:extLst>
                  <a:ext uri="{FF2B5EF4-FFF2-40B4-BE49-F238E27FC236}">
                    <a16:creationId xmlns:a16="http://schemas.microsoft.com/office/drawing/2014/main" id="{87EE6E5D-E9BD-D119-8AFC-0DA989100C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21616" y="2468048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Oval 91">
                <a:extLst>
                  <a:ext uri="{FF2B5EF4-FFF2-40B4-BE49-F238E27FC236}">
                    <a16:creationId xmlns:a16="http://schemas.microsoft.com/office/drawing/2014/main" id="{A11EEBCD-1E2C-A551-B350-AAEBEF06C8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424804" y="262362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Oval 92">
                <a:extLst>
                  <a:ext uri="{FF2B5EF4-FFF2-40B4-BE49-F238E27FC236}">
                    <a16:creationId xmlns:a16="http://schemas.microsoft.com/office/drawing/2014/main" id="{9F4D4129-67C4-05A4-E5C7-583C8A8D70F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564504" y="2352161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Oval 93">
                <a:extLst>
                  <a:ext uri="{FF2B5EF4-FFF2-40B4-BE49-F238E27FC236}">
                    <a16:creationId xmlns:a16="http://schemas.microsoft.com/office/drawing/2014/main" id="{56E9A2AF-AAF5-7C35-EA35-26385E88F59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78804" y="2506148"/>
                <a:ext cx="77788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Oval 94">
                <a:extLst>
                  <a:ext uri="{FF2B5EF4-FFF2-40B4-BE49-F238E27FC236}">
                    <a16:creationId xmlns:a16="http://schemas.microsoft.com/office/drawing/2014/main" id="{168B1DB7-5907-0124-DA46-9B8C3E1C31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797866" y="231247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23E4197D-A128-F031-0AEB-32DE6E82185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244254" y="1820037"/>
            <a:ext cx="766032" cy="766032"/>
            <a:chOff x="9244254" y="1820037"/>
            <a:chExt cx="766032" cy="766032"/>
          </a:xfrm>
        </p:grpSpPr>
        <p:sp>
          <p:nvSpPr>
            <p:cNvPr id="121" name="Elipse 120">
              <a:extLst>
                <a:ext uri="{FF2B5EF4-FFF2-40B4-BE49-F238E27FC236}">
                  <a16:creationId xmlns:a16="http://schemas.microsoft.com/office/drawing/2014/main" id="{0FC4B29A-DEE2-05CD-98F1-3E5CCCA0FC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244254" y="1820037"/>
              <a:ext cx="766032" cy="766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algn="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24" name="Agrupar 123">
              <a:extLst>
                <a:ext uri="{FF2B5EF4-FFF2-40B4-BE49-F238E27FC236}">
                  <a16:creationId xmlns:a16="http://schemas.microsoft.com/office/drawing/2014/main" id="{9DD38251-C690-EB77-DA65-D37A9F769D0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9453908" y="2075488"/>
              <a:ext cx="346724" cy="256001"/>
              <a:chOff x="1296216" y="2312473"/>
              <a:chExt cx="612775" cy="452438"/>
            </a:xfrm>
          </p:grpSpPr>
          <p:sp>
            <p:nvSpPr>
              <p:cNvPr id="125" name="Line 85">
                <a:extLst>
                  <a:ext uri="{FF2B5EF4-FFF2-40B4-BE49-F238E27FC236}">
                    <a16:creationId xmlns:a16="http://schemas.microsoft.com/office/drawing/2014/main" id="{3FDBC7DB-B089-16D7-C65F-DA76923EEFC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740716" y="2390261"/>
                <a:ext cx="63500" cy="1158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Line 86">
                <a:extLst>
                  <a:ext uri="{FF2B5EF4-FFF2-40B4-BE49-F238E27FC236}">
                    <a16:creationId xmlns:a16="http://schemas.microsoft.com/office/drawing/2014/main" id="{A3F7FCDF-04CA-19D2-C8B8-234D80B6F0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21654" y="2415661"/>
                <a:ext cx="71438" cy="936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Line 87">
                <a:extLst>
                  <a:ext uri="{FF2B5EF4-FFF2-40B4-BE49-F238E27FC236}">
                    <a16:creationId xmlns:a16="http://schemas.microsoft.com/office/drawing/2014/main" id="{0D254EE6-1216-5C45-5207-B47F329F4F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481954" y="2415661"/>
                <a:ext cx="107950" cy="2079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Line 88">
                <a:extLst>
                  <a:ext uri="{FF2B5EF4-FFF2-40B4-BE49-F238E27FC236}">
                    <a16:creationId xmlns:a16="http://schemas.microsoft.com/office/drawing/2014/main" id="{98234531-1969-69FE-1C95-302141A8A2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72416" y="2533136"/>
                <a:ext cx="65088" cy="904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Line 89">
                <a:extLst>
                  <a:ext uri="{FF2B5EF4-FFF2-40B4-BE49-F238E27FC236}">
                    <a16:creationId xmlns:a16="http://schemas.microsoft.com/office/drawing/2014/main" id="{0CCF77E4-72A3-133E-B41C-CB250D54B4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H="1">
                <a:off x="1296216" y="2764911"/>
                <a:ext cx="612775" cy="0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Oval 90">
                <a:extLst>
                  <a:ext uri="{FF2B5EF4-FFF2-40B4-BE49-F238E27FC236}">
                    <a16:creationId xmlns:a16="http://schemas.microsoft.com/office/drawing/2014/main" id="{09BC0F16-301A-C825-5886-2D7B67820CF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21616" y="2468048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Oval 91">
                <a:extLst>
                  <a:ext uri="{FF2B5EF4-FFF2-40B4-BE49-F238E27FC236}">
                    <a16:creationId xmlns:a16="http://schemas.microsoft.com/office/drawing/2014/main" id="{CA1D47AD-C27B-D76B-8567-DC9A68990F1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424804" y="262362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Oval 92">
                <a:extLst>
                  <a:ext uri="{FF2B5EF4-FFF2-40B4-BE49-F238E27FC236}">
                    <a16:creationId xmlns:a16="http://schemas.microsoft.com/office/drawing/2014/main" id="{0D06ED07-0FC8-6A31-6D20-BAF66A0AD87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564504" y="2352161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Oval 93">
                <a:extLst>
                  <a:ext uri="{FF2B5EF4-FFF2-40B4-BE49-F238E27FC236}">
                    <a16:creationId xmlns:a16="http://schemas.microsoft.com/office/drawing/2014/main" id="{9B39F313-132A-2AAE-E18F-D890CC21DD9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78804" y="2506148"/>
                <a:ext cx="77788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Oval 94">
                <a:extLst>
                  <a:ext uri="{FF2B5EF4-FFF2-40B4-BE49-F238E27FC236}">
                    <a16:creationId xmlns:a16="http://schemas.microsoft.com/office/drawing/2014/main" id="{0589BFFB-19FC-130C-C384-109C28C9A63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797866" y="231247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8579EEC8-6C3A-C917-B8FF-A95BB08E65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612094" y="2425760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16DB4B1-97CD-D20C-0843-9197C9ACB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482631" y="2425760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7ACC92E-1201-D1DE-1624-F28DAB06C8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376532" y="2425760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F988A0A-3B29-29CB-AADB-3A07694824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232804" y="2425760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Espaço Reservado para Texto 13">
            <a:extLst>
              <a:ext uri="{FF2B5EF4-FFF2-40B4-BE49-F238E27FC236}">
                <a16:creationId xmlns:a16="http://schemas.microsoft.com/office/drawing/2014/main" id="{DA0585D7-2530-23A0-A02A-3B76AA104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75545" y="2877776"/>
            <a:ext cx="2560002" cy="346726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09" name="Espaço Reservado para Texto 13">
            <a:extLst>
              <a:ext uri="{FF2B5EF4-FFF2-40B4-BE49-F238E27FC236}">
                <a16:creationId xmlns:a16="http://schemas.microsoft.com/office/drawing/2014/main" id="{CACB2F3E-EE0D-EE08-DAAF-2541B2452E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13028" y="2880484"/>
            <a:ext cx="2522116" cy="346726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73" name="Espaço Reservado para Texto 13">
            <a:extLst>
              <a:ext uri="{FF2B5EF4-FFF2-40B4-BE49-F238E27FC236}">
                <a16:creationId xmlns:a16="http://schemas.microsoft.com/office/drawing/2014/main" id="{E165A65E-FBA6-1FB3-805D-E582D0F114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51399" y="2854885"/>
            <a:ext cx="2522117" cy="349285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56" name="Espaço Reservado para Texto 13">
            <a:extLst>
              <a:ext uri="{FF2B5EF4-FFF2-40B4-BE49-F238E27FC236}">
                <a16:creationId xmlns:a16="http://schemas.microsoft.com/office/drawing/2014/main" id="{00613D81-3A9C-AE98-A683-7FF60D0B37CF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75274" y="2854885"/>
            <a:ext cx="2522116" cy="349285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22" name="Espaço Reservado para Texto 13">
            <a:extLst>
              <a:ext uri="{FF2B5EF4-FFF2-40B4-BE49-F238E27FC236}">
                <a16:creationId xmlns:a16="http://schemas.microsoft.com/office/drawing/2014/main" id="{309114BF-CE45-CCE2-1811-6C66B378668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4639" y="2022835"/>
            <a:ext cx="1710908" cy="51522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4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2023</a:t>
            </a:r>
          </a:p>
        </p:txBody>
      </p:sp>
      <p:sp>
        <p:nvSpPr>
          <p:cNvPr id="108" name="Espaço Reservado para Texto 13">
            <a:extLst>
              <a:ext uri="{FF2B5EF4-FFF2-40B4-BE49-F238E27FC236}">
                <a16:creationId xmlns:a16="http://schemas.microsoft.com/office/drawing/2014/main" id="{35FDCCF2-768F-C62D-0C6A-3783C6AA863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62121" y="2025543"/>
            <a:ext cx="1673023" cy="51522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4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1 Ano</a:t>
            </a:r>
          </a:p>
        </p:txBody>
      </p:sp>
      <p:sp>
        <p:nvSpPr>
          <p:cNvPr id="72" name="Espaço Reservado para Texto 13">
            <a:extLst>
              <a:ext uri="{FF2B5EF4-FFF2-40B4-BE49-F238E27FC236}">
                <a16:creationId xmlns:a16="http://schemas.microsoft.com/office/drawing/2014/main" id="{A3A83416-153C-3B29-0EE8-B40EA9F987F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00493" y="1999944"/>
            <a:ext cx="1673023" cy="51522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4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6 Meses</a:t>
            </a:r>
          </a:p>
        </p:txBody>
      </p:sp>
      <p:sp>
        <p:nvSpPr>
          <p:cNvPr id="155" name="Espaço Reservado para Texto 13">
            <a:extLst>
              <a:ext uri="{FF2B5EF4-FFF2-40B4-BE49-F238E27FC236}">
                <a16:creationId xmlns:a16="http://schemas.microsoft.com/office/drawing/2014/main" id="{1D3D4A3C-90F4-2B02-9D7F-25FE58D1D961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524367" y="1999944"/>
            <a:ext cx="1673023" cy="51522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4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3 Meses</a:t>
            </a:r>
          </a:p>
        </p:txBody>
      </p:sp>
      <p:sp>
        <p:nvSpPr>
          <p:cNvPr id="10" name="Espaço Reservado para Texto 2">
            <a:extLst>
              <a:ext uri="{FF2B5EF4-FFF2-40B4-BE49-F238E27FC236}">
                <a16:creationId xmlns:a16="http://schemas.microsoft.com/office/drawing/2014/main" id="{99071412-43D5-3DBC-C302-3D612FD0CF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9340" y="409581"/>
            <a:ext cx="4775120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5300"/>
              </a:lnSpc>
              <a:defRPr lang="pt-BR" sz="45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Evolução</a:t>
            </a:r>
          </a:p>
        </p:txBody>
      </p:sp>
    </p:spTree>
    <p:extLst>
      <p:ext uri="{BB962C8B-B14F-4D97-AF65-F5344CB8AC3E}">
        <p14:creationId xmlns:p14="http://schemas.microsoft.com/office/powerpoint/2010/main" val="281994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4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37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4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9" grpId="0" animBg="1"/>
      <p:bldP spid="5" grpId="0" animBg="1"/>
      <p:bldP spid="2" grpId="0" animBg="1"/>
      <p:bldP spid="6" grpId="0" animBg="1"/>
      <p:bldP spid="7" grpId="0" animBg="1"/>
      <p:bldP spid="8" grpId="0" animBg="1"/>
      <p:bldP spid="12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4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3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3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4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3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0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0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olucao_opcao2_txt_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tângulo 35">
            <a:extLst>
              <a:ext uri="{FF2B5EF4-FFF2-40B4-BE49-F238E27FC236}">
                <a16:creationId xmlns:a16="http://schemas.microsoft.com/office/drawing/2014/main" id="{DA219059-AAEB-1ED8-E7E3-9BAE897BE5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39462" y="1599619"/>
            <a:ext cx="12231462" cy="145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8" name="Espaço Reservado para Imagem 137">
            <a:extLst>
              <a:ext uri="{FF2B5EF4-FFF2-40B4-BE49-F238E27FC236}">
                <a16:creationId xmlns:a16="http://schemas.microsoft.com/office/drawing/2014/main" id="{0E1FAD41-51E5-0876-6C4E-8CE6F336A6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5"/>
          </p:nvPr>
        </p:nvSpPr>
        <p:spPr>
          <a:xfrm>
            <a:off x="538227" y="1282413"/>
            <a:ext cx="3501170" cy="2297626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142" name="Espaço Reservado para Imagem 137">
            <a:extLst>
              <a:ext uri="{FF2B5EF4-FFF2-40B4-BE49-F238E27FC236}">
                <a16:creationId xmlns:a16="http://schemas.microsoft.com/office/drawing/2014/main" id="{E2D6E41A-A53A-0492-2D29-79CD517264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6"/>
          </p:nvPr>
        </p:nvSpPr>
        <p:spPr>
          <a:xfrm>
            <a:off x="4345415" y="1282413"/>
            <a:ext cx="3501170" cy="2297626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143" name="Espaço Reservado para Imagem 137">
            <a:extLst>
              <a:ext uri="{FF2B5EF4-FFF2-40B4-BE49-F238E27FC236}">
                <a16:creationId xmlns:a16="http://schemas.microsoft.com/office/drawing/2014/main" id="{E68BE74B-1B4D-2B9D-2489-36EE9434C7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7"/>
          </p:nvPr>
        </p:nvSpPr>
        <p:spPr>
          <a:xfrm>
            <a:off x="8207247" y="1325823"/>
            <a:ext cx="3501170" cy="2297626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147" name="Retângulo 146">
            <a:extLst>
              <a:ext uri="{FF2B5EF4-FFF2-40B4-BE49-F238E27FC236}">
                <a16:creationId xmlns:a16="http://schemas.microsoft.com/office/drawing/2014/main" id="{9B9E1A13-8715-C3F6-8541-BF976971C7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232804" y="4502535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Retângulo 145">
            <a:extLst>
              <a:ext uri="{FF2B5EF4-FFF2-40B4-BE49-F238E27FC236}">
                <a16:creationId xmlns:a16="http://schemas.microsoft.com/office/drawing/2014/main" id="{E594E7F3-2F40-0876-D04D-2263438313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362018" y="4502535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5" name="Retângulo 144">
            <a:extLst>
              <a:ext uri="{FF2B5EF4-FFF2-40B4-BE49-F238E27FC236}">
                <a16:creationId xmlns:a16="http://schemas.microsoft.com/office/drawing/2014/main" id="{338FC893-CA29-1D29-3C9A-0C3036C514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410056" y="4502535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4" name="Retângulo 143">
            <a:extLst>
              <a:ext uri="{FF2B5EF4-FFF2-40B4-BE49-F238E27FC236}">
                <a16:creationId xmlns:a16="http://schemas.microsoft.com/office/drawing/2014/main" id="{3AB3EA83-4728-4673-7D41-E4814959D4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495981" y="4502535"/>
            <a:ext cx="4253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2E52D49C-BBAE-A922-597A-FE9CC87B61A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9244254" y="3927806"/>
            <a:ext cx="766032" cy="766032"/>
            <a:chOff x="9244254" y="3927806"/>
            <a:chExt cx="766032" cy="766032"/>
          </a:xfrm>
        </p:grpSpPr>
        <p:sp>
          <p:nvSpPr>
            <p:cNvPr id="121" name="Elipse 120">
              <a:extLst>
                <a:ext uri="{FF2B5EF4-FFF2-40B4-BE49-F238E27FC236}">
                  <a16:creationId xmlns:a16="http://schemas.microsoft.com/office/drawing/2014/main" id="{0FC4B29A-DEE2-05CD-98F1-3E5CCCA0FC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244254" y="3927806"/>
              <a:ext cx="766032" cy="766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algn="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24" name="Agrupar 123">
              <a:extLst>
                <a:ext uri="{FF2B5EF4-FFF2-40B4-BE49-F238E27FC236}">
                  <a16:creationId xmlns:a16="http://schemas.microsoft.com/office/drawing/2014/main" id="{9DD38251-C690-EB77-DA65-D37A9F769D0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9453908" y="4183257"/>
              <a:ext cx="346724" cy="256001"/>
              <a:chOff x="1296216" y="2312473"/>
              <a:chExt cx="612775" cy="452438"/>
            </a:xfrm>
          </p:grpSpPr>
          <p:sp>
            <p:nvSpPr>
              <p:cNvPr id="125" name="Line 85">
                <a:extLst>
                  <a:ext uri="{FF2B5EF4-FFF2-40B4-BE49-F238E27FC236}">
                    <a16:creationId xmlns:a16="http://schemas.microsoft.com/office/drawing/2014/main" id="{3FDBC7DB-B089-16D7-C65F-DA76923EEFC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740716" y="2390261"/>
                <a:ext cx="63500" cy="1158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Line 86">
                <a:extLst>
                  <a:ext uri="{FF2B5EF4-FFF2-40B4-BE49-F238E27FC236}">
                    <a16:creationId xmlns:a16="http://schemas.microsoft.com/office/drawing/2014/main" id="{A3F7FCDF-04CA-19D2-C8B8-234D80B6F09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21654" y="2415661"/>
                <a:ext cx="71438" cy="936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Line 87">
                <a:extLst>
                  <a:ext uri="{FF2B5EF4-FFF2-40B4-BE49-F238E27FC236}">
                    <a16:creationId xmlns:a16="http://schemas.microsoft.com/office/drawing/2014/main" id="{0D254EE6-1216-5C45-5207-B47F329F4F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481954" y="2415661"/>
                <a:ext cx="107950" cy="2079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0" name="Line 88">
                <a:extLst>
                  <a:ext uri="{FF2B5EF4-FFF2-40B4-BE49-F238E27FC236}">
                    <a16:creationId xmlns:a16="http://schemas.microsoft.com/office/drawing/2014/main" id="{98234531-1969-69FE-1C95-302141A8A2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72416" y="2533136"/>
                <a:ext cx="65088" cy="904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Line 89">
                <a:extLst>
                  <a:ext uri="{FF2B5EF4-FFF2-40B4-BE49-F238E27FC236}">
                    <a16:creationId xmlns:a16="http://schemas.microsoft.com/office/drawing/2014/main" id="{0CCF77E4-72A3-133E-B41C-CB250D54B4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H="1">
                <a:off x="1296216" y="2764911"/>
                <a:ext cx="612775" cy="0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Oval 90">
                <a:extLst>
                  <a:ext uri="{FF2B5EF4-FFF2-40B4-BE49-F238E27FC236}">
                    <a16:creationId xmlns:a16="http://schemas.microsoft.com/office/drawing/2014/main" id="{09BC0F16-301A-C825-5886-2D7B67820CF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21616" y="2468048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Oval 91">
                <a:extLst>
                  <a:ext uri="{FF2B5EF4-FFF2-40B4-BE49-F238E27FC236}">
                    <a16:creationId xmlns:a16="http://schemas.microsoft.com/office/drawing/2014/main" id="{CA1D47AD-C27B-D76B-8567-DC9A68990F1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424804" y="262362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Oval 92">
                <a:extLst>
                  <a:ext uri="{FF2B5EF4-FFF2-40B4-BE49-F238E27FC236}">
                    <a16:creationId xmlns:a16="http://schemas.microsoft.com/office/drawing/2014/main" id="{0D06ED07-0FC8-6A31-6D20-BAF66A0AD87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564504" y="2352161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Oval 93">
                <a:extLst>
                  <a:ext uri="{FF2B5EF4-FFF2-40B4-BE49-F238E27FC236}">
                    <a16:creationId xmlns:a16="http://schemas.microsoft.com/office/drawing/2014/main" id="{9B39F313-132A-2AAE-E18F-D890CC21DD9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78804" y="2506148"/>
                <a:ext cx="77788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Oval 94">
                <a:extLst>
                  <a:ext uri="{FF2B5EF4-FFF2-40B4-BE49-F238E27FC236}">
                    <a16:creationId xmlns:a16="http://schemas.microsoft.com/office/drawing/2014/main" id="{0589BFFB-19FC-130C-C384-109C28C9A63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797866" y="231247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786BA91-1776-E99E-C9C9-9DA77BE19B81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367223" y="3930514"/>
            <a:ext cx="766032" cy="766032"/>
            <a:chOff x="6367223" y="3930514"/>
            <a:chExt cx="766032" cy="766032"/>
          </a:xfrm>
        </p:grpSpPr>
        <p:sp>
          <p:nvSpPr>
            <p:cNvPr id="107" name="Elipse 106">
              <a:extLst>
                <a:ext uri="{FF2B5EF4-FFF2-40B4-BE49-F238E27FC236}">
                  <a16:creationId xmlns:a16="http://schemas.microsoft.com/office/drawing/2014/main" id="{DCF70268-0D77-A5A4-BA5D-4582C0FB09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367223" y="3930514"/>
              <a:ext cx="766032" cy="766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algn="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110" name="Agrupar 109">
              <a:extLst>
                <a:ext uri="{FF2B5EF4-FFF2-40B4-BE49-F238E27FC236}">
                  <a16:creationId xmlns:a16="http://schemas.microsoft.com/office/drawing/2014/main" id="{3FEDD5F3-D512-F1E8-E1CF-9F28C9D00283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6576877" y="4185965"/>
              <a:ext cx="346724" cy="256001"/>
              <a:chOff x="1296216" y="2312473"/>
              <a:chExt cx="612775" cy="452438"/>
            </a:xfrm>
          </p:grpSpPr>
          <p:sp>
            <p:nvSpPr>
              <p:cNvPr id="111" name="Line 85">
                <a:extLst>
                  <a:ext uri="{FF2B5EF4-FFF2-40B4-BE49-F238E27FC236}">
                    <a16:creationId xmlns:a16="http://schemas.microsoft.com/office/drawing/2014/main" id="{33C99F9A-C1E4-79FC-82F4-5CDEFA8C67F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740716" y="2390261"/>
                <a:ext cx="63500" cy="1158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Line 86">
                <a:extLst>
                  <a:ext uri="{FF2B5EF4-FFF2-40B4-BE49-F238E27FC236}">
                    <a16:creationId xmlns:a16="http://schemas.microsoft.com/office/drawing/2014/main" id="{B05B359F-4437-C17B-CB64-01C655607EF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21654" y="2415661"/>
                <a:ext cx="71438" cy="936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Line 87">
                <a:extLst>
                  <a:ext uri="{FF2B5EF4-FFF2-40B4-BE49-F238E27FC236}">
                    <a16:creationId xmlns:a16="http://schemas.microsoft.com/office/drawing/2014/main" id="{481DDDA4-9B9F-0942-57CF-F8890F703BB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481954" y="2415661"/>
                <a:ext cx="107950" cy="2079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Line 88">
                <a:extLst>
                  <a:ext uri="{FF2B5EF4-FFF2-40B4-BE49-F238E27FC236}">
                    <a16:creationId xmlns:a16="http://schemas.microsoft.com/office/drawing/2014/main" id="{1C56C3B4-EB37-87F2-24C0-CD8540EB6C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72416" y="2533136"/>
                <a:ext cx="65088" cy="904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Line 89">
                <a:extLst>
                  <a:ext uri="{FF2B5EF4-FFF2-40B4-BE49-F238E27FC236}">
                    <a16:creationId xmlns:a16="http://schemas.microsoft.com/office/drawing/2014/main" id="{D644B7A6-5A64-E11A-251A-71C95A637E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H="1">
                <a:off x="1296216" y="2764911"/>
                <a:ext cx="612775" cy="0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Oval 90">
                <a:extLst>
                  <a:ext uri="{FF2B5EF4-FFF2-40B4-BE49-F238E27FC236}">
                    <a16:creationId xmlns:a16="http://schemas.microsoft.com/office/drawing/2014/main" id="{87EE6E5D-E9BD-D119-8AFC-0DA989100C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21616" y="2468048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Oval 91">
                <a:extLst>
                  <a:ext uri="{FF2B5EF4-FFF2-40B4-BE49-F238E27FC236}">
                    <a16:creationId xmlns:a16="http://schemas.microsoft.com/office/drawing/2014/main" id="{A11EEBCD-1E2C-A551-B350-AAEBEF06C85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424804" y="262362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8" name="Oval 92">
                <a:extLst>
                  <a:ext uri="{FF2B5EF4-FFF2-40B4-BE49-F238E27FC236}">
                    <a16:creationId xmlns:a16="http://schemas.microsoft.com/office/drawing/2014/main" id="{9F4D4129-67C4-05A4-E5C7-583C8A8D70F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564504" y="2352161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9" name="Oval 93">
                <a:extLst>
                  <a:ext uri="{FF2B5EF4-FFF2-40B4-BE49-F238E27FC236}">
                    <a16:creationId xmlns:a16="http://schemas.microsoft.com/office/drawing/2014/main" id="{56E9A2AF-AAF5-7C35-EA35-26385E88F59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78804" y="2506148"/>
                <a:ext cx="77788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0" name="Oval 94">
                <a:extLst>
                  <a:ext uri="{FF2B5EF4-FFF2-40B4-BE49-F238E27FC236}">
                    <a16:creationId xmlns:a16="http://schemas.microsoft.com/office/drawing/2014/main" id="{168B1DB7-5907-0124-DA46-9B8C3E1C31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797866" y="231247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324908F-D82A-5891-71E4-A668B5E05E7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3447534" y="3904915"/>
            <a:ext cx="766032" cy="766032"/>
            <a:chOff x="3447534" y="3904915"/>
            <a:chExt cx="766032" cy="766032"/>
          </a:xfrm>
        </p:grpSpPr>
        <p:sp>
          <p:nvSpPr>
            <p:cNvPr id="71" name="Elipse 70">
              <a:extLst>
                <a:ext uri="{FF2B5EF4-FFF2-40B4-BE49-F238E27FC236}">
                  <a16:creationId xmlns:a16="http://schemas.microsoft.com/office/drawing/2014/main" id="{6066FA7C-7A7E-42A0-66BB-913023E40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447534" y="3904915"/>
              <a:ext cx="766032" cy="766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algn="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74" name="Agrupar 73">
              <a:extLst>
                <a:ext uri="{FF2B5EF4-FFF2-40B4-BE49-F238E27FC236}">
                  <a16:creationId xmlns:a16="http://schemas.microsoft.com/office/drawing/2014/main" id="{533F5FE1-F964-FDCA-1401-9704DF5A77CA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3657188" y="4160366"/>
              <a:ext cx="346724" cy="256001"/>
              <a:chOff x="1296216" y="2312473"/>
              <a:chExt cx="612775" cy="452438"/>
            </a:xfrm>
          </p:grpSpPr>
          <p:sp>
            <p:nvSpPr>
              <p:cNvPr id="75" name="Line 85">
                <a:extLst>
                  <a:ext uri="{FF2B5EF4-FFF2-40B4-BE49-F238E27FC236}">
                    <a16:creationId xmlns:a16="http://schemas.microsoft.com/office/drawing/2014/main" id="{C4CDC0F9-E62D-06ED-A8AC-80CBCE2E02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740716" y="2390261"/>
                <a:ext cx="63500" cy="1158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Line 86">
                <a:extLst>
                  <a:ext uri="{FF2B5EF4-FFF2-40B4-BE49-F238E27FC236}">
                    <a16:creationId xmlns:a16="http://schemas.microsoft.com/office/drawing/2014/main" id="{3F1BFC0C-4BCB-08B7-4AF8-D8FCB26BB7E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21654" y="2415661"/>
                <a:ext cx="71438" cy="936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Line 87">
                <a:extLst>
                  <a:ext uri="{FF2B5EF4-FFF2-40B4-BE49-F238E27FC236}">
                    <a16:creationId xmlns:a16="http://schemas.microsoft.com/office/drawing/2014/main" id="{BC2F097C-90EB-750A-B2A4-536A7E1E6A0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481954" y="2415661"/>
                <a:ext cx="107950" cy="2079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Line 88">
                <a:extLst>
                  <a:ext uri="{FF2B5EF4-FFF2-40B4-BE49-F238E27FC236}">
                    <a16:creationId xmlns:a16="http://schemas.microsoft.com/office/drawing/2014/main" id="{186269E0-C18A-4C7D-4D78-6CED9A95496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72416" y="2533136"/>
                <a:ext cx="65088" cy="904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Line 89">
                <a:extLst>
                  <a:ext uri="{FF2B5EF4-FFF2-40B4-BE49-F238E27FC236}">
                    <a16:creationId xmlns:a16="http://schemas.microsoft.com/office/drawing/2014/main" id="{BF28F04C-A242-23DA-9C9F-DBB1914E858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H="1">
                <a:off x="1296216" y="2764911"/>
                <a:ext cx="612775" cy="0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Oval 90">
                <a:extLst>
                  <a:ext uri="{FF2B5EF4-FFF2-40B4-BE49-F238E27FC236}">
                    <a16:creationId xmlns:a16="http://schemas.microsoft.com/office/drawing/2014/main" id="{7A26A600-C318-38B8-E087-9061D8A7769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21616" y="2468048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Oval 91">
                <a:extLst>
                  <a:ext uri="{FF2B5EF4-FFF2-40B4-BE49-F238E27FC236}">
                    <a16:creationId xmlns:a16="http://schemas.microsoft.com/office/drawing/2014/main" id="{F173F81D-B5FA-0EBD-F7B7-0CEC7372667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424804" y="262362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Oval 92">
                <a:extLst>
                  <a:ext uri="{FF2B5EF4-FFF2-40B4-BE49-F238E27FC236}">
                    <a16:creationId xmlns:a16="http://schemas.microsoft.com/office/drawing/2014/main" id="{DBA735D0-A4DA-A570-036B-4F35E573BA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564504" y="2352161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Oval 93">
                <a:extLst>
                  <a:ext uri="{FF2B5EF4-FFF2-40B4-BE49-F238E27FC236}">
                    <a16:creationId xmlns:a16="http://schemas.microsoft.com/office/drawing/2014/main" id="{E9774422-DC0A-0A40-A880-BB7847E5CA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78804" y="2506148"/>
                <a:ext cx="77788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Oval 94">
                <a:extLst>
                  <a:ext uri="{FF2B5EF4-FFF2-40B4-BE49-F238E27FC236}">
                    <a16:creationId xmlns:a16="http://schemas.microsoft.com/office/drawing/2014/main" id="{474ABC5D-8381-2B16-1E5D-892C4486486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797866" y="231247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14C62EF1-8572-EC5F-C3FE-97B9291E836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527870" y="3904915"/>
            <a:ext cx="766032" cy="766032"/>
            <a:chOff x="527870" y="3904915"/>
            <a:chExt cx="766032" cy="766032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FF470990-FD2E-CCE6-4331-266BF6D6D3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27870" y="3904915"/>
              <a:ext cx="766032" cy="7660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41300" algn="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id="{8AA0C6A5-CF9E-9ED0-26AA-4C4E21F08828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37524" y="4160366"/>
              <a:ext cx="346724" cy="256001"/>
              <a:chOff x="1296216" y="2312473"/>
              <a:chExt cx="612775" cy="452438"/>
            </a:xfrm>
          </p:grpSpPr>
          <p:sp>
            <p:nvSpPr>
              <p:cNvPr id="61" name="Line 85">
                <a:extLst>
                  <a:ext uri="{FF2B5EF4-FFF2-40B4-BE49-F238E27FC236}">
                    <a16:creationId xmlns:a16="http://schemas.microsoft.com/office/drawing/2014/main" id="{057A41BD-D824-52CD-CA1D-9FF47C9E87A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740716" y="2390261"/>
                <a:ext cx="63500" cy="1158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2" name="Line 86">
                <a:extLst>
                  <a:ext uri="{FF2B5EF4-FFF2-40B4-BE49-F238E27FC236}">
                    <a16:creationId xmlns:a16="http://schemas.microsoft.com/office/drawing/2014/main" id="{6E07E948-82F7-F75B-94DF-8CEB3774532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21654" y="2415661"/>
                <a:ext cx="71438" cy="936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3" name="Line 87">
                <a:extLst>
                  <a:ext uri="{FF2B5EF4-FFF2-40B4-BE49-F238E27FC236}">
                    <a16:creationId xmlns:a16="http://schemas.microsoft.com/office/drawing/2014/main" id="{67901EBA-845A-2926-717A-7E5BA8868C2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V="1">
                <a:off x="1481954" y="2415661"/>
                <a:ext cx="107950" cy="207963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4" name="Line 88">
                <a:extLst>
                  <a:ext uri="{FF2B5EF4-FFF2-40B4-BE49-F238E27FC236}">
                    <a16:creationId xmlns:a16="http://schemas.microsoft.com/office/drawing/2014/main" id="{535B6980-354A-C72C-021F-4B4F5BD3DE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72416" y="2533136"/>
                <a:ext cx="65088" cy="90488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5" name="Line 89">
                <a:extLst>
                  <a:ext uri="{FF2B5EF4-FFF2-40B4-BE49-F238E27FC236}">
                    <a16:creationId xmlns:a16="http://schemas.microsoft.com/office/drawing/2014/main" id="{4E62B7E9-16D7-57AF-3466-3BBA0E7852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 flipH="1">
                <a:off x="1296216" y="2764911"/>
                <a:ext cx="612775" cy="0"/>
              </a:xfrm>
              <a:prstGeom prst="lin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Oval 90">
                <a:extLst>
                  <a:ext uri="{FF2B5EF4-FFF2-40B4-BE49-F238E27FC236}">
                    <a16:creationId xmlns:a16="http://schemas.microsoft.com/office/drawing/2014/main" id="{9DF55CBC-72A9-B25F-53C3-D6DB68E250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321616" y="2468048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Oval 91">
                <a:extLst>
                  <a:ext uri="{FF2B5EF4-FFF2-40B4-BE49-F238E27FC236}">
                    <a16:creationId xmlns:a16="http://schemas.microsoft.com/office/drawing/2014/main" id="{34AC9995-E067-D846-EB20-62DDAD192E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424804" y="262362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8" name="Oval 92">
                <a:extLst>
                  <a:ext uri="{FF2B5EF4-FFF2-40B4-BE49-F238E27FC236}">
                    <a16:creationId xmlns:a16="http://schemas.microsoft.com/office/drawing/2014/main" id="{38CBD15D-A135-D445-64E3-AEA9F10312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564504" y="2352161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Oval 93">
                <a:extLst>
                  <a:ext uri="{FF2B5EF4-FFF2-40B4-BE49-F238E27FC236}">
                    <a16:creationId xmlns:a16="http://schemas.microsoft.com/office/drawing/2014/main" id="{4799F0CB-6613-3459-FB91-E0B909F172A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678804" y="2506148"/>
                <a:ext cx="77788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Oval 94">
                <a:extLst>
                  <a:ext uri="{FF2B5EF4-FFF2-40B4-BE49-F238E27FC236}">
                    <a16:creationId xmlns:a16="http://schemas.microsoft.com/office/drawing/2014/main" id="{2FDFA191-10F1-7056-FDBD-114EAEA7185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1797866" y="2312473"/>
                <a:ext cx="76200" cy="77788"/>
              </a:xfrm>
              <a:prstGeom prst="ellipse">
                <a:avLst/>
              </a:prstGeom>
              <a:noFill/>
              <a:ln w="12700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5FE67DA0-008B-C51C-981E-E9BBBFA70D5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-576490" y="692405"/>
            <a:ext cx="107576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Espaço Reservado para Texto 13">
            <a:extLst>
              <a:ext uri="{FF2B5EF4-FFF2-40B4-BE49-F238E27FC236}">
                <a16:creationId xmlns:a16="http://schemas.microsoft.com/office/drawing/2014/main" id="{00613D81-3A9C-AE98-A683-7FF60D0B37CF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59161" y="4962654"/>
            <a:ext cx="2522116" cy="170616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73" name="Espaço Reservado para Texto 13">
            <a:extLst>
              <a:ext uri="{FF2B5EF4-FFF2-40B4-BE49-F238E27FC236}">
                <a16:creationId xmlns:a16="http://schemas.microsoft.com/office/drawing/2014/main" id="{E165A65E-FBA6-1FB3-805D-E582D0F114C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8824" y="4962654"/>
            <a:ext cx="2522117" cy="1706160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09" name="Espaço Reservado para Texto 13">
            <a:extLst>
              <a:ext uri="{FF2B5EF4-FFF2-40B4-BE49-F238E27FC236}">
                <a16:creationId xmlns:a16="http://schemas.microsoft.com/office/drawing/2014/main" id="{CACB2F3E-EE0D-EE08-DAAF-2541B2452EF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98514" y="4988253"/>
            <a:ext cx="2522116" cy="168056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23" name="Espaço Reservado para Texto 13">
            <a:extLst>
              <a:ext uri="{FF2B5EF4-FFF2-40B4-BE49-F238E27FC236}">
                <a16:creationId xmlns:a16="http://schemas.microsoft.com/office/drawing/2014/main" id="{DA0585D7-2530-23A0-A02A-3B76AA104B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275545" y="4985545"/>
            <a:ext cx="2560002" cy="168056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200"/>
              </a:lnSpc>
              <a:defRPr sz="1500">
                <a:solidFill>
                  <a:srgbClr val="1F3539"/>
                </a:solidFill>
                <a:latin typeface="+mj-lt"/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consectetuer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Maecenas</a:t>
            </a:r>
            <a:r>
              <a:rPr lang="pt-BR"/>
              <a:t> </a:t>
            </a:r>
            <a:r>
              <a:rPr lang="pt-BR" err="1"/>
              <a:t>porttitor</a:t>
            </a:r>
            <a:r>
              <a:rPr lang="pt-BR"/>
              <a:t> </a:t>
            </a:r>
            <a:r>
              <a:rPr lang="pt-BR" err="1"/>
              <a:t>congue</a:t>
            </a:r>
            <a:r>
              <a:rPr lang="pt-BR"/>
              <a:t> massa. </a:t>
            </a:r>
          </a:p>
        </p:txBody>
      </p:sp>
      <p:sp>
        <p:nvSpPr>
          <p:cNvPr id="122" name="Espaço Reservado para Texto 13">
            <a:extLst>
              <a:ext uri="{FF2B5EF4-FFF2-40B4-BE49-F238E27FC236}">
                <a16:creationId xmlns:a16="http://schemas.microsoft.com/office/drawing/2014/main" id="{309114BF-CE45-CCE2-1811-6C66B378668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4639" y="4130604"/>
            <a:ext cx="1710908" cy="51522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4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2023</a:t>
            </a:r>
          </a:p>
        </p:txBody>
      </p:sp>
      <p:sp>
        <p:nvSpPr>
          <p:cNvPr id="108" name="Espaço Reservado para Texto 13">
            <a:extLst>
              <a:ext uri="{FF2B5EF4-FFF2-40B4-BE49-F238E27FC236}">
                <a16:creationId xmlns:a16="http://schemas.microsoft.com/office/drawing/2014/main" id="{35FDCCF2-768F-C62D-0C6A-3783C6AA863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47607" y="4133312"/>
            <a:ext cx="1673023" cy="51522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4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1 Ano</a:t>
            </a:r>
          </a:p>
        </p:txBody>
      </p:sp>
      <p:sp>
        <p:nvSpPr>
          <p:cNvPr id="72" name="Espaço Reservado para Texto 13">
            <a:extLst>
              <a:ext uri="{FF2B5EF4-FFF2-40B4-BE49-F238E27FC236}">
                <a16:creationId xmlns:a16="http://schemas.microsoft.com/office/drawing/2014/main" id="{A3A83416-153C-3B29-0EE8-B40EA9F987F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27918" y="4107713"/>
            <a:ext cx="1673023" cy="51522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4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6 Meses</a:t>
            </a:r>
          </a:p>
        </p:txBody>
      </p:sp>
      <p:sp>
        <p:nvSpPr>
          <p:cNvPr id="155" name="Espaço Reservado para Texto 13">
            <a:extLst>
              <a:ext uri="{FF2B5EF4-FFF2-40B4-BE49-F238E27FC236}">
                <a16:creationId xmlns:a16="http://schemas.microsoft.com/office/drawing/2014/main" id="{1D3D4A3C-90F4-2B02-9D7F-25FE58D1D961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1408254" y="4107713"/>
            <a:ext cx="1673023" cy="51522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2200"/>
              </a:lnSpc>
              <a:defRPr sz="2400" b="1">
                <a:solidFill>
                  <a:srgbClr val="1F3539"/>
                </a:solidFill>
              </a:defRPr>
            </a:lvl1pPr>
            <a:lvl2pPr>
              <a:defRPr sz="2000">
                <a:solidFill>
                  <a:srgbClr val="292929"/>
                </a:solidFill>
              </a:defRPr>
            </a:lvl2pPr>
            <a:lvl3pPr>
              <a:defRPr sz="2000">
                <a:solidFill>
                  <a:srgbClr val="292929"/>
                </a:solidFill>
              </a:defRPr>
            </a:lvl3pPr>
            <a:lvl4pPr>
              <a:defRPr sz="2000">
                <a:solidFill>
                  <a:srgbClr val="292929"/>
                </a:solidFill>
              </a:defRPr>
            </a:lvl4pPr>
            <a:lvl5pPr>
              <a:defRPr sz="2000">
                <a:solidFill>
                  <a:srgbClr val="292929"/>
                </a:solidFill>
              </a:defRPr>
            </a:lvl5pPr>
          </a:lstStyle>
          <a:p>
            <a:pPr lvl="0"/>
            <a:r>
              <a:rPr lang="pt-BR"/>
              <a:t>3 Meses</a:t>
            </a:r>
          </a:p>
        </p:txBody>
      </p:sp>
      <p:sp>
        <p:nvSpPr>
          <p:cNvPr id="37" name="Espaço Reservado para Texto 2">
            <a:extLst>
              <a:ext uri="{FF2B5EF4-FFF2-40B4-BE49-F238E27FC236}">
                <a16:creationId xmlns:a16="http://schemas.microsoft.com/office/drawing/2014/main" id="{C3E8BBCE-73B3-4110-B0AE-F9306EF44C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9340" y="409581"/>
            <a:ext cx="4775120" cy="64633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ts val="5300"/>
              </a:lnSpc>
              <a:defRPr lang="pt-BR" sz="4500" b="1" spc="-150" dirty="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Evolução</a:t>
            </a:r>
          </a:p>
        </p:txBody>
      </p:sp>
    </p:spTree>
    <p:extLst>
      <p:ext uri="{BB962C8B-B14F-4D97-AF65-F5344CB8AC3E}">
        <p14:creationId xmlns:p14="http://schemas.microsoft.com/office/powerpoint/2010/main" val="273456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7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" presetClass="entr" presetSubtype="4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138" grpId="0" animBg="1"/>
      <p:bldP spid="142" grpId="0" animBg="1"/>
      <p:bldP spid="143" grpId="0" animBg="1"/>
      <p:bldP spid="147" grpId="0" animBg="1"/>
      <p:bldP spid="146" grpId="0" animBg="1"/>
      <p:bldP spid="145" grpId="0" animBg="1"/>
      <p:bldP spid="144" grpId="0" animBg="1"/>
      <p:bldP spid="156" grpId="0" build="p">
        <p:tmplLst>
          <p:tmpl lvl="1">
            <p:tnLst>
              <p:par>
                <p:cTn presetID="2" presetClass="entr" presetSubtype="4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" presetClass="entr" presetSubtype="4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9" grpId="0" build="p">
        <p:tmplLst>
          <p:tmpl lvl="1">
            <p:tnLst>
              <p:par>
                <p:cTn presetID="2" presetClass="entr" presetSubtype="4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3" grpId="0" build="p">
        <p:tmplLst>
          <p:tmpl lvl="1">
            <p:tnLst>
              <p:par>
                <p:cTn presetID="2" presetClass="entr" presetSubtype="4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/>
      <p:bldP spid="15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ao_opcao1_t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32B0095F-99D7-4711-D293-9BC64EDCA4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980471" y="-147475"/>
            <a:ext cx="1952093" cy="3581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Hexágono 16">
            <a:extLst>
              <a:ext uri="{FF2B5EF4-FFF2-40B4-BE49-F238E27FC236}">
                <a16:creationId xmlns:a16="http://schemas.microsoft.com/office/drawing/2014/main" id="{B8B1AB31-24A1-42BD-5310-0B508F4F8E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422045">
            <a:off x="376712" y="5076469"/>
            <a:ext cx="1485563" cy="1386260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4E757D">
                <a:alpha val="2902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Hexágono 17">
            <a:extLst>
              <a:ext uri="{FF2B5EF4-FFF2-40B4-BE49-F238E27FC236}">
                <a16:creationId xmlns:a16="http://schemas.microsoft.com/office/drawing/2014/main" id="{8B30AA94-FCA0-FC9A-B788-0CD59E0C2D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422045">
            <a:off x="-1668235" y="3443164"/>
            <a:ext cx="2866529" cy="2490770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4E757D">
                <a:alpha val="2117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Hexágono 5">
            <a:extLst>
              <a:ext uri="{FF2B5EF4-FFF2-40B4-BE49-F238E27FC236}">
                <a16:creationId xmlns:a16="http://schemas.microsoft.com/office/drawing/2014/main" id="{FD25D9B4-A939-53E1-098C-ACFDA1CB2C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522147">
            <a:off x="8542051" y="-923944"/>
            <a:ext cx="7299897" cy="6342989"/>
          </a:xfrm>
          <a:prstGeom prst="hexagon">
            <a:avLst>
              <a:gd name="adj" fmla="val 28726"/>
              <a:gd name="vf" fmla="val 115470"/>
            </a:avLst>
          </a:prstGeom>
          <a:solidFill>
            <a:schemeClr val="accent3">
              <a:alpha val="9020"/>
            </a:schemeClr>
          </a:solidFill>
          <a:ln w="12700">
            <a:noFill/>
          </a:ln>
          <a:effectLst>
            <a:outerShdw blurRad="558800" dist="152400" dir="7200000" algn="t" rotWithShape="0">
              <a:prstClr val="black">
                <a:alpha val="25000"/>
              </a:prstClr>
            </a:outerShdw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Hexágono 15">
            <a:extLst>
              <a:ext uri="{FF2B5EF4-FFF2-40B4-BE49-F238E27FC236}">
                <a16:creationId xmlns:a16="http://schemas.microsoft.com/office/drawing/2014/main" id="{FC18E21C-6C5D-CCF0-FD6C-83FB0F3955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422045">
            <a:off x="11213183" y="4457990"/>
            <a:ext cx="2866529" cy="2490770"/>
          </a:xfrm>
          <a:prstGeom prst="hexagon">
            <a:avLst>
              <a:gd name="adj" fmla="val 28726"/>
              <a:gd name="vf" fmla="val 115470"/>
            </a:avLst>
          </a:prstGeom>
          <a:noFill/>
          <a:ln w="12700">
            <a:solidFill>
              <a:srgbClr val="4E757D">
                <a:alpha val="2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C4A6577-3291-4F9E-0BE9-E5818283A44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318524" y="2749955"/>
            <a:ext cx="1533605" cy="0"/>
          </a:xfrm>
          <a:prstGeom prst="line">
            <a:avLst/>
          </a:prstGeom>
          <a:ln>
            <a:solidFill>
              <a:schemeClr val="tx2">
                <a:alpha val="52157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6EAEB458-4B86-17FA-066E-29F6D86C19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72340" y="3121319"/>
            <a:ext cx="92679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lnSpc>
                <a:spcPts val="2100"/>
              </a:lnSpc>
              <a:spcBef>
                <a:spcPts val="0"/>
              </a:spcBef>
              <a:buFontTx/>
              <a:buNone/>
              <a:defRPr kumimoji="0" lang="pt-BR" sz="1750" b="0" i="0" u="none" strike="noStrike" cap="none" spc="200" normalizeH="0" baseline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Calibri (Corpo)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rgbClr val="064C4C"/>
                </a:solidFill>
              </a:rPr>
              <a:t>Lorem ipsum dolor sit </a:t>
            </a:r>
            <a:r>
              <a:rPr lang="en-US" err="1">
                <a:solidFill>
                  <a:srgbClr val="064C4C"/>
                </a:solidFill>
              </a:rPr>
              <a:t>amet</a:t>
            </a:r>
            <a:r>
              <a:rPr lang="en-US">
                <a:solidFill>
                  <a:srgbClr val="064C4C"/>
                </a:solidFill>
              </a:rPr>
              <a:t>, </a:t>
            </a:r>
            <a:r>
              <a:rPr lang="en-US" err="1">
                <a:solidFill>
                  <a:srgbClr val="064C4C"/>
                </a:solidFill>
              </a:rPr>
              <a:t>consectetuer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adipiscing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elit</a:t>
            </a:r>
            <a:r>
              <a:rPr lang="en-US">
                <a:solidFill>
                  <a:srgbClr val="064C4C"/>
                </a:solidFill>
              </a:rPr>
              <a:t>. Maecenas </a:t>
            </a:r>
            <a:r>
              <a:rPr lang="en-US" err="1">
                <a:solidFill>
                  <a:srgbClr val="064C4C"/>
                </a:solidFill>
              </a:rPr>
              <a:t>porttitor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congue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massa</a:t>
            </a:r>
            <a:r>
              <a:rPr lang="en-US">
                <a:solidFill>
                  <a:srgbClr val="064C4C"/>
                </a:solidFill>
              </a:rPr>
              <a:t>. </a:t>
            </a:r>
            <a:r>
              <a:rPr lang="en-US" err="1">
                <a:solidFill>
                  <a:srgbClr val="064C4C"/>
                </a:solidFill>
              </a:rPr>
              <a:t>Fusce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posuere</a:t>
            </a:r>
            <a:r>
              <a:rPr lang="en-US">
                <a:solidFill>
                  <a:srgbClr val="064C4C"/>
                </a:solidFill>
              </a:rPr>
              <a:t>, magna sed pulvinar </a:t>
            </a:r>
            <a:r>
              <a:rPr lang="en-US" err="1">
                <a:solidFill>
                  <a:srgbClr val="064C4C"/>
                </a:solidFill>
              </a:rPr>
              <a:t>ultricies</a:t>
            </a:r>
            <a:r>
              <a:rPr lang="en-US">
                <a:solidFill>
                  <a:srgbClr val="064C4C"/>
                </a:solidFill>
              </a:rPr>
              <a:t>, </a:t>
            </a:r>
            <a:r>
              <a:rPr lang="en-US" err="1">
                <a:solidFill>
                  <a:srgbClr val="064C4C"/>
                </a:solidFill>
              </a:rPr>
              <a:t>purus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lectus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malesuada</a:t>
            </a:r>
            <a:r>
              <a:rPr lang="en-US">
                <a:solidFill>
                  <a:srgbClr val="064C4C"/>
                </a:solidFill>
              </a:rPr>
              <a:t> libero, sit </a:t>
            </a:r>
            <a:r>
              <a:rPr lang="en-US" err="1">
                <a:solidFill>
                  <a:srgbClr val="064C4C"/>
                </a:solidFill>
              </a:rPr>
              <a:t>amet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commodo</a:t>
            </a:r>
            <a:r>
              <a:rPr lang="en-US">
                <a:solidFill>
                  <a:srgbClr val="064C4C"/>
                </a:solidFill>
              </a:rPr>
              <a:t> magna eros </a:t>
            </a:r>
            <a:r>
              <a:rPr lang="en-US" err="1">
                <a:solidFill>
                  <a:srgbClr val="064C4C"/>
                </a:solidFill>
              </a:rPr>
              <a:t>quis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urna</a:t>
            </a:r>
            <a:r>
              <a:rPr lang="en-US">
                <a:solidFill>
                  <a:srgbClr val="064C4C"/>
                </a:solidFill>
              </a:rPr>
              <a:t>.</a:t>
            </a:r>
          </a:p>
          <a:p>
            <a:endParaRPr lang="en-US">
              <a:solidFill>
                <a:srgbClr val="064C4C"/>
              </a:solidFill>
            </a:endParaRPr>
          </a:p>
          <a:p>
            <a:r>
              <a:rPr lang="en-US">
                <a:solidFill>
                  <a:srgbClr val="064C4C"/>
                </a:solidFill>
              </a:rPr>
              <a:t>Nunc </a:t>
            </a:r>
            <a:r>
              <a:rPr lang="en-US" err="1">
                <a:solidFill>
                  <a:srgbClr val="064C4C"/>
                </a:solidFill>
              </a:rPr>
              <a:t>viverra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imperdiet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enim</a:t>
            </a:r>
            <a:r>
              <a:rPr lang="en-US">
                <a:solidFill>
                  <a:srgbClr val="064C4C"/>
                </a:solidFill>
              </a:rPr>
              <a:t>. </a:t>
            </a:r>
            <a:r>
              <a:rPr lang="en-US" err="1">
                <a:solidFill>
                  <a:srgbClr val="064C4C"/>
                </a:solidFill>
              </a:rPr>
              <a:t>Fusce</a:t>
            </a:r>
            <a:r>
              <a:rPr lang="en-US">
                <a:solidFill>
                  <a:srgbClr val="064C4C"/>
                </a:solidFill>
              </a:rPr>
              <a:t> est. </a:t>
            </a:r>
            <a:r>
              <a:rPr lang="en-US" err="1">
                <a:solidFill>
                  <a:srgbClr val="064C4C"/>
                </a:solidFill>
              </a:rPr>
              <a:t>Vivamus</a:t>
            </a:r>
            <a:r>
              <a:rPr lang="en-US">
                <a:solidFill>
                  <a:srgbClr val="064C4C"/>
                </a:solidFill>
              </a:rPr>
              <a:t> a </a:t>
            </a:r>
            <a:r>
              <a:rPr lang="en-US" err="1">
                <a:solidFill>
                  <a:srgbClr val="064C4C"/>
                </a:solidFill>
              </a:rPr>
              <a:t>tellus</a:t>
            </a:r>
            <a:r>
              <a:rPr lang="en-US">
                <a:solidFill>
                  <a:srgbClr val="064C4C"/>
                </a:solidFill>
              </a:rPr>
              <a:t>.</a:t>
            </a:r>
          </a:p>
          <a:p>
            <a:endParaRPr lang="en-US">
              <a:solidFill>
                <a:srgbClr val="064C4C"/>
              </a:solidFill>
            </a:endParaRPr>
          </a:p>
          <a:p>
            <a:r>
              <a:rPr lang="en-US" err="1">
                <a:solidFill>
                  <a:srgbClr val="064C4C"/>
                </a:solidFill>
              </a:rPr>
              <a:t>Pellentesque</a:t>
            </a:r>
            <a:r>
              <a:rPr lang="en-US">
                <a:solidFill>
                  <a:srgbClr val="064C4C"/>
                </a:solidFill>
              </a:rPr>
              <a:t> habitant </a:t>
            </a:r>
            <a:r>
              <a:rPr lang="en-US" err="1">
                <a:solidFill>
                  <a:srgbClr val="064C4C"/>
                </a:solidFill>
              </a:rPr>
              <a:t>morbi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tristique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senectus</a:t>
            </a:r>
            <a:r>
              <a:rPr lang="en-US">
                <a:solidFill>
                  <a:srgbClr val="064C4C"/>
                </a:solidFill>
              </a:rPr>
              <a:t> et </a:t>
            </a:r>
            <a:r>
              <a:rPr lang="en-US" err="1">
                <a:solidFill>
                  <a:srgbClr val="064C4C"/>
                </a:solidFill>
              </a:rPr>
              <a:t>netus</a:t>
            </a:r>
            <a:r>
              <a:rPr lang="en-US">
                <a:solidFill>
                  <a:srgbClr val="064C4C"/>
                </a:solidFill>
              </a:rPr>
              <a:t> et </a:t>
            </a:r>
            <a:r>
              <a:rPr lang="en-US" err="1">
                <a:solidFill>
                  <a:srgbClr val="064C4C"/>
                </a:solidFill>
              </a:rPr>
              <a:t>malesuada</a:t>
            </a:r>
            <a:r>
              <a:rPr lang="en-US">
                <a:solidFill>
                  <a:srgbClr val="064C4C"/>
                </a:solidFill>
              </a:rPr>
              <a:t> fames ac </a:t>
            </a:r>
            <a:r>
              <a:rPr lang="en-US" err="1">
                <a:solidFill>
                  <a:srgbClr val="064C4C"/>
                </a:solidFill>
              </a:rPr>
              <a:t>turpis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egestas</a:t>
            </a:r>
            <a:r>
              <a:rPr lang="en-US">
                <a:solidFill>
                  <a:srgbClr val="064C4C"/>
                </a:solidFill>
              </a:rPr>
              <a:t>. Proin pharetra </a:t>
            </a:r>
            <a:r>
              <a:rPr lang="en-US" err="1">
                <a:solidFill>
                  <a:srgbClr val="064C4C"/>
                </a:solidFill>
              </a:rPr>
              <a:t>nonummy</a:t>
            </a:r>
            <a:r>
              <a:rPr lang="en-US">
                <a:solidFill>
                  <a:srgbClr val="064C4C"/>
                </a:solidFill>
              </a:rPr>
              <a:t> </a:t>
            </a:r>
            <a:r>
              <a:rPr lang="en-US" err="1">
                <a:solidFill>
                  <a:srgbClr val="064C4C"/>
                </a:solidFill>
              </a:rPr>
              <a:t>pede</a:t>
            </a:r>
            <a:r>
              <a:rPr lang="en-US">
                <a:solidFill>
                  <a:srgbClr val="064C4C"/>
                </a:solidFill>
              </a:rPr>
              <a:t>. </a:t>
            </a:r>
            <a:r>
              <a:rPr lang="en-US" err="1">
                <a:solidFill>
                  <a:srgbClr val="064C4C"/>
                </a:solidFill>
              </a:rPr>
              <a:t>Mauris</a:t>
            </a:r>
            <a:r>
              <a:rPr lang="en-US">
                <a:solidFill>
                  <a:srgbClr val="064C4C"/>
                </a:solidFill>
              </a:rPr>
              <a:t> et </a:t>
            </a:r>
            <a:r>
              <a:rPr lang="en-US" err="1">
                <a:solidFill>
                  <a:srgbClr val="064C4C"/>
                </a:solidFill>
              </a:rPr>
              <a:t>orci</a:t>
            </a:r>
            <a:r>
              <a:rPr lang="en-US">
                <a:solidFill>
                  <a:srgbClr val="064C4C"/>
                </a:solidFill>
              </a:rPr>
              <a:t>.</a:t>
            </a:r>
          </a:p>
        </p:txBody>
      </p:sp>
      <p:sp>
        <p:nvSpPr>
          <p:cNvPr id="10" name="Espaço Reservado para Texto 8">
            <a:extLst>
              <a:ext uri="{FF2B5EF4-FFF2-40B4-BE49-F238E27FC236}">
                <a16:creationId xmlns:a16="http://schemas.microsoft.com/office/drawing/2014/main" id="{051F2E51-C3E4-DE36-3254-495376547C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646904"/>
            <a:ext cx="12192000" cy="9233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 algn="ctr">
              <a:buFontTx/>
              <a:buNone/>
              <a:defRPr lang="pt-BR" sz="5400" b="1" spc="-15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 marL="228600" indent="0" algn="ctr">
              <a:buFontTx/>
              <a:buNone/>
              <a:defRPr lang="pt-BR" sz="1800" smtClean="0"/>
            </a:lvl2pPr>
            <a:lvl3pPr marL="685800" indent="0" algn="ctr">
              <a:buFontTx/>
              <a:buNone/>
              <a:defRPr lang="pt-BR" sz="1800" smtClean="0"/>
            </a:lvl3pPr>
            <a:lvl4pPr marL="1143000" indent="0" algn="ctr">
              <a:buFontTx/>
              <a:buNone/>
              <a:defRPr lang="pt-BR" smtClean="0"/>
            </a:lvl4pPr>
            <a:lvl5pPr marL="1600200" indent="0" algn="ctr">
              <a:buFontTx/>
              <a:buNone/>
              <a:defRPr lang="pt-BR"/>
            </a:lvl5pPr>
          </a:lstStyle>
          <a:p>
            <a:pPr marL="0"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Conclusão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48D994E7-55BD-DC31-3925-917264E1B6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9908" y="1200983"/>
            <a:ext cx="101170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buFontTx/>
              <a:buNone/>
              <a:defRPr kumimoji="0" lang="pt-BR" sz="2000" b="0" i="0" u="none" strike="noStrike" cap="none" spc="200" normalizeH="0" baseline="0" smtClean="0">
                <a:ln>
                  <a:noFill/>
                </a:ln>
                <a:solidFill>
                  <a:srgbClr val="B2B2B2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 marL="228600" indent="0" algn="ctr">
              <a:buFontTx/>
              <a:buNone/>
              <a:defRPr lang="pt-BR" sz="1800" smtClean="0"/>
            </a:lvl2pPr>
            <a:lvl3pPr marL="685800" indent="0" algn="ctr">
              <a:buFontTx/>
              <a:buNone/>
              <a:defRPr lang="pt-BR" sz="1800" smtClean="0"/>
            </a:lvl3pPr>
            <a:lvl4pPr marL="1143000" indent="0" algn="ctr">
              <a:buFontTx/>
              <a:buNone/>
              <a:defRPr lang="pt-BR" smtClean="0"/>
            </a:lvl4pPr>
            <a:lvl5pPr marL="1600200" indent="0" algn="ctr">
              <a:buFontTx/>
              <a:buNone/>
              <a:defRPr lang="pt-BR"/>
            </a:lvl5pPr>
          </a:lstStyle>
          <a:p>
            <a:pPr algn="ctr">
              <a:lnSpc>
                <a:spcPct val="100000"/>
              </a:lnSpc>
            </a:pPr>
            <a:r>
              <a:rPr lang="en-US">
                <a:solidFill>
                  <a:srgbClr val="064C4C"/>
                </a:solidFill>
              </a:rPr>
              <a:t>Caso </a:t>
            </a:r>
            <a:r>
              <a:rPr lang="en-US" err="1">
                <a:solidFill>
                  <a:srgbClr val="064C4C"/>
                </a:solidFill>
              </a:rPr>
              <a:t>Clínico</a:t>
            </a:r>
            <a:endParaRPr lang="en-US">
              <a:solidFill>
                <a:srgbClr val="064C4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44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37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2" presetClass="entr" presetSubtype="1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ao_opcao2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D1355542-5195-44A9-A98E-BA99689B3F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17473" y="0"/>
            <a:ext cx="58366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Hexágono 1">
            <a:extLst>
              <a:ext uri="{FF2B5EF4-FFF2-40B4-BE49-F238E27FC236}">
                <a16:creationId xmlns:a16="http://schemas.microsoft.com/office/drawing/2014/main" id="{8B4E7579-AE75-7CD0-ECF9-641BA568D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7226358">
            <a:off x="-1079417" y="4673480"/>
            <a:ext cx="1952041" cy="17233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B2B2B2">
              <a:alpha val="34118"/>
            </a:srgbClr>
          </a:solidFill>
          <a:ln w="12700">
            <a:noFill/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Hexágono 8">
            <a:extLst>
              <a:ext uri="{FF2B5EF4-FFF2-40B4-BE49-F238E27FC236}">
                <a16:creationId xmlns:a16="http://schemas.microsoft.com/office/drawing/2014/main" id="{C8340D61-5AE2-B77E-950E-0841B6D58E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21271312">
            <a:off x="987167" y="4806918"/>
            <a:ext cx="3013833" cy="2830286"/>
          </a:xfrm>
          <a:prstGeom prst="hexagon">
            <a:avLst>
              <a:gd name="adj" fmla="val 28726"/>
              <a:gd name="vf" fmla="val 115470"/>
            </a:avLst>
          </a:prstGeom>
          <a:solidFill>
            <a:srgbClr val="B2B2B2">
              <a:alpha val="34902"/>
            </a:srgbClr>
          </a:solidFill>
          <a:ln w="12700">
            <a:solidFill>
              <a:schemeClr val="tx2">
                <a:alpha val="50196"/>
              </a:schemeClr>
            </a:solidFill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DA12069-3812-AFB6-9DA4-D44B5020AC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3039" y="2419722"/>
            <a:ext cx="808450" cy="17756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Espaço Reservado para Texto 14">
            <a:extLst>
              <a:ext uri="{FF2B5EF4-FFF2-40B4-BE49-F238E27FC236}">
                <a16:creationId xmlns:a16="http://schemas.microsoft.com/office/drawing/2014/main" id="{07DA49A1-06C2-6DD1-BD12-9E72D4A5D0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65492" y="1989599"/>
            <a:ext cx="468830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kumimoji="0" lang="pt-BR" sz="2000" b="1" i="0" u="none" strike="noStrike" cap="none" spc="20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chemeClr val="bg1"/>
                </a:solidFill>
              </a:rPr>
              <a:t>Lorem ipsum dolor sit </a:t>
            </a:r>
            <a:r>
              <a:rPr lang="en-US" err="1">
                <a:solidFill>
                  <a:schemeClr val="bg1"/>
                </a:solidFill>
              </a:rPr>
              <a:t>amet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consectetuer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adipiscing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elit</a:t>
            </a:r>
            <a:r>
              <a:rPr lang="en-US">
                <a:solidFill>
                  <a:schemeClr val="bg1"/>
                </a:solidFill>
              </a:rPr>
              <a:t>. Maecenas </a:t>
            </a:r>
            <a:r>
              <a:rPr lang="en-US" err="1">
                <a:solidFill>
                  <a:schemeClr val="bg1"/>
                </a:solidFill>
              </a:rPr>
              <a:t>porttitor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congue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massa</a:t>
            </a:r>
            <a:r>
              <a:rPr lang="en-US">
                <a:solidFill>
                  <a:schemeClr val="bg1"/>
                </a:solidFill>
              </a:rPr>
              <a:t>. </a:t>
            </a:r>
            <a:r>
              <a:rPr lang="en-US" err="1">
                <a:solidFill>
                  <a:schemeClr val="bg1"/>
                </a:solidFill>
              </a:rPr>
              <a:t>Fusce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posuere</a:t>
            </a:r>
            <a:r>
              <a:rPr lang="en-US">
                <a:solidFill>
                  <a:schemeClr val="bg1"/>
                </a:solidFill>
              </a:rPr>
              <a:t>, magna sed pulvinar </a:t>
            </a:r>
            <a:r>
              <a:rPr lang="en-US" err="1">
                <a:solidFill>
                  <a:schemeClr val="bg1"/>
                </a:solidFill>
              </a:rPr>
              <a:t>ultricies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purus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lectus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malesuada</a:t>
            </a:r>
            <a:r>
              <a:rPr lang="en-US">
                <a:solidFill>
                  <a:schemeClr val="bg1"/>
                </a:solidFill>
              </a:rPr>
              <a:t> libero, sit </a:t>
            </a:r>
            <a:r>
              <a:rPr lang="en-US" err="1">
                <a:solidFill>
                  <a:schemeClr val="bg1"/>
                </a:solidFill>
              </a:rPr>
              <a:t>amet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commodo</a:t>
            </a:r>
            <a:r>
              <a:rPr lang="en-US">
                <a:solidFill>
                  <a:schemeClr val="bg1"/>
                </a:solidFill>
              </a:rPr>
              <a:t> magna eros </a:t>
            </a:r>
            <a:r>
              <a:rPr lang="en-US" err="1">
                <a:solidFill>
                  <a:schemeClr val="bg1"/>
                </a:solidFill>
              </a:rPr>
              <a:t>quis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urna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Nunc </a:t>
            </a:r>
            <a:r>
              <a:rPr lang="en-US" err="1">
                <a:solidFill>
                  <a:schemeClr val="bg1"/>
                </a:solidFill>
              </a:rPr>
              <a:t>viverra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imperdiet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enim</a:t>
            </a:r>
            <a:r>
              <a:rPr lang="en-US">
                <a:solidFill>
                  <a:schemeClr val="bg1"/>
                </a:solidFill>
              </a:rPr>
              <a:t>. </a:t>
            </a:r>
            <a:r>
              <a:rPr lang="en-US" err="1">
                <a:solidFill>
                  <a:schemeClr val="bg1"/>
                </a:solidFill>
              </a:rPr>
              <a:t>Fusce</a:t>
            </a:r>
            <a:r>
              <a:rPr lang="en-US">
                <a:solidFill>
                  <a:schemeClr val="bg1"/>
                </a:solidFill>
              </a:rPr>
              <a:t> est. </a:t>
            </a:r>
            <a:r>
              <a:rPr lang="en-US" err="1">
                <a:solidFill>
                  <a:schemeClr val="bg1"/>
                </a:solidFill>
              </a:rPr>
              <a:t>Vivamus</a:t>
            </a:r>
            <a:r>
              <a:rPr lang="en-US">
                <a:solidFill>
                  <a:schemeClr val="bg1"/>
                </a:solidFill>
              </a:rPr>
              <a:t> a </a:t>
            </a:r>
            <a:r>
              <a:rPr lang="en-US" err="1">
                <a:solidFill>
                  <a:schemeClr val="bg1"/>
                </a:solidFill>
              </a:rPr>
              <a:t>tellus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endParaRPr lang="en-US">
              <a:solidFill>
                <a:schemeClr val="bg1"/>
              </a:solidFill>
            </a:endParaRPr>
          </a:p>
          <a:p>
            <a:r>
              <a:rPr lang="en-US" err="1">
                <a:solidFill>
                  <a:schemeClr val="bg1"/>
                </a:solidFill>
              </a:rPr>
              <a:t>Pellentesque</a:t>
            </a:r>
            <a:r>
              <a:rPr lang="en-US">
                <a:solidFill>
                  <a:schemeClr val="bg1"/>
                </a:solidFill>
              </a:rPr>
              <a:t> habitant </a:t>
            </a:r>
            <a:r>
              <a:rPr lang="en-US" err="1">
                <a:solidFill>
                  <a:schemeClr val="bg1"/>
                </a:solidFill>
              </a:rPr>
              <a:t>morbi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tristique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senectus</a:t>
            </a:r>
            <a:r>
              <a:rPr lang="en-US">
                <a:solidFill>
                  <a:schemeClr val="bg1"/>
                </a:solidFill>
              </a:rPr>
              <a:t> et </a:t>
            </a:r>
            <a:r>
              <a:rPr lang="en-US" err="1">
                <a:solidFill>
                  <a:schemeClr val="bg1"/>
                </a:solidFill>
              </a:rPr>
              <a:t>netus</a:t>
            </a:r>
            <a:r>
              <a:rPr lang="en-US">
                <a:solidFill>
                  <a:schemeClr val="bg1"/>
                </a:solidFill>
              </a:rPr>
              <a:t> et </a:t>
            </a:r>
            <a:r>
              <a:rPr lang="en-US" err="1">
                <a:solidFill>
                  <a:schemeClr val="bg1"/>
                </a:solidFill>
              </a:rPr>
              <a:t>malesuada</a:t>
            </a:r>
            <a:r>
              <a:rPr lang="en-US">
                <a:solidFill>
                  <a:schemeClr val="bg1"/>
                </a:solidFill>
              </a:rPr>
              <a:t> fames ac </a:t>
            </a:r>
            <a:r>
              <a:rPr lang="en-US" err="1">
                <a:solidFill>
                  <a:schemeClr val="bg1"/>
                </a:solidFill>
              </a:rPr>
              <a:t>turpis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egestas</a:t>
            </a:r>
            <a:r>
              <a:rPr lang="en-US">
                <a:solidFill>
                  <a:schemeClr val="bg1"/>
                </a:solidFill>
              </a:rPr>
              <a:t>. Proin pharetra </a:t>
            </a:r>
            <a:r>
              <a:rPr lang="en-US" err="1">
                <a:solidFill>
                  <a:schemeClr val="bg1"/>
                </a:solidFill>
              </a:rPr>
              <a:t>nonummy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pede</a:t>
            </a:r>
            <a:r>
              <a:rPr lang="en-US">
                <a:solidFill>
                  <a:schemeClr val="bg1"/>
                </a:solidFill>
              </a:rPr>
              <a:t>. </a:t>
            </a:r>
            <a:r>
              <a:rPr lang="en-US" err="1">
                <a:solidFill>
                  <a:schemeClr val="bg1"/>
                </a:solidFill>
              </a:rPr>
              <a:t>Mauris</a:t>
            </a:r>
            <a:r>
              <a:rPr lang="en-US">
                <a:solidFill>
                  <a:schemeClr val="bg1"/>
                </a:solidFill>
              </a:rPr>
              <a:t> et </a:t>
            </a:r>
            <a:r>
              <a:rPr lang="en-US" err="1">
                <a:solidFill>
                  <a:schemeClr val="bg1"/>
                </a:solidFill>
              </a:rPr>
              <a:t>orci</a:t>
            </a:r>
            <a:r>
              <a:rPr lang="en-US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Espaço Reservado para Texto 14">
            <a:extLst>
              <a:ext uri="{FF2B5EF4-FFF2-40B4-BE49-F238E27FC236}">
                <a16:creationId xmlns:a16="http://schemas.microsoft.com/office/drawing/2014/main" id="{C084A620-B58D-33E0-91F6-EC0364C3AA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9473" y="1173241"/>
            <a:ext cx="4714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kumimoji="0" lang="pt-BR" sz="2400" b="1" i="0" u="none" strike="noStrike" cap="none" spc="20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>
                <a:solidFill>
                  <a:schemeClr val="bg1"/>
                </a:solidFill>
              </a:rPr>
              <a:t>Subtítulo</a:t>
            </a:r>
            <a:r>
              <a:rPr lang="en-US">
                <a:solidFill>
                  <a:schemeClr val="bg1"/>
                </a:solidFill>
              </a:rPr>
              <a:t> da </a:t>
            </a:r>
            <a:r>
              <a:rPr lang="en-US" err="1">
                <a:solidFill>
                  <a:schemeClr val="bg1"/>
                </a:solidFill>
              </a:rPr>
              <a:t>página</a:t>
            </a:r>
            <a:r>
              <a:rPr 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81E30576-248B-0A50-9A77-FA55E781CA7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7880" y="1784609"/>
            <a:ext cx="422302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ct val="100000"/>
              </a:lnSpc>
              <a:defRPr lang="pt-BR" sz="5000" b="1" spc="-150" dirty="0" smtClean="0">
                <a:solidFill>
                  <a:schemeClr val="accent1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dirty="0" smtClean="0"/>
            </a:lvl2pPr>
            <a:lvl3pPr>
              <a:defRPr lang="pt-BR" sz="1800" dirty="0" smtClean="0"/>
            </a:lvl3pPr>
            <a:lvl4pPr>
              <a:defRPr lang="pt-BR" dirty="0" smtClean="0"/>
            </a:lvl4pPr>
            <a:lvl5pPr>
              <a:defRPr lang="pt-BR" dirty="0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95142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8" grpId="0" animBg="1"/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opcao1_t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0BBB07A-89B5-899C-E886-4E88E7C708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gradFill>
            <a:gsLst>
              <a:gs pos="80994">
                <a:srgbClr val="EEE4DD">
                  <a:alpha val="59000"/>
                </a:srgbClr>
              </a:gs>
              <a:gs pos="24000">
                <a:srgbClr val="F9F6F3"/>
              </a:gs>
              <a:gs pos="53000">
                <a:schemeClr val="bg2">
                  <a:alpha val="58000"/>
                </a:schemeClr>
              </a:gs>
              <a:gs pos="100000">
                <a:schemeClr val="bg1">
                  <a:alpha val="49000"/>
                </a:schemeClr>
              </a:gs>
              <a:gs pos="1000">
                <a:srgbClr val="FFFFFF">
                  <a:alpha val="65000"/>
                </a:srgbClr>
              </a:gs>
            </a:gsLst>
            <a:path path="circle">
              <a:fillToRect l="100000" b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19B18B3-143A-66BC-5436-C5D62BB8F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37392" y="1601185"/>
            <a:ext cx="10210799" cy="3394363"/>
          </a:xfrm>
          <a:prstGeom prst="roundRect">
            <a:avLst>
              <a:gd name="adj" fmla="val 32052"/>
            </a:avLst>
          </a:prstGeom>
          <a:gradFill flip="none" rotWithShape="1">
            <a:gsLst>
              <a:gs pos="34000">
                <a:schemeClr val="bg2">
                  <a:alpha val="79000"/>
                </a:schemeClr>
              </a:gs>
              <a:gs pos="49000">
                <a:srgbClr val="FFFFFF">
                  <a:alpha val="80000"/>
                </a:srgbClr>
              </a:gs>
              <a:gs pos="100000">
                <a:schemeClr val="bg2">
                  <a:alpha val="79000"/>
                </a:schemeClr>
              </a:gs>
              <a:gs pos="69000">
                <a:schemeClr val="bg2">
                  <a:alpha val="69000"/>
                </a:schemeClr>
              </a:gs>
              <a:gs pos="57000">
                <a:srgbClr val="FFFFFF">
                  <a:alpha val="83000"/>
                </a:srgbClr>
              </a:gs>
              <a:gs pos="0">
                <a:schemeClr val="bg2">
                  <a:alpha val="81000"/>
                </a:schemeClr>
              </a:gs>
            </a:gsLst>
            <a:lin ang="2700000" scaled="1"/>
            <a:tileRect/>
          </a:gradFill>
          <a:ln>
            <a:noFill/>
          </a:ln>
          <a:effectLst>
            <a:outerShdw blurRad="482600" dir="7200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6402729-FFC1-6988-B119-B965DE991D7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973943" y="1969360"/>
            <a:ext cx="720263" cy="614165"/>
            <a:chOff x="3815651" y="2310573"/>
            <a:chExt cx="1145824" cy="962774"/>
          </a:xfrm>
          <a:solidFill>
            <a:schemeClr val="tx2"/>
          </a:solidFill>
        </p:grpSpPr>
        <p:sp>
          <p:nvSpPr>
            <p:cNvPr id="13" name="Forma Livre: Forma 12">
              <a:extLst>
                <a:ext uri="{FF2B5EF4-FFF2-40B4-BE49-F238E27FC236}">
                  <a16:creationId xmlns:a16="http://schemas.microsoft.com/office/drawing/2014/main" id="{740D4B64-5C2D-9A76-B782-2C27F31444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15651" y="2310573"/>
              <a:ext cx="510206" cy="962774"/>
            </a:xfrm>
            <a:custGeom>
              <a:avLst/>
              <a:gdLst/>
              <a:ahLst/>
              <a:cxnLst/>
              <a:rect l="l" t="t" r="r" b="b"/>
              <a:pathLst>
                <a:path w="510206" h="962774">
                  <a:moveTo>
                    <a:pt x="367178" y="0"/>
                  </a:moveTo>
                  <a:lnTo>
                    <a:pt x="405604" y="53369"/>
                  </a:lnTo>
                  <a:cubicBezTo>
                    <a:pt x="301712" y="121681"/>
                    <a:pt x="222726" y="195330"/>
                    <a:pt x="168646" y="274316"/>
                  </a:cubicBezTo>
                  <a:cubicBezTo>
                    <a:pt x="114565" y="353302"/>
                    <a:pt x="87525" y="426951"/>
                    <a:pt x="87525" y="495263"/>
                  </a:cubicBezTo>
                  <a:cubicBezTo>
                    <a:pt x="87525" y="540805"/>
                    <a:pt x="101757" y="563575"/>
                    <a:pt x="130220" y="563575"/>
                  </a:cubicBezTo>
                  <a:cubicBezTo>
                    <a:pt x="144452" y="563575"/>
                    <a:pt x="160818" y="555036"/>
                    <a:pt x="179320" y="537958"/>
                  </a:cubicBezTo>
                  <a:cubicBezTo>
                    <a:pt x="219168" y="496686"/>
                    <a:pt x="261152" y="476050"/>
                    <a:pt x="305270" y="476050"/>
                  </a:cubicBezTo>
                  <a:cubicBezTo>
                    <a:pt x="362197" y="476050"/>
                    <a:pt x="410585" y="498465"/>
                    <a:pt x="450433" y="543295"/>
                  </a:cubicBezTo>
                  <a:cubicBezTo>
                    <a:pt x="490282" y="588125"/>
                    <a:pt x="510206" y="641850"/>
                    <a:pt x="510206" y="704469"/>
                  </a:cubicBezTo>
                  <a:cubicBezTo>
                    <a:pt x="510206" y="775628"/>
                    <a:pt x="486724" y="836468"/>
                    <a:pt x="439760" y="886991"/>
                  </a:cubicBezTo>
                  <a:cubicBezTo>
                    <a:pt x="392795" y="937513"/>
                    <a:pt x="336580" y="962774"/>
                    <a:pt x="271114" y="962774"/>
                  </a:cubicBezTo>
                  <a:cubicBezTo>
                    <a:pt x="191417" y="962774"/>
                    <a:pt x="126307" y="929686"/>
                    <a:pt x="75784" y="863508"/>
                  </a:cubicBezTo>
                  <a:cubicBezTo>
                    <a:pt x="25262" y="797331"/>
                    <a:pt x="0" y="712297"/>
                    <a:pt x="0" y="608405"/>
                  </a:cubicBezTo>
                  <a:cubicBezTo>
                    <a:pt x="0" y="353658"/>
                    <a:pt x="122393" y="150856"/>
                    <a:pt x="36717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14" name="Forma Livre: Forma 13">
              <a:extLst>
                <a:ext uri="{FF2B5EF4-FFF2-40B4-BE49-F238E27FC236}">
                  <a16:creationId xmlns:a16="http://schemas.microsoft.com/office/drawing/2014/main" id="{7964EB48-9BD9-6C27-C8A5-879AB4DE84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51269" y="2310573"/>
              <a:ext cx="510206" cy="962774"/>
            </a:xfrm>
            <a:custGeom>
              <a:avLst/>
              <a:gdLst/>
              <a:ahLst/>
              <a:cxnLst/>
              <a:rect l="l" t="t" r="r" b="b"/>
              <a:pathLst>
                <a:path w="510206" h="962774">
                  <a:moveTo>
                    <a:pt x="367177" y="0"/>
                  </a:moveTo>
                  <a:lnTo>
                    <a:pt x="405603" y="53369"/>
                  </a:lnTo>
                  <a:cubicBezTo>
                    <a:pt x="301711" y="121681"/>
                    <a:pt x="222725" y="195330"/>
                    <a:pt x="168645" y="274316"/>
                  </a:cubicBezTo>
                  <a:cubicBezTo>
                    <a:pt x="114565" y="353302"/>
                    <a:pt x="87524" y="426951"/>
                    <a:pt x="87524" y="495263"/>
                  </a:cubicBezTo>
                  <a:cubicBezTo>
                    <a:pt x="87524" y="540805"/>
                    <a:pt x="101756" y="563575"/>
                    <a:pt x="130220" y="563575"/>
                  </a:cubicBezTo>
                  <a:cubicBezTo>
                    <a:pt x="144451" y="563575"/>
                    <a:pt x="160818" y="555036"/>
                    <a:pt x="179319" y="537958"/>
                  </a:cubicBezTo>
                  <a:cubicBezTo>
                    <a:pt x="219168" y="496686"/>
                    <a:pt x="261151" y="476050"/>
                    <a:pt x="305269" y="476050"/>
                  </a:cubicBezTo>
                  <a:cubicBezTo>
                    <a:pt x="362196" y="476050"/>
                    <a:pt x="410584" y="498465"/>
                    <a:pt x="450433" y="543295"/>
                  </a:cubicBezTo>
                  <a:cubicBezTo>
                    <a:pt x="490281" y="588125"/>
                    <a:pt x="510206" y="641850"/>
                    <a:pt x="510206" y="704469"/>
                  </a:cubicBezTo>
                  <a:cubicBezTo>
                    <a:pt x="510206" y="775628"/>
                    <a:pt x="486723" y="836468"/>
                    <a:pt x="439759" y="886991"/>
                  </a:cubicBezTo>
                  <a:cubicBezTo>
                    <a:pt x="392794" y="937513"/>
                    <a:pt x="336579" y="962774"/>
                    <a:pt x="271113" y="962774"/>
                  </a:cubicBezTo>
                  <a:cubicBezTo>
                    <a:pt x="191416" y="962774"/>
                    <a:pt x="126306" y="929686"/>
                    <a:pt x="75783" y="863508"/>
                  </a:cubicBezTo>
                  <a:cubicBezTo>
                    <a:pt x="25261" y="797331"/>
                    <a:pt x="0" y="712297"/>
                    <a:pt x="0" y="608405"/>
                  </a:cubicBezTo>
                  <a:cubicBezTo>
                    <a:pt x="0" y="353658"/>
                    <a:pt x="122392" y="150856"/>
                    <a:pt x="36717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6" name="Espaço Reservado para Texto 17">
            <a:extLst>
              <a:ext uri="{FF2B5EF4-FFF2-40B4-BE49-F238E27FC236}">
                <a16:creationId xmlns:a16="http://schemas.microsoft.com/office/drawing/2014/main" id="{1627042E-72B1-8FFA-B97A-4B6B4C1C5A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93818" y="6258379"/>
            <a:ext cx="7769119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200" smtClean="0">
                <a:solidFill>
                  <a:srgbClr val="4D4D4D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/>
              <a:t>@ lorem.com</a:t>
            </a:r>
          </a:p>
        </p:txBody>
      </p:sp>
      <p:sp>
        <p:nvSpPr>
          <p:cNvPr id="5" name="Espaço Reservado para Texto 17">
            <a:extLst>
              <a:ext uri="{FF2B5EF4-FFF2-40B4-BE49-F238E27FC236}">
                <a16:creationId xmlns:a16="http://schemas.microsoft.com/office/drawing/2014/main" id="{96EBE81D-0D41-81B4-C1F4-F56FB77DE5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3818" y="5880091"/>
            <a:ext cx="7769119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600" b="1" smtClean="0">
                <a:solidFill>
                  <a:srgbClr val="4D4D4D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/>
              <a:t>Instituição</a:t>
            </a:r>
            <a:r>
              <a:rPr lang="en-US"/>
              <a:t>/</a:t>
            </a:r>
            <a:r>
              <a:rPr lang="en-US" err="1"/>
              <a:t>Departamento</a:t>
            </a:r>
            <a:endParaRPr lang="en-US"/>
          </a:p>
        </p:txBody>
      </p:sp>
      <p:sp>
        <p:nvSpPr>
          <p:cNvPr id="11" name="Espaço Reservado para Texto 13">
            <a:extLst>
              <a:ext uri="{FF2B5EF4-FFF2-40B4-BE49-F238E27FC236}">
                <a16:creationId xmlns:a16="http://schemas.microsoft.com/office/drawing/2014/main" id="{4F19DC45-2702-D2A8-BAA4-77792FD61A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43841" y="2695384"/>
            <a:ext cx="8597900" cy="161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FontTx/>
              <a:buNone/>
              <a:defRPr kumimoji="0" lang="pt-BR" sz="2400" b="0" i="0" u="none" strike="noStrike" cap="none" spc="200" normalizeH="0" baseline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 (Corpo)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rgbClr val="064C4C"/>
                </a:solidFill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err="1">
                <a:solidFill>
                  <a:srgbClr val="064C4C"/>
                </a:solidFill>
              </a:rPr>
              <a:t>urna</a:t>
            </a:r>
            <a:r>
              <a:rPr lang="en-US">
                <a:solidFill>
                  <a:srgbClr val="064C4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241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0078 -0.08958 L 3.75E-6 -4.44444E-6 " pathEditMode="relative" rAng="0" ptsTypes="AA">
                                      <p:cBhvr>
                                        <p:cTn id="12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4468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>
        <p:tmplLst>
          <p:tmpl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>
        <p:tmplLst>
          <p:tmpl>
            <p:tnLst>
              <p:par>
                <p:cTn presetID="10" presetClass="entr" presetSubtype="0" fill="hold" nodeType="withEffect">
                  <p:stCondLst>
                    <p:cond delay="2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opcao3_t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BB9C53-04C6-DBDA-692F-FA64F06BFB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9984">
                <a:srgbClr val="FFFFFF"/>
              </a:gs>
              <a:gs pos="24000">
                <a:schemeClr val="bg2">
                  <a:alpha val="77000"/>
                </a:schemeClr>
              </a:gs>
              <a:gs pos="74000">
                <a:srgbClr val="FFFFFF"/>
              </a:gs>
              <a:gs pos="91000">
                <a:schemeClr val="bg2">
                  <a:alpha val="67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4CD7EFA8-6EB2-BE90-1731-DE202FA6D09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149928" y="1344117"/>
            <a:ext cx="2133600" cy="1787183"/>
            <a:chOff x="3815651" y="2310573"/>
            <a:chExt cx="1145824" cy="962774"/>
          </a:xfrm>
          <a:noFill/>
        </p:grpSpPr>
        <p:sp>
          <p:nvSpPr>
            <p:cNvPr id="26" name="Forma Livre: Forma 25">
              <a:extLst>
                <a:ext uri="{FF2B5EF4-FFF2-40B4-BE49-F238E27FC236}">
                  <a16:creationId xmlns:a16="http://schemas.microsoft.com/office/drawing/2014/main" id="{B4598145-B6B6-88FD-4E99-5FF9AF3260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15651" y="2310573"/>
              <a:ext cx="510206" cy="962774"/>
            </a:xfrm>
            <a:custGeom>
              <a:avLst/>
              <a:gdLst/>
              <a:ahLst/>
              <a:cxnLst/>
              <a:rect l="l" t="t" r="r" b="b"/>
              <a:pathLst>
                <a:path w="510206" h="962774">
                  <a:moveTo>
                    <a:pt x="367178" y="0"/>
                  </a:moveTo>
                  <a:lnTo>
                    <a:pt x="405604" y="53369"/>
                  </a:lnTo>
                  <a:cubicBezTo>
                    <a:pt x="301712" y="121681"/>
                    <a:pt x="222726" y="195330"/>
                    <a:pt x="168646" y="274316"/>
                  </a:cubicBezTo>
                  <a:cubicBezTo>
                    <a:pt x="114565" y="353302"/>
                    <a:pt x="87525" y="426951"/>
                    <a:pt x="87525" y="495263"/>
                  </a:cubicBezTo>
                  <a:cubicBezTo>
                    <a:pt x="87525" y="540805"/>
                    <a:pt x="101757" y="563575"/>
                    <a:pt x="130220" y="563575"/>
                  </a:cubicBezTo>
                  <a:cubicBezTo>
                    <a:pt x="144452" y="563575"/>
                    <a:pt x="160818" y="555036"/>
                    <a:pt x="179320" y="537958"/>
                  </a:cubicBezTo>
                  <a:cubicBezTo>
                    <a:pt x="219168" y="496686"/>
                    <a:pt x="261152" y="476050"/>
                    <a:pt x="305270" y="476050"/>
                  </a:cubicBezTo>
                  <a:cubicBezTo>
                    <a:pt x="362197" y="476050"/>
                    <a:pt x="410585" y="498465"/>
                    <a:pt x="450433" y="543295"/>
                  </a:cubicBezTo>
                  <a:cubicBezTo>
                    <a:pt x="490282" y="588125"/>
                    <a:pt x="510206" y="641850"/>
                    <a:pt x="510206" y="704469"/>
                  </a:cubicBezTo>
                  <a:cubicBezTo>
                    <a:pt x="510206" y="775628"/>
                    <a:pt x="486724" y="836468"/>
                    <a:pt x="439760" y="886991"/>
                  </a:cubicBezTo>
                  <a:cubicBezTo>
                    <a:pt x="392795" y="937513"/>
                    <a:pt x="336580" y="962774"/>
                    <a:pt x="271114" y="962774"/>
                  </a:cubicBezTo>
                  <a:cubicBezTo>
                    <a:pt x="191417" y="962774"/>
                    <a:pt x="126307" y="929686"/>
                    <a:pt x="75784" y="863508"/>
                  </a:cubicBezTo>
                  <a:cubicBezTo>
                    <a:pt x="25262" y="797331"/>
                    <a:pt x="0" y="712297"/>
                    <a:pt x="0" y="608405"/>
                  </a:cubicBezTo>
                  <a:cubicBezTo>
                    <a:pt x="0" y="353658"/>
                    <a:pt x="122393" y="150856"/>
                    <a:pt x="367178" y="0"/>
                  </a:cubicBezTo>
                  <a:close/>
                </a:path>
              </a:pathLst>
            </a:custGeom>
            <a:grpFill/>
            <a:ln>
              <a:solidFill>
                <a:srgbClr val="FFFF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27" name="Forma Livre: Forma 26">
              <a:extLst>
                <a:ext uri="{FF2B5EF4-FFF2-40B4-BE49-F238E27FC236}">
                  <a16:creationId xmlns:a16="http://schemas.microsoft.com/office/drawing/2014/main" id="{4B53006F-72EE-3B41-6C0B-1307198E10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51269" y="2310573"/>
              <a:ext cx="510206" cy="962774"/>
            </a:xfrm>
            <a:custGeom>
              <a:avLst/>
              <a:gdLst/>
              <a:ahLst/>
              <a:cxnLst/>
              <a:rect l="l" t="t" r="r" b="b"/>
              <a:pathLst>
                <a:path w="510206" h="962774">
                  <a:moveTo>
                    <a:pt x="367177" y="0"/>
                  </a:moveTo>
                  <a:lnTo>
                    <a:pt x="405603" y="53369"/>
                  </a:lnTo>
                  <a:cubicBezTo>
                    <a:pt x="301711" y="121681"/>
                    <a:pt x="222725" y="195330"/>
                    <a:pt x="168645" y="274316"/>
                  </a:cubicBezTo>
                  <a:cubicBezTo>
                    <a:pt x="114565" y="353302"/>
                    <a:pt x="87524" y="426951"/>
                    <a:pt x="87524" y="495263"/>
                  </a:cubicBezTo>
                  <a:cubicBezTo>
                    <a:pt x="87524" y="540805"/>
                    <a:pt x="101756" y="563575"/>
                    <a:pt x="130220" y="563575"/>
                  </a:cubicBezTo>
                  <a:cubicBezTo>
                    <a:pt x="144451" y="563575"/>
                    <a:pt x="160818" y="555036"/>
                    <a:pt x="179319" y="537958"/>
                  </a:cubicBezTo>
                  <a:cubicBezTo>
                    <a:pt x="219168" y="496686"/>
                    <a:pt x="261151" y="476050"/>
                    <a:pt x="305269" y="476050"/>
                  </a:cubicBezTo>
                  <a:cubicBezTo>
                    <a:pt x="362196" y="476050"/>
                    <a:pt x="410584" y="498465"/>
                    <a:pt x="450433" y="543295"/>
                  </a:cubicBezTo>
                  <a:cubicBezTo>
                    <a:pt x="490281" y="588125"/>
                    <a:pt x="510206" y="641850"/>
                    <a:pt x="510206" y="704469"/>
                  </a:cubicBezTo>
                  <a:cubicBezTo>
                    <a:pt x="510206" y="775628"/>
                    <a:pt x="486723" y="836468"/>
                    <a:pt x="439759" y="886991"/>
                  </a:cubicBezTo>
                  <a:cubicBezTo>
                    <a:pt x="392794" y="937513"/>
                    <a:pt x="336579" y="962774"/>
                    <a:pt x="271113" y="962774"/>
                  </a:cubicBezTo>
                  <a:cubicBezTo>
                    <a:pt x="191416" y="962774"/>
                    <a:pt x="126306" y="929686"/>
                    <a:pt x="75783" y="863508"/>
                  </a:cubicBezTo>
                  <a:cubicBezTo>
                    <a:pt x="25261" y="797331"/>
                    <a:pt x="0" y="712297"/>
                    <a:pt x="0" y="608405"/>
                  </a:cubicBezTo>
                  <a:cubicBezTo>
                    <a:pt x="0" y="353658"/>
                    <a:pt x="122392" y="150856"/>
                    <a:pt x="367177" y="0"/>
                  </a:cubicBezTo>
                  <a:close/>
                </a:path>
              </a:pathLst>
            </a:custGeom>
            <a:grpFill/>
            <a:ln>
              <a:solidFill>
                <a:srgbClr val="FFFFFF">
                  <a:alpha val="6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47C2B188-A678-A6F1-FDA3-EB73A44DE2CF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602263" y="2342508"/>
            <a:ext cx="417192" cy="397122"/>
            <a:chOff x="3815651" y="2310573"/>
            <a:chExt cx="1145824" cy="962774"/>
          </a:xfrm>
          <a:solidFill>
            <a:schemeClr val="tx2"/>
          </a:solidFill>
        </p:grpSpPr>
        <p:sp>
          <p:nvSpPr>
            <p:cNvPr id="4" name="Forma Livre: Forma 3">
              <a:extLst>
                <a:ext uri="{FF2B5EF4-FFF2-40B4-BE49-F238E27FC236}">
                  <a16:creationId xmlns:a16="http://schemas.microsoft.com/office/drawing/2014/main" id="{3E251E90-9947-C255-F923-0E60C5094F4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15651" y="2310573"/>
              <a:ext cx="510206" cy="962774"/>
            </a:xfrm>
            <a:custGeom>
              <a:avLst/>
              <a:gdLst/>
              <a:ahLst/>
              <a:cxnLst/>
              <a:rect l="l" t="t" r="r" b="b"/>
              <a:pathLst>
                <a:path w="510206" h="962774">
                  <a:moveTo>
                    <a:pt x="367178" y="0"/>
                  </a:moveTo>
                  <a:lnTo>
                    <a:pt x="405604" y="53369"/>
                  </a:lnTo>
                  <a:cubicBezTo>
                    <a:pt x="301712" y="121681"/>
                    <a:pt x="222726" y="195330"/>
                    <a:pt x="168646" y="274316"/>
                  </a:cubicBezTo>
                  <a:cubicBezTo>
                    <a:pt x="114565" y="353302"/>
                    <a:pt x="87525" y="426951"/>
                    <a:pt x="87525" y="495263"/>
                  </a:cubicBezTo>
                  <a:cubicBezTo>
                    <a:pt x="87525" y="540805"/>
                    <a:pt x="101757" y="563575"/>
                    <a:pt x="130220" y="563575"/>
                  </a:cubicBezTo>
                  <a:cubicBezTo>
                    <a:pt x="144452" y="563575"/>
                    <a:pt x="160818" y="555036"/>
                    <a:pt x="179320" y="537958"/>
                  </a:cubicBezTo>
                  <a:cubicBezTo>
                    <a:pt x="219168" y="496686"/>
                    <a:pt x="261152" y="476050"/>
                    <a:pt x="305270" y="476050"/>
                  </a:cubicBezTo>
                  <a:cubicBezTo>
                    <a:pt x="362197" y="476050"/>
                    <a:pt x="410585" y="498465"/>
                    <a:pt x="450433" y="543295"/>
                  </a:cubicBezTo>
                  <a:cubicBezTo>
                    <a:pt x="490282" y="588125"/>
                    <a:pt x="510206" y="641850"/>
                    <a:pt x="510206" y="704469"/>
                  </a:cubicBezTo>
                  <a:cubicBezTo>
                    <a:pt x="510206" y="775628"/>
                    <a:pt x="486724" y="836468"/>
                    <a:pt x="439760" y="886991"/>
                  </a:cubicBezTo>
                  <a:cubicBezTo>
                    <a:pt x="392795" y="937513"/>
                    <a:pt x="336580" y="962774"/>
                    <a:pt x="271114" y="962774"/>
                  </a:cubicBezTo>
                  <a:cubicBezTo>
                    <a:pt x="191417" y="962774"/>
                    <a:pt x="126307" y="929686"/>
                    <a:pt x="75784" y="863508"/>
                  </a:cubicBezTo>
                  <a:cubicBezTo>
                    <a:pt x="25262" y="797331"/>
                    <a:pt x="0" y="712297"/>
                    <a:pt x="0" y="608405"/>
                  </a:cubicBezTo>
                  <a:cubicBezTo>
                    <a:pt x="0" y="353658"/>
                    <a:pt x="122393" y="150856"/>
                    <a:pt x="36717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5" name="Forma Livre: Forma 4">
              <a:extLst>
                <a:ext uri="{FF2B5EF4-FFF2-40B4-BE49-F238E27FC236}">
                  <a16:creationId xmlns:a16="http://schemas.microsoft.com/office/drawing/2014/main" id="{7BC62250-3651-6D42-C445-A83422BD1F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51269" y="2310573"/>
              <a:ext cx="510206" cy="962774"/>
            </a:xfrm>
            <a:custGeom>
              <a:avLst/>
              <a:gdLst/>
              <a:ahLst/>
              <a:cxnLst/>
              <a:rect l="l" t="t" r="r" b="b"/>
              <a:pathLst>
                <a:path w="510206" h="962774">
                  <a:moveTo>
                    <a:pt x="367177" y="0"/>
                  </a:moveTo>
                  <a:lnTo>
                    <a:pt x="405603" y="53369"/>
                  </a:lnTo>
                  <a:cubicBezTo>
                    <a:pt x="301711" y="121681"/>
                    <a:pt x="222725" y="195330"/>
                    <a:pt x="168645" y="274316"/>
                  </a:cubicBezTo>
                  <a:cubicBezTo>
                    <a:pt x="114565" y="353302"/>
                    <a:pt x="87524" y="426951"/>
                    <a:pt x="87524" y="495263"/>
                  </a:cubicBezTo>
                  <a:cubicBezTo>
                    <a:pt x="87524" y="540805"/>
                    <a:pt x="101756" y="563575"/>
                    <a:pt x="130220" y="563575"/>
                  </a:cubicBezTo>
                  <a:cubicBezTo>
                    <a:pt x="144451" y="563575"/>
                    <a:pt x="160818" y="555036"/>
                    <a:pt x="179319" y="537958"/>
                  </a:cubicBezTo>
                  <a:cubicBezTo>
                    <a:pt x="219168" y="496686"/>
                    <a:pt x="261151" y="476050"/>
                    <a:pt x="305269" y="476050"/>
                  </a:cubicBezTo>
                  <a:cubicBezTo>
                    <a:pt x="362196" y="476050"/>
                    <a:pt x="410584" y="498465"/>
                    <a:pt x="450433" y="543295"/>
                  </a:cubicBezTo>
                  <a:cubicBezTo>
                    <a:pt x="490281" y="588125"/>
                    <a:pt x="510206" y="641850"/>
                    <a:pt x="510206" y="704469"/>
                  </a:cubicBezTo>
                  <a:cubicBezTo>
                    <a:pt x="510206" y="775628"/>
                    <a:pt x="486723" y="836468"/>
                    <a:pt x="439759" y="886991"/>
                  </a:cubicBezTo>
                  <a:cubicBezTo>
                    <a:pt x="392794" y="937513"/>
                    <a:pt x="336579" y="962774"/>
                    <a:pt x="271113" y="962774"/>
                  </a:cubicBezTo>
                  <a:cubicBezTo>
                    <a:pt x="191416" y="962774"/>
                    <a:pt x="126306" y="929686"/>
                    <a:pt x="75783" y="863508"/>
                  </a:cubicBezTo>
                  <a:cubicBezTo>
                    <a:pt x="25261" y="797331"/>
                    <a:pt x="0" y="712297"/>
                    <a:pt x="0" y="608405"/>
                  </a:cubicBezTo>
                  <a:cubicBezTo>
                    <a:pt x="0" y="353658"/>
                    <a:pt x="122392" y="150856"/>
                    <a:pt x="36717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29" name="Retângulo 28">
            <a:extLst>
              <a:ext uri="{FF2B5EF4-FFF2-40B4-BE49-F238E27FC236}">
                <a16:creationId xmlns:a16="http://schemas.microsoft.com/office/drawing/2014/main" id="{83DBA357-3703-1DCF-4E90-C33CDC301E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614435" y="5007341"/>
            <a:ext cx="963129" cy="1789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Texto 17">
            <a:extLst>
              <a:ext uri="{FF2B5EF4-FFF2-40B4-BE49-F238E27FC236}">
                <a16:creationId xmlns:a16="http://schemas.microsoft.com/office/drawing/2014/main" id="{535A40F0-1665-8D42-90A5-C2CBDB3FDB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78000" y="5775780"/>
            <a:ext cx="8597899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200" smtClean="0">
                <a:solidFill>
                  <a:srgbClr val="4D4D4D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/>
              <a:t>@ lorem.com</a:t>
            </a:r>
          </a:p>
        </p:txBody>
      </p:sp>
      <p:sp>
        <p:nvSpPr>
          <p:cNvPr id="2" name="Espaço Reservado para Texto 17">
            <a:extLst>
              <a:ext uri="{FF2B5EF4-FFF2-40B4-BE49-F238E27FC236}">
                <a16:creationId xmlns:a16="http://schemas.microsoft.com/office/drawing/2014/main" id="{C21C0971-B7FE-457D-84AA-ABB895AB1E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78000" y="5397491"/>
            <a:ext cx="8597900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600" b="1" smtClean="0">
                <a:solidFill>
                  <a:srgbClr val="4D4D4D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/>
              <a:t>Instituição</a:t>
            </a:r>
            <a:r>
              <a:rPr lang="en-US"/>
              <a:t>/</a:t>
            </a:r>
            <a:r>
              <a:rPr lang="en-US" err="1"/>
              <a:t>Departamento</a:t>
            </a:r>
            <a:endParaRPr lang="en-US"/>
          </a:p>
        </p:txBody>
      </p:sp>
      <p:sp>
        <p:nvSpPr>
          <p:cNvPr id="23" name="Espaço Reservado para Texto 13">
            <a:extLst>
              <a:ext uri="{FF2B5EF4-FFF2-40B4-BE49-F238E27FC236}">
                <a16:creationId xmlns:a16="http://schemas.microsoft.com/office/drawing/2014/main" id="{FC45AE8E-5A04-C02F-A0ED-4C6D9BC294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78000" y="2739630"/>
            <a:ext cx="8597900" cy="161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FontTx/>
              <a:buNone/>
              <a:defRPr kumimoji="0" lang="pt-BR" sz="2400" b="0" i="0" u="none" strike="noStrike" cap="none" spc="20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 (Corpo)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rgbClr val="064C4C"/>
                </a:solidFill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err="1">
                <a:solidFill>
                  <a:srgbClr val="064C4C"/>
                </a:solidFill>
              </a:rPr>
              <a:t>urna</a:t>
            </a:r>
            <a:r>
              <a:rPr lang="en-US">
                <a:solidFill>
                  <a:srgbClr val="064C4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492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" grpId="0">
        <p:tmplLst>
          <p:tmpl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fill="hold" nodeType="withEffect">
                  <p:stCondLst>
                    <p:cond delay="1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opcao3_txt_im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B88DEFB3-7624-B056-383B-A0D58455C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0"/>
          </p:nvPr>
        </p:nvSpPr>
        <p:spPr>
          <a:xfrm>
            <a:off x="-64168" y="-96252"/>
            <a:ext cx="7734588" cy="7042150"/>
          </a:xfrm>
          <a:custGeom>
            <a:avLst/>
            <a:gdLst>
              <a:gd name="connsiteX0" fmla="*/ 7149134 w 7734588"/>
              <a:gd name="connsiteY0" fmla="*/ 6705612 h 7042150"/>
              <a:gd name="connsiteX1" fmla="*/ 7259980 w 7734588"/>
              <a:gd name="connsiteY1" fmla="*/ 6779874 h 7042150"/>
              <a:gd name="connsiteX2" fmla="*/ 7259980 w 7734588"/>
              <a:gd name="connsiteY2" fmla="*/ 6919262 h 7042150"/>
              <a:gd name="connsiteX3" fmla="*/ 7149134 w 7734588"/>
              <a:gd name="connsiteY3" fmla="*/ 6993524 h 7042150"/>
              <a:gd name="connsiteX4" fmla="*/ 7038288 w 7734588"/>
              <a:gd name="connsiteY4" fmla="*/ 6919262 h 7042150"/>
              <a:gd name="connsiteX5" fmla="*/ 7038288 w 7734588"/>
              <a:gd name="connsiteY5" fmla="*/ 6779874 h 7042150"/>
              <a:gd name="connsiteX6" fmla="*/ 3166308 w 7734588"/>
              <a:gd name="connsiteY6" fmla="*/ 6564985 h 7042150"/>
              <a:gd name="connsiteX7" fmla="*/ 3166308 w 7734588"/>
              <a:gd name="connsiteY7" fmla="*/ 6570282 h 7042150"/>
              <a:gd name="connsiteX8" fmla="*/ 3170262 w 7734588"/>
              <a:gd name="connsiteY8" fmla="*/ 6567633 h 7042150"/>
              <a:gd name="connsiteX9" fmla="*/ 7652130 w 7734588"/>
              <a:gd name="connsiteY9" fmla="*/ 6555767 h 7042150"/>
              <a:gd name="connsiteX10" fmla="*/ 7734588 w 7734588"/>
              <a:gd name="connsiteY10" fmla="*/ 6611010 h 7042150"/>
              <a:gd name="connsiteX11" fmla="*/ 7734588 w 7734588"/>
              <a:gd name="connsiteY11" fmla="*/ 6714702 h 7042150"/>
              <a:gd name="connsiteX12" fmla="*/ 7652130 w 7734588"/>
              <a:gd name="connsiteY12" fmla="*/ 6769945 h 7042150"/>
              <a:gd name="connsiteX13" fmla="*/ 7569671 w 7734588"/>
              <a:gd name="connsiteY13" fmla="*/ 6714702 h 7042150"/>
              <a:gd name="connsiteX14" fmla="*/ 7569671 w 7734588"/>
              <a:gd name="connsiteY14" fmla="*/ 6611010 h 7042150"/>
              <a:gd name="connsiteX15" fmla="*/ 3685273 w 7734588"/>
              <a:gd name="connsiteY15" fmla="*/ 6554028 h 7042150"/>
              <a:gd name="connsiteX16" fmla="*/ 3611207 w 7734588"/>
              <a:gd name="connsiteY16" fmla="*/ 6603650 h 7042150"/>
              <a:gd name="connsiteX17" fmla="*/ 3611407 w 7734588"/>
              <a:gd name="connsiteY17" fmla="*/ 6603784 h 7042150"/>
              <a:gd name="connsiteX18" fmla="*/ 3685474 w 7734588"/>
              <a:gd name="connsiteY18" fmla="*/ 6554162 h 7042150"/>
              <a:gd name="connsiteX19" fmla="*/ 5834230 w 7734588"/>
              <a:gd name="connsiteY19" fmla="*/ 6489772 h 7042150"/>
              <a:gd name="connsiteX20" fmla="*/ 6145615 w 7734588"/>
              <a:gd name="connsiteY20" fmla="*/ 6698387 h 7042150"/>
              <a:gd name="connsiteX21" fmla="*/ 6145615 w 7734588"/>
              <a:gd name="connsiteY21" fmla="*/ 7042150 h 7042150"/>
              <a:gd name="connsiteX22" fmla="*/ 5522844 w 7734588"/>
              <a:gd name="connsiteY22" fmla="*/ 7042150 h 7042150"/>
              <a:gd name="connsiteX23" fmla="*/ 5522844 w 7734588"/>
              <a:gd name="connsiteY23" fmla="*/ 6698387 h 7042150"/>
              <a:gd name="connsiteX24" fmla="*/ 6482788 w 7734588"/>
              <a:gd name="connsiteY24" fmla="*/ 6483120 h 7042150"/>
              <a:gd name="connsiteX25" fmla="*/ 6794174 w 7734588"/>
              <a:gd name="connsiteY25" fmla="*/ 6691734 h 7042150"/>
              <a:gd name="connsiteX26" fmla="*/ 6794174 w 7734588"/>
              <a:gd name="connsiteY26" fmla="*/ 7042150 h 7042150"/>
              <a:gd name="connsiteX27" fmla="*/ 6171402 w 7734588"/>
              <a:gd name="connsiteY27" fmla="*/ 7042150 h 7042150"/>
              <a:gd name="connsiteX28" fmla="*/ 6171402 w 7734588"/>
              <a:gd name="connsiteY28" fmla="*/ 6691734 h 7042150"/>
              <a:gd name="connsiteX29" fmla="*/ 5177697 w 7734588"/>
              <a:gd name="connsiteY29" fmla="*/ 6451951 h 7042150"/>
              <a:gd name="connsiteX30" fmla="*/ 5489082 w 7734588"/>
              <a:gd name="connsiteY30" fmla="*/ 6660566 h 7042150"/>
              <a:gd name="connsiteX31" fmla="*/ 5489082 w 7734588"/>
              <a:gd name="connsiteY31" fmla="*/ 7042150 h 7042150"/>
              <a:gd name="connsiteX32" fmla="*/ 4866311 w 7734588"/>
              <a:gd name="connsiteY32" fmla="*/ 7042150 h 7042150"/>
              <a:gd name="connsiteX33" fmla="*/ 4866311 w 7734588"/>
              <a:gd name="connsiteY33" fmla="*/ 6660566 h 7042150"/>
              <a:gd name="connsiteX34" fmla="*/ 6975352 w 7734588"/>
              <a:gd name="connsiteY34" fmla="*/ 6144244 h 7042150"/>
              <a:gd name="connsiteX35" fmla="*/ 7123582 w 7734588"/>
              <a:gd name="connsiteY35" fmla="*/ 6243551 h 7042150"/>
              <a:gd name="connsiteX36" fmla="*/ 7123582 w 7734588"/>
              <a:gd name="connsiteY36" fmla="*/ 6429951 h 7042150"/>
              <a:gd name="connsiteX37" fmla="*/ 6975352 w 7734588"/>
              <a:gd name="connsiteY37" fmla="*/ 6529259 h 7042150"/>
              <a:gd name="connsiteX38" fmla="*/ 6827121 w 7734588"/>
              <a:gd name="connsiteY38" fmla="*/ 6429951 h 7042150"/>
              <a:gd name="connsiteX39" fmla="*/ 6827121 w 7734588"/>
              <a:gd name="connsiteY39" fmla="*/ 6243551 h 7042150"/>
              <a:gd name="connsiteX40" fmla="*/ 6132999 w 7734588"/>
              <a:gd name="connsiteY40" fmla="*/ 5963009 h 7042150"/>
              <a:gd name="connsiteX41" fmla="*/ 6321240 w 7734588"/>
              <a:gd name="connsiteY41" fmla="*/ 6089124 h 7042150"/>
              <a:gd name="connsiteX42" fmla="*/ 6321240 w 7734588"/>
              <a:gd name="connsiteY42" fmla="*/ 6325836 h 7042150"/>
              <a:gd name="connsiteX43" fmla="*/ 6132999 w 7734588"/>
              <a:gd name="connsiteY43" fmla="*/ 6451949 h 7042150"/>
              <a:gd name="connsiteX44" fmla="*/ 5944759 w 7734588"/>
              <a:gd name="connsiteY44" fmla="*/ 6325836 h 7042150"/>
              <a:gd name="connsiteX45" fmla="*/ 5944759 w 7734588"/>
              <a:gd name="connsiteY45" fmla="*/ 6089124 h 7042150"/>
              <a:gd name="connsiteX46" fmla="*/ 3166308 w 7734588"/>
              <a:gd name="connsiteY46" fmla="*/ 5924847 h 7042150"/>
              <a:gd name="connsiteX47" fmla="*/ 3166308 w 7734588"/>
              <a:gd name="connsiteY47" fmla="*/ 6092917 h 7042150"/>
              <a:gd name="connsiteX48" fmla="*/ 3291742 w 7734588"/>
              <a:gd name="connsiteY48" fmla="*/ 6008882 h 7042150"/>
              <a:gd name="connsiteX49" fmla="*/ 7632857 w 7734588"/>
              <a:gd name="connsiteY49" fmla="*/ 5909301 h 7042150"/>
              <a:gd name="connsiteX50" fmla="*/ 7709442 w 7734588"/>
              <a:gd name="connsiteY50" fmla="*/ 5960609 h 7042150"/>
              <a:gd name="connsiteX51" fmla="*/ 7709442 w 7734588"/>
              <a:gd name="connsiteY51" fmla="*/ 6056917 h 7042150"/>
              <a:gd name="connsiteX52" fmla="*/ 7632857 w 7734588"/>
              <a:gd name="connsiteY52" fmla="*/ 6108225 h 7042150"/>
              <a:gd name="connsiteX53" fmla="*/ 7556271 w 7734588"/>
              <a:gd name="connsiteY53" fmla="*/ 6056917 h 7042150"/>
              <a:gd name="connsiteX54" fmla="*/ 7556271 w 7734588"/>
              <a:gd name="connsiteY54" fmla="*/ 5960609 h 7042150"/>
              <a:gd name="connsiteX55" fmla="*/ 7171712 w 7734588"/>
              <a:gd name="connsiteY55" fmla="*/ 5723429 h 7042150"/>
              <a:gd name="connsiteX56" fmla="*/ 7254170 w 7734588"/>
              <a:gd name="connsiteY56" fmla="*/ 5778672 h 7042150"/>
              <a:gd name="connsiteX57" fmla="*/ 7254170 w 7734588"/>
              <a:gd name="connsiteY57" fmla="*/ 5882364 h 7042150"/>
              <a:gd name="connsiteX58" fmla="*/ 7171712 w 7734588"/>
              <a:gd name="connsiteY58" fmla="*/ 5937608 h 7042150"/>
              <a:gd name="connsiteX59" fmla="*/ 7089253 w 7734588"/>
              <a:gd name="connsiteY59" fmla="*/ 5882364 h 7042150"/>
              <a:gd name="connsiteX60" fmla="*/ 7089253 w 7734588"/>
              <a:gd name="connsiteY60" fmla="*/ 5778672 h 7042150"/>
              <a:gd name="connsiteX61" fmla="*/ 6583372 w 7734588"/>
              <a:gd name="connsiteY61" fmla="*/ 5511540 h 7042150"/>
              <a:gd name="connsiteX62" fmla="*/ 6797637 w 7734588"/>
              <a:gd name="connsiteY62" fmla="*/ 5655088 h 7042150"/>
              <a:gd name="connsiteX63" fmla="*/ 6797637 w 7734588"/>
              <a:gd name="connsiteY63" fmla="*/ 5924522 h 7042150"/>
              <a:gd name="connsiteX64" fmla="*/ 6583372 w 7734588"/>
              <a:gd name="connsiteY64" fmla="*/ 6068072 h 7042150"/>
              <a:gd name="connsiteX65" fmla="*/ 6369109 w 7734588"/>
              <a:gd name="connsiteY65" fmla="*/ 5924522 h 7042150"/>
              <a:gd name="connsiteX66" fmla="*/ 6369109 w 7734588"/>
              <a:gd name="connsiteY66" fmla="*/ 5655088 h 7042150"/>
              <a:gd name="connsiteX67" fmla="*/ 7409102 w 7734588"/>
              <a:gd name="connsiteY67" fmla="*/ 5384161 h 7042150"/>
              <a:gd name="connsiteX68" fmla="*/ 7485686 w 7734588"/>
              <a:gd name="connsiteY68" fmla="*/ 5435469 h 7042150"/>
              <a:gd name="connsiteX69" fmla="*/ 7485686 w 7734588"/>
              <a:gd name="connsiteY69" fmla="*/ 5531777 h 7042150"/>
              <a:gd name="connsiteX70" fmla="*/ 7409102 w 7734588"/>
              <a:gd name="connsiteY70" fmla="*/ 5583085 h 7042150"/>
              <a:gd name="connsiteX71" fmla="*/ 7332516 w 7734588"/>
              <a:gd name="connsiteY71" fmla="*/ 5531777 h 7042150"/>
              <a:gd name="connsiteX72" fmla="*/ 7332516 w 7734588"/>
              <a:gd name="connsiteY72" fmla="*/ 5435469 h 7042150"/>
              <a:gd name="connsiteX73" fmla="*/ 5902253 w 7734588"/>
              <a:gd name="connsiteY73" fmla="*/ 5210197 h 7042150"/>
              <a:gd name="connsiteX74" fmla="*/ 6171404 w 7734588"/>
              <a:gd name="connsiteY74" fmla="*/ 5390516 h 7042150"/>
              <a:gd name="connsiteX75" fmla="*/ 6171404 w 7734588"/>
              <a:gd name="connsiteY75" fmla="*/ 5728974 h 7042150"/>
              <a:gd name="connsiteX76" fmla="*/ 5902253 w 7734588"/>
              <a:gd name="connsiteY76" fmla="*/ 5909293 h 7042150"/>
              <a:gd name="connsiteX77" fmla="*/ 5633102 w 7734588"/>
              <a:gd name="connsiteY77" fmla="*/ 5728974 h 7042150"/>
              <a:gd name="connsiteX78" fmla="*/ 5633102 w 7734588"/>
              <a:gd name="connsiteY78" fmla="*/ 5390516 h 7042150"/>
              <a:gd name="connsiteX79" fmla="*/ 7310233 w 7734588"/>
              <a:gd name="connsiteY79" fmla="*/ 4942043 h 7042150"/>
              <a:gd name="connsiteX80" fmla="*/ 7392691 w 7734588"/>
              <a:gd name="connsiteY80" fmla="*/ 4997287 h 7042150"/>
              <a:gd name="connsiteX81" fmla="*/ 7392691 w 7734588"/>
              <a:gd name="connsiteY81" fmla="*/ 5100979 h 7042150"/>
              <a:gd name="connsiteX82" fmla="*/ 7310233 w 7734588"/>
              <a:gd name="connsiteY82" fmla="*/ 5156222 h 7042150"/>
              <a:gd name="connsiteX83" fmla="*/ 7227774 w 7734588"/>
              <a:gd name="connsiteY83" fmla="*/ 5100979 h 7042150"/>
              <a:gd name="connsiteX84" fmla="*/ 7227774 w 7734588"/>
              <a:gd name="connsiteY84" fmla="*/ 4997287 h 7042150"/>
              <a:gd name="connsiteX85" fmla="*/ 6802571 w 7734588"/>
              <a:gd name="connsiteY85" fmla="*/ 4816564 h 7042150"/>
              <a:gd name="connsiteX86" fmla="*/ 6947403 w 7734588"/>
              <a:gd name="connsiteY86" fmla="*/ 4913595 h 7042150"/>
              <a:gd name="connsiteX87" fmla="*/ 6947403 w 7734588"/>
              <a:gd name="connsiteY87" fmla="*/ 5095720 h 7042150"/>
              <a:gd name="connsiteX88" fmla="*/ 6802571 w 7734588"/>
              <a:gd name="connsiteY88" fmla="*/ 5192751 h 7042150"/>
              <a:gd name="connsiteX89" fmla="*/ 6657738 w 7734588"/>
              <a:gd name="connsiteY89" fmla="*/ 5095720 h 7042150"/>
              <a:gd name="connsiteX90" fmla="*/ 6657738 w 7734588"/>
              <a:gd name="connsiteY90" fmla="*/ 4913595 h 7042150"/>
              <a:gd name="connsiteX91" fmla="*/ 6292872 w 7734588"/>
              <a:gd name="connsiteY91" fmla="*/ 4695209 h 7042150"/>
              <a:gd name="connsiteX92" fmla="*/ 6502666 w 7734588"/>
              <a:gd name="connsiteY92" fmla="*/ 4835760 h 7042150"/>
              <a:gd name="connsiteX93" fmla="*/ 6502666 w 7734588"/>
              <a:gd name="connsiteY93" fmla="*/ 5099575 h 7042150"/>
              <a:gd name="connsiteX94" fmla="*/ 6292872 w 7734588"/>
              <a:gd name="connsiteY94" fmla="*/ 5240128 h 7042150"/>
              <a:gd name="connsiteX95" fmla="*/ 6083078 w 7734588"/>
              <a:gd name="connsiteY95" fmla="*/ 5099575 h 7042150"/>
              <a:gd name="connsiteX96" fmla="*/ 6083078 w 7734588"/>
              <a:gd name="connsiteY96" fmla="*/ 4835760 h 7042150"/>
              <a:gd name="connsiteX97" fmla="*/ 4851325 w 7734588"/>
              <a:gd name="connsiteY97" fmla="*/ 4645973 h 7042150"/>
              <a:gd name="connsiteX98" fmla="*/ 5162710 w 7734588"/>
              <a:gd name="connsiteY98" fmla="*/ 4854589 h 7042150"/>
              <a:gd name="connsiteX99" fmla="*/ 5162710 w 7734588"/>
              <a:gd name="connsiteY99" fmla="*/ 5246154 h 7042150"/>
              <a:gd name="connsiteX100" fmla="*/ 4866312 w 7734588"/>
              <a:gd name="connsiteY100" fmla="*/ 5444728 h 7042150"/>
              <a:gd name="connsiteX101" fmla="*/ 4866312 w 7734588"/>
              <a:gd name="connsiteY101" fmla="*/ 5828398 h 7042150"/>
              <a:gd name="connsiteX102" fmla="*/ 4554927 w 7734588"/>
              <a:gd name="connsiteY102" fmla="*/ 6037013 h 7042150"/>
              <a:gd name="connsiteX103" fmla="*/ 4243541 w 7734588"/>
              <a:gd name="connsiteY103" fmla="*/ 5828398 h 7042150"/>
              <a:gd name="connsiteX104" fmla="*/ 4243541 w 7734588"/>
              <a:gd name="connsiteY104" fmla="*/ 5436831 h 7042150"/>
              <a:gd name="connsiteX105" fmla="*/ 4539939 w 7734588"/>
              <a:gd name="connsiteY105" fmla="*/ 5238259 h 7042150"/>
              <a:gd name="connsiteX106" fmla="*/ 4539939 w 7734588"/>
              <a:gd name="connsiteY106" fmla="*/ 4854589 h 7042150"/>
              <a:gd name="connsiteX107" fmla="*/ 5593429 w 7734588"/>
              <a:gd name="connsiteY107" fmla="*/ 4573737 h 7042150"/>
              <a:gd name="connsiteX108" fmla="*/ 5860019 w 7734588"/>
              <a:gd name="connsiteY108" fmla="*/ 4752342 h 7042150"/>
              <a:gd name="connsiteX109" fmla="*/ 5860019 w 7734588"/>
              <a:gd name="connsiteY109" fmla="*/ 5087576 h 7042150"/>
              <a:gd name="connsiteX110" fmla="*/ 5593429 w 7734588"/>
              <a:gd name="connsiteY110" fmla="*/ 5266180 h 7042150"/>
              <a:gd name="connsiteX111" fmla="*/ 5326839 w 7734588"/>
              <a:gd name="connsiteY111" fmla="*/ 5087576 h 7042150"/>
              <a:gd name="connsiteX112" fmla="*/ 5326839 w 7734588"/>
              <a:gd name="connsiteY112" fmla="*/ 4752342 h 7042150"/>
              <a:gd name="connsiteX113" fmla="*/ 7409103 w 7734588"/>
              <a:gd name="connsiteY113" fmla="*/ 4318594 h 7042150"/>
              <a:gd name="connsiteX114" fmla="*/ 7485687 w 7734588"/>
              <a:gd name="connsiteY114" fmla="*/ 4369903 h 7042150"/>
              <a:gd name="connsiteX115" fmla="*/ 7485687 w 7734588"/>
              <a:gd name="connsiteY115" fmla="*/ 4466210 h 7042150"/>
              <a:gd name="connsiteX116" fmla="*/ 7409103 w 7734588"/>
              <a:gd name="connsiteY116" fmla="*/ 4517519 h 7042150"/>
              <a:gd name="connsiteX117" fmla="*/ 7332517 w 7734588"/>
              <a:gd name="connsiteY117" fmla="*/ 4466210 h 7042150"/>
              <a:gd name="connsiteX118" fmla="*/ 7332517 w 7734588"/>
              <a:gd name="connsiteY118" fmla="*/ 4369903 h 7042150"/>
              <a:gd name="connsiteX119" fmla="*/ 6687920 w 7734588"/>
              <a:gd name="connsiteY119" fmla="*/ 4165454 h 7042150"/>
              <a:gd name="connsiteX120" fmla="*/ 6823012 w 7734588"/>
              <a:gd name="connsiteY120" fmla="*/ 4255959 h 7042150"/>
              <a:gd name="connsiteX121" fmla="*/ 6823012 w 7734588"/>
              <a:gd name="connsiteY121" fmla="*/ 4425837 h 7042150"/>
              <a:gd name="connsiteX122" fmla="*/ 6687920 w 7734588"/>
              <a:gd name="connsiteY122" fmla="*/ 4516342 h 7042150"/>
              <a:gd name="connsiteX123" fmla="*/ 6552827 w 7734588"/>
              <a:gd name="connsiteY123" fmla="*/ 4425837 h 7042150"/>
              <a:gd name="connsiteX124" fmla="*/ 6552827 w 7734588"/>
              <a:gd name="connsiteY124" fmla="*/ 4255959 h 7042150"/>
              <a:gd name="connsiteX125" fmla="*/ 6035131 w 7734588"/>
              <a:gd name="connsiteY125" fmla="*/ 3975096 h 7042150"/>
              <a:gd name="connsiteX126" fmla="*/ 6221418 w 7734588"/>
              <a:gd name="connsiteY126" fmla="*/ 4099902 h 7042150"/>
              <a:gd name="connsiteX127" fmla="*/ 6221418 w 7734588"/>
              <a:gd name="connsiteY127" fmla="*/ 4334157 h 7042150"/>
              <a:gd name="connsiteX128" fmla="*/ 6035131 w 7734588"/>
              <a:gd name="connsiteY128" fmla="*/ 4458962 h 7042150"/>
              <a:gd name="connsiteX129" fmla="*/ 5848843 w 7734588"/>
              <a:gd name="connsiteY129" fmla="*/ 4334157 h 7042150"/>
              <a:gd name="connsiteX130" fmla="*/ 5848843 w 7734588"/>
              <a:gd name="connsiteY130" fmla="*/ 4099902 h 7042150"/>
              <a:gd name="connsiteX131" fmla="*/ 7051938 w 7734588"/>
              <a:gd name="connsiteY131" fmla="*/ 3794198 h 7042150"/>
              <a:gd name="connsiteX132" fmla="*/ 7128523 w 7734588"/>
              <a:gd name="connsiteY132" fmla="*/ 3845507 h 7042150"/>
              <a:gd name="connsiteX133" fmla="*/ 7128523 w 7734588"/>
              <a:gd name="connsiteY133" fmla="*/ 3941814 h 7042150"/>
              <a:gd name="connsiteX134" fmla="*/ 7051938 w 7734588"/>
              <a:gd name="connsiteY134" fmla="*/ 3993123 h 7042150"/>
              <a:gd name="connsiteX135" fmla="*/ 6975353 w 7734588"/>
              <a:gd name="connsiteY135" fmla="*/ 3941814 h 7042150"/>
              <a:gd name="connsiteX136" fmla="*/ 6975353 w 7734588"/>
              <a:gd name="connsiteY136" fmla="*/ 3845507 h 7042150"/>
              <a:gd name="connsiteX137" fmla="*/ 4261055 w 7734588"/>
              <a:gd name="connsiteY137" fmla="*/ 3356662 h 7042150"/>
              <a:gd name="connsiteX138" fmla="*/ 4572440 w 7734588"/>
              <a:gd name="connsiteY138" fmla="*/ 3565272 h 7042150"/>
              <a:gd name="connsiteX139" fmla="*/ 4572440 w 7734588"/>
              <a:gd name="connsiteY139" fmla="*/ 3956836 h 7042150"/>
              <a:gd name="connsiteX140" fmla="*/ 4261055 w 7734588"/>
              <a:gd name="connsiteY140" fmla="*/ 4165450 h 7042150"/>
              <a:gd name="connsiteX141" fmla="*/ 3949670 w 7734588"/>
              <a:gd name="connsiteY141" fmla="*/ 3956836 h 7042150"/>
              <a:gd name="connsiteX142" fmla="*/ 3949670 w 7734588"/>
              <a:gd name="connsiteY142" fmla="*/ 3565272 h 7042150"/>
              <a:gd name="connsiteX143" fmla="*/ 5664997 w 7734588"/>
              <a:gd name="connsiteY143" fmla="*/ 3338646 h 7042150"/>
              <a:gd name="connsiteX144" fmla="*/ 5910033 w 7734588"/>
              <a:gd name="connsiteY144" fmla="*/ 3502806 h 7042150"/>
              <a:gd name="connsiteX145" fmla="*/ 5910033 w 7734588"/>
              <a:gd name="connsiteY145" fmla="*/ 3810934 h 7042150"/>
              <a:gd name="connsiteX146" fmla="*/ 5664997 w 7734588"/>
              <a:gd name="connsiteY146" fmla="*/ 3975097 h 7042150"/>
              <a:gd name="connsiteX147" fmla="*/ 5419959 w 7734588"/>
              <a:gd name="connsiteY147" fmla="*/ 3810934 h 7042150"/>
              <a:gd name="connsiteX148" fmla="*/ 5419959 w 7734588"/>
              <a:gd name="connsiteY148" fmla="*/ 3502806 h 7042150"/>
              <a:gd name="connsiteX149" fmla="*/ 6389900 w 7734588"/>
              <a:gd name="connsiteY149" fmla="*/ 3332870 h 7042150"/>
              <a:gd name="connsiteX150" fmla="*/ 6582754 w 7734588"/>
              <a:gd name="connsiteY150" fmla="*/ 3462069 h 7042150"/>
              <a:gd name="connsiteX151" fmla="*/ 6582754 w 7734588"/>
              <a:gd name="connsiteY151" fmla="*/ 3704583 h 7042150"/>
              <a:gd name="connsiteX152" fmla="*/ 6389900 w 7734588"/>
              <a:gd name="connsiteY152" fmla="*/ 3833785 h 7042150"/>
              <a:gd name="connsiteX153" fmla="*/ 6197048 w 7734588"/>
              <a:gd name="connsiteY153" fmla="*/ 3704583 h 7042150"/>
              <a:gd name="connsiteX154" fmla="*/ 6197048 w 7734588"/>
              <a:gd name="connsiteY154" fmla="*/ 3462069 h 7042150"/>
              <a:gd name="connsiteX155" fmla="*/ 7051939 w 7734588"/>
              <a:gd name="connsiteY155" fmla="*/ 3086777 h 7042150"/>
              <a:gd name="connsiteX156" fmla="*/ 7128524 w 7734588"/>
              <a:gd name="connsiteY156" fmla="*/ 3138085 h 7042150"/>
              <a:gd name="connsiteX157" fmla="*/ 7128524 w 7734588"/>
              <a:gd name="connsiteY157" fmla="*/ 3234393 h 7042150"/>
              <a:gd name="connsiteX158" fmla="*/ 7051939 w 7734588"/>
              <a:gd name="connsiteY158" fmla="*/ 3285701 h 7042150"/>
              <a:gd name="connsiteX159" fmla="*/ 6975354 w 7734588"/>
              <a:gd name="connsiteY159" fmla="*/ 3234393 h 7042150"/>
              <a:gd name="connsiteX160" fmla="*/ 6975354 w 7734588"/>
              <a:gd name="connsiteY160" fmla="*/ 3138085 h 7042150"/>
              <a:gd name="connsiteX161" fmla="*/ 6530652 w 7734588"/>
              <a:gd name="connsiteY161" fmla="*/ 2764231 h 7042150"/>
              <a:gd name="connsiteX162" fmla="*/ 6607237 w 7734588"/>
              <a:gd name="connsiteY162" fmla="*/ 2815539 h 7042150"/>
              <a:gd name="connsiteX163" fmla="*/ 6607237 w 7734588"/>
              <a:gd name="connsiteY163" fmla="*/ 2911846 h 7042150"/>
              <a:gd name="connsiteX164" fmla="*/ 6530652 w 7734588"/>
              <a:gd name="connsiteY164" fmla="*/ 2963155 h 7042150"/>
              <a:gd name="connsiteX165" fmla="*/ 6454066 w 7734588"/>
              <a:gd name="connsiteY165" fmla="*/ 2911846 h 7042150"/>
              <a:gd name="connsiteX166" fmla="*/ 6454066 w 7734588"/>
              <a:gd name="connsiteY166" fmla="*/ 2815539 h 7042150"/>
              <a:gd name="connsiteX167" fmla="*/ 5969323 w 7734588"/>
              <a:gd name="connsiteY167" fmla="*/ 2721306 h 7042150"/>
              <a:gd name="connsiteX168" fmla="*/ 6104414 w 7734588"/>
              <a:gd name="connsiteY168" fmla="*/ 2811810 h 7042150"/>
              <a:gd name="connsiteX169" fmla="*/ 6104414 w 7734588"/>
              <a:gd name="connsiteY169" fmla="*/ 2981688 h 7042150"/>
              <a:gd name="connsiteX170" fmla="*/ 5969323 w 7734588"/>
              <a:gd name="connsiteY170" fmla="*/ 3072193 h 7042150"/>
              <a:gd name="connsiteX171" fmla="*/ 5834231 w 7734588"/>
              <a:gd name="connsiteY171" fmla="*/ 2981688 h 7042150"/>
              <a:gd name="connsiteX172" fmla="*/ 5834231 w 7734588"/>
              <a:gd name="connsiteY172" fmla="*/ 2811810 h 7042150"/>
              <a:gd name="connsiteX173" fmla="*/ 3965921 w 7734588"/>
              <a:gd name="connsiteY173" fmla="*/ 2703805 h 7042150"/>
              <a:gd name="connsiteX174" fmla="*/ 4277306 w 7734588"/>
              <a:gd name="connsiteY174" fmla="*/ 2912420 h 7042150"/>
              <a:gd name="connsiteX175" fmla="*/ 4277306 w 7734588"/>
              <a:gd name="connsiteY175" fmla="*/ 3303986 h 7042150"/>
              <a:gd name="connsiteX176" fmla="*/ 3965921 w 7734588"/>
              <a:gd name="connsiteY176" fmla="*/ 3512596 h 7042150"/>
              <a:gd name="connsiteX177" fmla="*/ 3654535 w 7734588"/>
              <a:gd name="connsiteY177" fmla="*/ 3303986 h 7042150"/>
              <a:gd name="connsiteX178" fmla="*/ 3654535 w 7734588"/>
              <a:gd name="connsiteY178" fmla="*/ 2912420 h 7042150"/>
              <a:gd name="connsiteX179" fmla="*/ 5405795 w 7734588"/>
              <a:gd name="connsiteY179" fmla="*/ 2702185 h 7042150"/>
              <a:gd name="connsiteX180" fmla="*/ 5598647 w 7734588"/>
              <a:gd name="connsiteY180" fmla="*/ 2831388 h 7042150"/>
              <a:gd name="connsiteX181" fmla="*/ 5598647 w 7734588"/>
              <a:gd name="connsiteY181" fmla="*/ 3073900 h 7042150"/>
              <a:gd name="connsiteX182" fmla="*/ 5405795 w 7734588"/>
              <a:gd name="connsiteY182" fmla="*/ 3203102 h 7042150"/>
              <a:gd name="connsiteX183" fmla="*/ 5212942 w 7734588"/>
              <a:gd name="connsiteY183" fmla="*/ 3073900 h 7042150"/>
              <a:gd name="connsiteX184" fmla="*/ 5212942 w 7734588"/>
              <a:gd name="connsiteY184" fmla="*/ 2831388 h 7042150"/>
              <a:gd name="connsiteX185" fmla="*/ 4606834 w 7734588"/>
              <a:gd name="connsiteY185" fmla="*/ 2680759 h 7042150"/>
              <a:gd name="connsiteX186" fmla="*/ 4893364 w 7734588"/>
              <a:gd name="connsiteY186" fmla="*/ 2872721 h 7042150"/>
              <a:gd name="connsiteX187" fmla="*/ 4893364 w 7734588"/>
              <a:gd name="connsiteY187" fmla="*/ 3233033 h 7042150"/>
              <a:gd name="connsiteX188" fmla="*/ 4606834 w 7734588"/>
              <a:gd name="connsiteY188" fmla="*/ 3424992 h 7042150"/>
              <a:gd name="connsiteX189" fmla="*/ 4320302 w 7734588"/>
              <a:gd name="connsiteY189" fmla="*/ 3233033 h 7042150"/>
              <a:gd name="connsiteX190" fmla="*/ 4320302 w 7734588"/>
              <a:gd name="connsiteY190" fmla="*/ 2872721 h 7042150"/>
              <a:gd name="connsiteX191" fmla="*/ 6279508 w 7734588"/>
              <a:gd name="connsiteY191" fmla="*/ 2360218 h 7042150"/>
              <a:gd name="connsiteX192" fmla="*/ 6361966 w 7734588"/>
              <a:gd name="connsiteY192" fmla="*/ 2415462 h 7042150"/>
              <a:gd name="connsiteX193" fmla="*/ 6361966 w 7734588"/>
              <a:gd name="connsiteY193" fmla="*/ 2519154 h 7042150"/>
              <a:gd name="connsiteX194" fmla="*/ 6279508 w 7734588"/>
              <a:gd name="connsiteY194" fmla="*/ 2574397 h 7042150"/>
              <a:gd name="connsiteX195" fmla="*/ 6197049 w 7734588"/>
              <a:gd name="connsiteY195" fmla="*/ 2519154 h 7042150"/>
              <a:gd name="connsiteX196" fmla="*/ 6197049 w 7734588"/>
              <a:gd name="connsiteY196" fmla="*/ 2415462 h 7042150"/>
              <a:gd name="connsiteX197" fmla="*/ 4908585 w 7734588"/>
              <a:gd name="connsiteY197" fmla="*/ 2292612 h 7042150"/>
              <a:gd name="connsiteX198" fmla="*/ 5093203 w 7734588"/>
              <a:gd name="connsiteY198" fmla="*/ 2416298 h 7042150"/>
              <a:gd name="connsiteX199" fmla="*/ 5093203 w 7734588"/>
              <a:gd name="connsiteY199" fmla="*/ 2648453 h 7042150"/>
              <a:gd name="connsiteX200" fmla="*/ 4908585 w 7734588"/>
              <a:gd name="connsiteY200" fmla="*/ 2772139 h 7042150"/>
              <a:gd name="connsiteX201" fmla="*/ 4723968 w 7734588"/>
              <a:gd name="connsiteY201" fmla="*/ 2648453 h 7042150"/>
              <a:gd name="connsiteX202" fmla="*/ 4723968 w 7734588"/>
              <a:gd name="connsiteY202" fmla="*/ 2416298 h 7042150"/>
              <a:gd name="connsiteX203" fmla="*/ 5540283 w 7734588"/>
              <a:gd name="connsiteY203" fmla="*/ 2106082 h 7042150"/>
              <a:gd name="connsiteX204" fmla="*/ 5725236 w 7734588"/>
              <a:gd name="connsiteY204" fmla="*/ 2229993 h 7042150"/>
              <a:gd name="connsiteX205" fmla="*/ 5725236 w 7734588"/>
              <a:gd name="connsiteY205" fmla="*/ 2462571 h 7042150"/>
              <a:gd name="connsiteX206" fmla="*/ 5540283 w 7734588"/>
              <a:gd name="connsiteY206" fmla="*/ 2586482 h 7042150"/>
              <a:gd name="connsiteX207" fmla="*/ 5355330 w 7734588"/>
              <a:gd name="connsiteY207" fmla="*/ 2462571 h 7042150"/>
              <a:gd name="connsiteX208" fmla="*/ 5355330 w 7734588"/>
              <a:gd name="connsiteY208" fmla="*/ 2229993 h 7042150"/>
              <a:gd name="connsiteX209" fmla="*/ 4290201 w 7734588"/>
              <a:gd name="connsiteY209" fmla="*/ 2027901 h 7042150"/>
              <a:gd name="connsiteX210" fmla="*/ 4598230 w 7734588"/>
              <a:gd name="connsiteY210" fmla="*/ 2234267 h 7042150"/>
              <a:gd name="connsiteX211" fmla="*/ 4598230 w 7734588"/>
              <a:gd name="connsiteY211" fmla="*/ 2621612 h 7042150"/>
              <a:gd name="connsiteX212" fmla="*/ 4290201 w 7734588"/>
              <a:gd name="connsiteY212" fmla="*/ 2827978 h 7042150"/>
              <a:gd name="connsiteX213" fmla="*/ 3982172 w 7734588"/>
              <a:gd name="connsiteY213" fmla="*/ 2621612 h 7042150"/>
              <a:gd name="connsiteX214" fmla="*/ 3982172 w 7734588"/>
              <a:gd name="connsiteY214" fmla="*/ 2234267 h 7042150"/>
              <a:gd name="connsiteX215" fmla="*/ 6871897 w 7734588"/>
              <a:gd name="connsiteY215" fmla="*/ 1920811 h 7042150"/>
              <a:gd name="connsiteX216" fmla="*/ 6954355 w 7734588"/>
              <a:gd name="connsiteY216" fmla="*/ 1976054 h 7042150"/>
              <a:gd name="connsiteX217" fmla="*/ 6954355 w 7734588"/>
              <a:gd name="connsiteY217" fmla="*/ 2079746 h 7042150"/>
              <a:gd name="connsiteX218" fmla="*/ 6871897 w 7734588"/>
              <a:gd name="connsiteY218" fmla="*/ 2134989 h 7042150"/>
              <a:gd name="connsiteX219" fmla="*/ 6789438 w 7734588"/>
              <a:gd name="connsiteY219" fmla="*/ 2079746 h 7042150"/>
              <a:gd name="connsiteX220" fmla="*/ 6789438 w 7734588"/>
              <a:gd name="connsiteY220" fmla="*/ 1976054 h 7042150"/>
              <a:gd name="connsiteX221" fmla="*/ 6104450 w 7734588"/>
              <a:gd name="connsiteY221" fmla="*/ 1795837 h 7042150"/>
              <a:gd name="connsiteX222" fmla="*/ 6259022 w 7734588"/>
              <a:gd name="connsiteY222" fmla="*/ 1899394 h 7042150"/>
              <a:gd name="connsiteX223" fmla="*/ 6259022 w 7734588"/>
              <a:gd name="connsiteY223" fmla="*/ 2093769 h 7042150"/>
              <a:gd name="connsiteX224" fmla="*/ 6104450 w 7734588"/>
              <a:gd name="connsiteY224" fmla="*/ 2197326 h 7042150"/>
              <a:gd name="connsiteX225" fmla="*/ 5949877 w 7734588"/>
              <a:gd name="connsiteY225" fmla="*/ 2093769 h 7042150"/>
              <a:gd name="connsiteX226" fmla="*/ 5949877 w 7734588"/>
              <a:gd name="connsiteY226" fmla="*/ 1899394 h 7042150"/>
              <a:gd name="connsiteX227" fmla="*/ 6358430 w 7734588"/>
              <a:gd name="connsiteY227" fmla="*/ 1430228 h 7042150"/>
              <a:gd name="connsiteX228" fmla="*/ 6440888 w 7734588"/>
              <a:gd name="connsiteY228" fmla="*/ 1485472 h 7042150"/>
              <a:gd name="connsiteX229" fmla="*/ 6440888 w 7734588"/>
              <a:gd name="connsiteY229" fmla="*/ 1589164 h 7042150"/>
              <a:gd name="connsiteX230" fmla="*/ 6358430 w 7734588"/>
              <a:gd name="connsiteY230" fmla="*/ 1644407 h 7042150"/>
              <a:gd name="connsiteX231" fmla="*/ 6275971 w 7734588"/>
              <a:gd name="connsiteY231" fmla="*/ 1589164 h 7042150"/>
              <a:gd name="connsiteX232" fmla="*/ 6275971 w 7734588"/>
              <a:gd name="connsiteY232" fmla="*/ 1485472 h 7042150"/>
              <a:gd name="connsiteX233" fmla="*/ 4664492 w 7734588"/>
              <a:gd name="connsiteY233" fmla="*/ 1429263 h 7042150"/>
              <a:gd name="connsiteX234" fmla="*/ 4975877 w 7734588"/>
              <a:gd name="connsiteY234" fmla="*/ 1637878 h 7042150"/>
              <a:gd name="connsiteX235" fmla="*/ 4975877 w 7734588"/>
              <a:gd name="connsiteY235" fmla="*/ 2029444 h 7042150"/>
              <a:gd name="connsiteX236" fmla="*/ 4664492 w 7734588"/>
              <a:gd name="connsiteY236" fmla="*/ 2238059 h 7042150"/>
              <a:gd name="connsiteX237" fmla="*/ 4353106 w 7734588"/>
              <a:gd name="connsiteY237" fmla="*/ 2029443 h 7042150"/>
              <a:gd name="connsiteX238" fmla="*/ 4353106 w 7734588"/>
              <a:gd name="connsiteY238" fmla="*/ 1637877 h 7042150"/>
              <a:gd name="connsiteX239" fmla="*/ 5274899 w 7734588"/>
              <a:gd name="connsiteY239" fmla="*/ 1407873 h 7042150"/>
              <a:gd name="connsiteX240" fmla="*/ 5489082 w 7734588"/>
              <a:gd name="connsiteY240" fmla="*/ 1551366 h 7042150"/>
              <a:gd name="connsiteX241" fmla="*/ 5489082 w 7734588"/>
              <a:gd name="connsiteY241" fmla="*/ 1765297 h 7042150"/>
              <a:gd name="connsiteX242" fmla="*/ 5274899 w 7734588"/>
              <a:gd name="connsiteY242" fmla="*/ 1908790 h 7042150"/>
              <a:gd name="connsiteX243" fmla="*/ 5060716 w 7734588"/>
              <a:gd name="connsiteY243" fmla="*/ 1765297 h 7042150"/>
              <a:gd name="connsiteX244" fmla="*/ 5060716 w 7734588"/>
              <a:gd name="connsiteY244" fmla="*/ 1551366 h 7042150"/>
              <a:gd name="connsiteX245" fmla="*/ 3991709 w 7734588"/>
              <a:gd name="connsiteY245" fmla="*/ 1391440 h 7042150"/>
              <a:gd name="connsiteX246" fmla="*/ 4303094 w 7734588"/>
              <a:gd name="connsiteY246" fmla="*/ 1600055 h 7042150"/>
              <a:gd name="connsiteX247" fmla="*/ 4303094 w 7734588"/>
              <a:gd name="connsiteY247" fmla="*/ 1991621 h 7042150"/>
              <a:gd name="connsiteX248" fmla="*/ 3991709 w 7734588"/>
              <a:gd name="connsiteY248" fmla="*/ 2200235 h 7042150"/>
              <a:gd name="connsiteX249" fmla="*/ 3680323 w 7734588"/>
              <a:gd name="connsiteY249" fmla="*/ 1991621 h 7042150"/>
              <a:gd name="connsiteX250" fmla="*/ 3680323 w 7734588"/>
              <a:gd name="connsiteY250" fmla="*/ 1600055 h 7042150"/>
              <a:gd name="connsiteX251" fmla="*/ 5792761 w 7734588"/>
              <a:gd name="connsiteY251" fmla="*/ 1224960 h 7042150"/>
              <a:gd name="connsiteX252" fmla="*/ 5927852 w 7734588"/>
              <a:gd name="connsiteY252" fmla="*/ 1315465 h 7042150"/>
              <a:gd name="connsiteX253" fmla="*/ 5927852 w 7734588"/>
              <a:gd name="connsiteY253" fmla="*/ 1485343 h 7042150"/>
              <a:gd name="connsiteX254" fmla="*/ 5792761 w 7734588"/>
              <a:gd name="connsiteY254" fmla="*/ 1575848 h 7042150"/>
              <a:gd name="connsiteX255" fmla="*/ 5657669 w 7734588"/>
              <a:gd name="connsiteY255" fmla="*/ 1485343 h 7042150"/>
              <a:gd name="connsiteX256" fmla="*/ 5657669 w 7734588"/>
              <a:gd name="connsiteY256" fmla="*/ 1315465 h 7042150"/>
              <a:gd name="connsiteX257" fmla="*/ 6856595 w 7734588"/>
              <a:gd name="connsiteY257" fmla="*/ 1059786 h 7042150"/>
              <a:gd name="connsiteX258" fmla="*/ 6939053 w 7734588"/>
              <a:gd name="connsiteY258" fmla="*/ 1115029 h 7042150"/>
              <a:gd name="connsiteX259" fmla="*/ 6939053 w 7734588"/>
              <a:gd name="connsiteY259" fmla="*/ 1218721 h 7042150"/>
              <a:gd name="connsiteX260" fmla="*/ 6856595 w 7734588"/>
              <a:gd name="connsiteY260" fmla="*/ 1273965 h 7042150"/>
              <a:gd name="connsiteX261" fmla="*/ 6774136 w 7734588"/>
              <a:gd name="connsiteY261" fmla="*/ 1218721 h 7042150"/>
              <a:gd name="connsiteX262" fmla="*/ 6774136 w 7734588"/>
              <a:gd name="connsiteY262" fmla="*/ 1115029 h 7042150"/>
              <a:gd name="connsiteX263" fmla="*/ 4352202 w 7734588"/>
              <a:gd name="connsiteY263" fmla="*/ 924842 h 7042150"/>
              <a:gd name="connsiteX264" fmla="*/ 4567264 w 7734588"/>
              <a:gd name="connsiteY264" fmla="*/ 1068926 h 7042150"/>
              <a:gd name="connsiteX265" fmla="*/ 4567264 w 7734588"/>
              <a:gd name="connsiteY265" fmla="*/ 1339365 h 7042150"/>
              <a:gd name="connsiteX266" fmla="*/ 4352202 w 7734588"/>
              <a:gd name="connsiteY266" fmla="*/ 1483447 h 7042150"/>
              <a:gd name="connsiteX267" fmla="*/ 4137140 w 7734588"/>
              <a:gd name="connsiteY267" fmla="*/ 1339364 h 7042150"/>
              <a:gd name="connsiteX268" fmla="*/ 4137140 w 7734588"/>
              <a:gd name="connsiteY268" fmla="*/ 1068925 h 7042150"/>
              <a:gd name="connsiteX269" fmla="*/ 6194645 w 7734588"/>
              <a:gd name="connsiteY269" fmla="*/ 879071 h 7042150"/>
              <a:gd name="connsiteX270" fmla="*/ 6277103 w 7734588"/>
              <a:gd name="connsiteY270" fmla="*/ 934315 h 7042150"/>
              <a:gd name="connsiteX271" fmla="*/ 6277103 w 7734588"/>
              <a:gd name="connsiteY271" fmla="*/ 1038007 h 7042150"/>
              <a:gd name="connsiteX272" fmla="*/ 6194645 w 7734588"/>
              <a:gd name="connsiteY272" fmla="*/ 1093250 h 7042150"/>
              <a:gd name="connsiteX273" fmla="*/ 6112186 w 7734588"/>
              <a:gd name="connsiteY273" fmla="*/ 1038007 h 7042150"/>
              <a:gd name="connsiteX274" fmla="*/ 6112186 w 7734588"/>
              <a:gd name="connsiteY274" fmla="*/ 934315 h 7042150"/>
              <a:gd name="connsiteX275" fmla="*/ 4944385 w 7734588"/>
              <a:gd name="connsiteY275" fmla="*/ 799058 h 7042150"/>
              <a:gd name="connsiteX276" fmla="*/ 5159447 w 7734588"/>
              <a:gd name="connsiteY276" fmla="*/ 943140 h 7042150"/>
              <a:gd name="connsiteX277" fmla="*/ 5159447 w 7734588"/>
              <a:gd name="connsiteY277" fmla="*/ 1213579 h 7042150"/>
              <a:gd name="connsiteX278" fmla="*/ 4944385 w 7734588"/>
              <a:gd name="connsiteY278" fmla="*/ 1357662 h 7042150"/>
              <a:gd name="connsiteX279" fmla="*/ 4729323 w 7734588"/>
              <a:gd name="connsiteY279" fmla="*/ 1213579 h 7042150"/>
              <a:gd name="connsiteX280" fmla="*/ 4729323 w 7734588"/>
              <a:gd name="connsiteY280" fmla="*/ 943140 h 7042150"/>
              <a:gd name="connsiteX281" fmla="*/ 5525828 w 7734588"/>
              <a:gd name="connsiteY281" fmla="*/ 792594 h 7042150"/>
              <a:gd name="connsiteX282" fmla="*/ 5660919 w 7734588"/>
              <a:gd name="connsiteY282" fmla="*/ 883099 h 7042150"/>
              <a:gd name="connsiteX283" fmla="*/ 5660919 w 7734588"/>
              <a:gd name="connsiteY283" fmla="*/ 1052977 h 7042150"/>
              <a:gd name="connsiteX284" fmla="*/ 5525828 w 7734588"/>
              <a:gd name="connsiteY284" fmla="*/ 1143482 h 7042150"/>
              <a:gd name="connsiteX285" fmla="*/ 5390736 w 7734588"/>
              <a:gd name="connsiteY285" fmla="*/ 1052977 h 7042150"/>
              <a:gd name="connsiteX286" fmla="*/ 5390736 w 7734588"/>
              <a:gd name="connsiteY286" fmla="*/ 883099 h 7042150"/>
              <a:gd name="connsiteX287" fmla="*/ 5440388 w 7734588"/>
              <a:gd name="connsiteY287" fmla="*/ 413553 h 7042150"/>
              <a:gd name="connsiteX288" fmla="*/ 5522846 w 7734588"/>
              <a:gd name="connsiteY288" fmla="*/ 468796 h 7042150"/>
              <a:gd name="connsiteX289" fmla="*/ 5522846 w 7734588"/>
              <a:gd name="connsiteY289" fmla="*/ 572488 h 7042150"/>
              <a:gd name="connsiteX290" fmla="*/ 5440388 w 7734588"/>
              <a:gd name="connsiteY290" fmla="*/ 627732 h 7042150"/>
              <a:gd name="connsiteX291" fmla="*/ 5357929 w 7734588"/>
              <a:gd name="connsiteY291" fmla="*/ 572488 h 7042150"/>
              <a:gd name="connsiteX292" fmla="*/ 5357929 w 7734588"/>
              <a:gd name="connsiteY292" fmla="*/ 468796 h 7042150"/>
              <a:gd name="connsiteX293" fmla="*/ 6037260 w 7734588"/>
              <a:gd name="connsiteY293" fmla="*/ 348572 h 7042150"/>
              <a:gd name="connsiteX294" fmla="*/ 6119718 w 7734588"/>
              <a:gd name="connsiteY294" fmla="*/ 403815 h 7042150"/>
              <a:gd name="connsiteX295" fmla="*/ 6119718 w 7734588"/>
              <a:gd name="connsiteY295" fmla="*/ 507507 h 7042150"/>
              <a:gd name="connsiteX296" fmla="*/ 6037260 w 7734588"/>
              <a:gd name="connsiteY296" fmla="*/ 562750 h 7042150"/>
              <a:gd name="connsiteX297" fmla="*/ 5954801 w 7734588"/>
              <a:gd name="connsiteY297" fmla="*/ 507507 h 7042150"/>
              <a:gd name="connsiteX298" fmla="*/ 5954801 w 7734588"/>
              <a:gd name="connsiteY298" fmla="*/ 403815 h 7042150"/>
              <a:gd name="connsiteX299" fmla="*/ 6753987 w 7734588"/>
              <a:gd name="connsiteY299" fmla="*/ 348571 h 7042150"/>
              <a:gd name="connsiteX300" fmla="*/ 6836445 w 7734588"/>
              <a:gd name="connsiteY300" fmla="*/ 403814 h 7042150"/>
              <a:gd name="connsiteX301" fmla="*/ 6836445 w 7734588"/>
              <a:gd name="connsiteY301" fmla="*/ 507506 h 7042150"/>
              <a:gd name="connsiteX302" fmla="*/ 6753987 w 7734588"/>
              <a:gd name="connsiteY302" fmla="*/ 562749 h 7042150"/>
              <a:gd name="connsiteX303" fmla="*/ 6671527 w 7734588"/>
              <a:gd name="connsiteY303" fmla="*/ 507506 h 7042150"/>
              <a:gd name="connsiteX304" fmla="*/ 6671527 w 7734588"/>
              <a:gd name="connsiteY304" fmla="*/ 403814 h 7042150"/>
              <a:gd name="connsiteX305" fmla="*/ 4122634 w 7734588"/>
              <a:gd name="connsiteY305" fmla="*/ 156342 h 7042150"/>
              <a:gd name="connsiteX306" fmla="*/ 4353108 w 7734588"/>
              <a:gd name="connsiteY306" fmla="*/ 310750 h 7042150"/>
              <a:gd name="connsiteX307" fmla="*/ 4353108 w 7734588"/>
              <a:gd name="connsiteY307" fmla="*/ 600572 h 7042150"/>
              <a:gd name="connsiteX308" fmla="*/ 4122634 w 7734588"/>
              <a:gd name="connsiteY308" fmla="*/ 754980 h 7042150"/>
              <a:gd name="connsiteX309" fmla="*/ 3892158 w 7734588"/>
              <a:gd name="connsiteY309" fmla="*/ 600572 h 7042150"/>
              <a:gd name="connsiteX310" fmla="*/ 3892158 w 7734588"/>
              <a:gd name="connsiteY310" fmla="*/ 310750 h 7042150"/>
              <a:gd name="connsiteX311" fmla="*/ 4854772 w 7734588"/>
              <a:gd name="connsiteY311" fmla="*/ 125170 h 7042150"/>
              <a:gd name="connsiteX312" fmla="*/ 5069834 w 7734588"/>
              <a:gd name="connsiteY312" fmla="*/ 269253 h 7042150"/>
              <a:gd name="connsiteX313" fmla="*/ 5069834 w 7734588"/>
              <a:gd name="connsiteY313" fmla="*/ 539692 h 7042150"/>
              <a:gd name="connsiteX314" fmla="*/ 4854772 w 7734588"/>
              <a:gd name="connsiteY314" fmla="*/ 683775 h 7042150"/>
              <a:gd name="connsiteX315" fmla="*/ 4639710 w 7734588"/>
              <a:gd name="connsiteY315" fmla="*/ 539692 h 7042150"/>
              <a:gd name="connsiteX316" fmla="*/ 4639710 w 7734588"/>
              <a:gd name="connsiteY316" fmla="*/ 269253 h 7042150"/>
              <a:gd name="connsiteX317" fmla="*/ 0 w 7734588"/>
              <a:gd name="connsiteY317" fmla="*/ 65299 h 7042150"/>
              <a:gd name="connsiteX318" fmla="*/ 3166308 w 7734588"/>
              <a:gd name="connsiteY318" fmla="*/ 65299 h 7042150"/>
              <a:gd name="connsiteX319" fmla="*/ 3166308 w 7734588"/>
              <a:gd name="connsiteY319" fmla="*/ 271910 h 7042150"/>
              <a:gd name="connsiteX320" fmla="*/ 3385338 w 7734588"/>
              <a:gd name="connsiteY320" fmla="*/ 125170 h 7042150"/>
              <a:gd name="connsiteX321" fmla="*/ 3696723 w 7734588"/>
              <a:gd name="connsiteY321" fmla="*/ 333784 h 7042150"/>
              <a:gd name="connsiteX322" fmla="*/ 3696723 w 7734588"/>
              <a:gd name="connsiteY322" fmla="*/ 725351 h 7042150"/>
              <a:gd name="connsiteX323" fmla="*/ 3385338 w 7734588"/>
              <a:gd name="connsiteY323" fmla="*/ 933965 h 7042150"/>
              <a:gd name="connsiteX324" fmla="*/ 3166308 w 7734588"/>
              <a:gd name="connsiteY324" fmla="*/ 787225 h 7042150"/>
              <a:gd name="connsiteX325" fmla="*/ 3166308 w 7734588"/>
              <a:gd name="connsiteY325" fmla="*/ 851768 h 7042150"/>
              <a:gd name="connsiteX326" fmla="*/ 3343151 w 7734588"/>
              <a:gd name="connsiteY326" fmla="*/ 970245 h 7042150"/>
              <a:gd name="connsiteX327" fmla="*/ 3343151 w 7734588"/>
              <a:gd name="connsiteY327" fmla="*/ 1361812 h 7042150"/>
              <a:gd name="connsiteX328" fmla="*/ 3166308 w 7734588"/>
              <a:gd name="connsiteY328" fmla="*/ 1480289 h 7042150"/>
              <a:gd name="connsiteX329" fmla="*/ 3166308 w 7734588"/>
              <a:gd name="connsiteY329" fmla="*/ 1483777 h 7042150"/>
              <a:gd name="connsiteX330" fmla="*/ 3343151 w 7734588"/>
              <a:gd name="connsiteY330" fmla="*/ 1365300 h 7042150"/>
              <a:gd name="connsiteX331" fmla="*/ 3368938 w 7734588"/>
              <a:gd name="connsiteY331" fmla="*/ 1382577 h 7042150"/>
              <a:gd name="connsiteX332" fmla="*/ 3368938 w 7734588"/>
              <a:gd name="connsiteY332" fmla="*/ 996385 h 7042150"/>
              <a:gd name="connsiteX333" fmla="*/ 3680324 w 7734588"/>
              <a:gd name="connsiteY333" fmla="*/ 787771 h 7042150"/>
              <a:gd name="connsiteX334" fmla="*/ 3991709 w 7734588"/>
              <a:gd name="connsiteY334" fmla="*/ 996385 h 7042150"/>
              <a:gd name="connsiteX335" fmla="*/ 3991709 w 7734588"/>
              <a:gd name="connsiteY335" fmla="*/ 1387952 h 7042150"/>
              <a:gd name="connsiteX336" fmla="*/ 3680324 w 7734588"/>
              <a:gd name="connsiteY336" fmla="*/ 1596566 h 7042150"/>
              <a:gd name="connsiteX337" fmla="*/ 3654536 w 7734588"/>
              <a:gd name="connsiteY337" fmla="*/ 1579289 h 7042150"/>
              <a:gd name="connsiteX338" fmla="*/ 3654536 w 7734588"/>
              <a:gd name="connsiteY338" fmla="*/ 1965481 h 7042150"/>
              <a:gd name="connsiteX339" fmla="*/ 3343151 w 7734588"/>
              <a:gd name="connsiteY339" fmla="*/ 2174095 h 7042150"/>
              <a:gd name="connsiteX340" fmla="*/ 3166308 w 7734588"/>
              <a:gd name="connsiteY340" fmla="*/ 2055619 h 7042150"/>
              <a:gd name="connsiteX341" fmla="*/ 3166308 w 7734588"/>
              <a:gd name="connsiteY341" fmla="*/ 2120375 h 7042150"/>
              <a:gd name="connsiteX342" fmla="*/ 3293137 w 7734588"/>
              <a:gd name="connsiteY342" fmla="*/ 2205345 h 7042150"/>
              <a:gd name="connsiteX343" fmla="*/ 3293137 w 7734588"/>
              <a:gd name="connsiteY343" fmla="*/ 2596911 h 7042150"/>
              <a:gd name="connsiteX344" fmla="*/ 3166308 w 7734588"/>
              <a:gd name="connsiteY344" fmla="*/ 2681882 h 7042150"/>
              <a:gd name="connsiteX345" fmla="*/ 3166308 w 7734588"/>
              <a:gd name="connsiteY345" fmla="*/ 2778236 h 7042150"/>
              <a:gd name="connsiteX346" fmla="*/ 3294400 w 7734588"/>
              <a:gd name="connsiteY346" fmla="*/ 2692420 h 7042150"/>
              <a:gd name="connsiteX347" fmla="*/ 3294400 w 7734588"/>
              <a:gd name="connsiteY347" fmla="*/ 2308751 h 7042150"/>
              <a:gd name="connsiteX348" fmla="*/ 3605785 w 7734588"/>
              <a:gd name="connsiteY348" fmla="*/ 2100136 h 7042150"/>
              <a:gd name="connsiteX349" fmla="*/ 3917170 w 7734588"/>
              <a:gd name="connsiteY349" fmla="*/ 2308751 h 7042150"/>
              <a:gd name="connsiteX350" fmla="*/ 3917170 w 7734588"/>
              <a:gd name="connsiteY350" fmla="*/ 2700317 h 7042150"/>
              <a:gd name="connsiteX351" fmla="*/ 3620772 w 7734588"/>
              <a:gd name="connsiteY351" fmla="*/ 2898891 h 7042150"/>
              <a:gd name="connsiteX352" fmla="*/ 3620772 w 7734588"/>
              <a:gd name="connsiteY352" fmla="*/ 3282560 h 7042150"/>
              <a:gd name="connsiteX353" fmla="*/ 3309388 w 7734588"/>
              <a:gd name="connsiteY353" fmla="*/ 3491170 h 7042150"/>
              <a:gd name="connsiteX354" fmla="*/ 3166308 w 7734588"/>
              <a:gd name="connsiteY354" fmla="*/ 3395317 h 7042150"/>
              <a:gd name="connsiteX355" fmla="*/ 3166308 w 7734588"/>
              <a:gd name="connsiteY355" fmla="*/ 3396640 h 7042150"/>
              <a:gd name="connsiteX356" fmla="*/ 3300213 w 7734588"/>
              <a:gd name="connsiteY356" fmla="*/ 3486346 h 7042150"/>
              <a:gd name="connsiteX357" fmla="*/ 3300213 w 7734588"/>
              <a:gd name="connsiteY357" fmla="*/ 3877912 h 7042150"/>
              <a:gd name="connsiteX358" fmla="*/ 3166308 w 7734588"/>
              <a:gd name="connsiteY358" fmla="*/ 3967622 h 7042150"/>
              <a:gd name="connsiteX359" fmla="*/ 3166308 w 7734588"/>
              <a:gd name="connsiteY359" fmla="*/ 4025675 h 7042150"/>
              <a:gd name="connsiteX360" fmla="*/ 3317450 w 7734588"/>
              <a:gd name="connsiteY360" fmla="*/ 3924418 h 7042150"/>
              <a:gd name="connsiteX361" fmla="*/ 3309387 w 7734588"/>
              <a:gd name="connsiteY361" fmla="*/ 3919015 h 7042150"/>
              <a:gd name="connsiteX362" fmla="*/ 3309387 w 7734588"/>
              <a:gd name="connsiteY362" fmla="*/ 3527451 h 7042150"/>
              <a:gd name="connsiteX363" fmla="*/ 3620772 w 7734588"/>
              <a:gd name="connsiteY363" fmla="*/ 3318839 h 7042150"/>
              <a:gd name="connsiteX364" fmla="*/ 3932157 w 7734588"/>
              <a:gd name="connsiteY364" fmla="*/ 3527451 h 7042150"/>
              <a:gd name="connsiteX365" fmla="*/ 3932157 w 7734588"/>
              <a:gd name="connsiteY365" fmla="*/ 3919015 h 7042150"/>
              <a:gd name="connsiteX366" fmla="*/ 3636035 w 7734588"/>
              <a:gd name="connsiteY366" fmla="*/ 4117405 h 7042150"/>
              <a:gd name="connsiteX367" fmla="*/ 3644098 w 7734588"/>
              <a:gd name="connsiteY367" fmla="*/ 4122807 h 7042150"/>
              <a:gd name="connsiteX368" fmla="*/ 3644098 w 7734588"/>
              <a:gd name="connsiteY368" fmla="*/ 4148282 h 7042150"/>
              <a:gd name="connsiteX369" fmla="*/ 3932157 w 7734588"/>
              <a:gd name="connsiteY369" fmla="*/ 3955295 h 7042150"/>
              <a:gd name="connsiteX370" fmla="*/ 4243542 w 7734588"/>
              <a:gd name="connsiteY370" fmla="*/ 4163910 h 7042150"/>
              <a:gd name="connsiteX371" fmla="*/ 4243542 w 7734588"/>
              <a:gd name="connsiteY371" fmla="*/ 4555476 h 7042150"/>
              <a:gd name="connsiteX372" fmla="*/ 3932157 w 7734588"/>
              <a:gd name="connsiteY372" fmla="*/ 4764092 h 7042150"/>
              <a:gd name="connsiteX373" fmla="*/ 3620771 w 7734588"/>
              <a:gd name="connsiteY373" fmla="*/ 4555476 h 7042150"/>
              <a:gd name="connsiteX374" fmla="*/ 3620771 w 7734588"/>
              <a:gd name="connsiteY374" fmla="*/ 4530001 h 7042150"/>
              <a:gd name="connsiteX375" fmla="*/ 3332713 w 7734588"/>
              <a:gd name="connsiteY375" fmla="*/ 4722988 h 7042150"/>
              <a:gd name="connsiteX376" fmla="*/ 3166308 w 7734588"/>
              <a:gd name="connsiteY376" fmla="*/ 4611504 h 7042150"/>
              <a:gd name="connsiteX377" fmla="*/ 3166308 w 7734588"/>
              <a:gd name="connsiteY377" fmla="*/ 4746641 h 7042150"/>
              <a:gd name="connsiteX378" fmla="*/ 3300212 w 7734588"/>
              <a:gd name="connsiteY378" fmla="*/ 4836351 h 7042150"/>
              <a:gd name="connsiteX379" fmla="*/ 3300212 w 7734588"/>
              <a:gd name="connsiteY379" fmla="*/ 4759268 h 7042150"/>
              <a:gd name="connsiteX380" fmla="*/ 3611598 w 7734588"/>
              <a:gd name="connsiteY380" fmla="*/ 4550653 h 7042150"/>
              <a:gd name="connsiteX381" fmla="*/ 3922983 w 7734588"/>
              <a:gd name="connsiteY381" fmla="*/ 4759268 h 7042150"/>
              <a:gd name="connsiteX382" fmla="*/ 3922983 w 7734588"/>
              <a:gd name="connsiteY382" fmla="*/ 4779234 h 7042150"/>
              <a:gd name="connsiteX383" fmla="*/ 4227292 w 7734588"/>
              <a:gd name="connsiteY383" fmla="*/ 4575361 h 7042150"/>
              <a:gd name="connsiteX384" fmla="*/ 4244804 w 7734588"/>
              <a:gd name="connsiteY384" fmla="*/ 4587093 h 7042150"/>
              <a:gd name="connsiteX385" fmla="*/ 4244804 w 7734588"/>
              <a:gd name="connsiteY385" fmla="*/ 4201731 h 7042150"/>
              <a:gd name="connsiteX386" fmla="*/ 4556190 w 7734588"/>
              <a:gd name="connsiteY386" fmla="*/ 3993116 h 7042150"/>
              <a:gd name="connsiteX387" fmla="*/ 4844612 w 7734588"/>
              <a:gd name="connsiteY387" fmla="*/ 4186347 h 7042150"/>
              <a:gd name="connsiteX388" fmla="*/ 4844612 w 7734588"/>
              <a:gd name="connsiteY388" fmla="*/ 4162286 h 7042150"/>
              <a:gd name="connsiteX389" fmla="*/ 4924551 w 7734588"/>
              <a:gd name="connsiteY389" fmla="*/ 4108730 h 7042150"/>
              <a:gd name="connsiteX390" fmla="*/ 4614478 w 7734588"/>
              <a:gd name="connsiteY390" fmla="*/ 3900996 h 7042150"/>
              <a:gd name="connsiteX391" fmla="*/ 4614478 w 7734588"/>
              <a:gd name="connsiteY391" fmla="*/ 3509434 h 7042150"/>
              <a:gd name="connsiteX392" fmla="*/ 4925864 w 7734588"/>
              <a:gd name="connsiteY392" fmla="*/ 3300822 h 7042150"/>
              <a:gd name="connsiteX393" fmla="*/ 5237249 w 7734588"/>
              <a:gd name="connsiteY393" fmla="*/ 3509434 h 7042150"/>
              <a:gd name="connsiteX394" fmla="*/ 5237249 w 7734588"/>
              <a:gd name="connsiteY394" fmla="*/ 3900996 h 7042150"/>
              <a:gd name="connsiteX395" fmla="*/ 5157311 w 7734588"/>
              <a:gd name="connsiteY395" fmla="*/ 3954551 h 7042150"/>
              <a:gd name="connsiteX396" fmla="*/ 5467383 w 7734588"/>
              <a:gd name="connsiteY396" fmla="*/ 4162286 h 7042150"/>
              <a:gd name="connsiteX397" fmla="*/ 5467383 w 7734588"/>
              <a:gd name="connsiteY397" fmla="*/ 4553853 h 7042150"/>
              <a:gd name="connsiteX398" fmla="*/ 5155998 w 7734588"/>
              <a:gd name="connsiteY398" fmla="*/ 4762467 h 7042150"/>
              <a:gd name="connsiteX399" fmla="*/ 4867575 w 7734588"/>
              <a:gd name="connsiteY399" fmla="*/ 4569237 h 7042150"/>
              <a:gd name="connsiteX400" fmla="*/ 4867575 w 7734588"/>
              <a:gd name="connsiteY400" fmla="*/ 4593297 h 7042150"/>
              <a:gd name="connsiteX401" fmla="*/ 4556190 w 7734588"/>
              <a:gd name="connsiteY401" fmla="*/ 4801912 h 7042150"/>
              <a:gd name="connsiteX402" fmla="*/ 4538677 w 7734588"/>
              <a:gd name="connsiteY402" fmla="*/ 4790180 h 7042150"/>
              <a:gd name="connsiteX403" fmla="*/ 4538677 w 7734588"/>
              <a:gd name="connsiteY403" fmla="*/ 5175541 h 7042150"/>
              <a:gd name="connsiteX404" fmla="*/ 4227292 w 7734588"/>
              <a:gd name="connsiteY404" fmla="*/ 5384156 h 7042150"/>
              <a:gd name="connsiteX405" fmla="*/ 3915906 w 7734588"/>
              <a:gd name="connsiteY405" fmla="*/ 5175541 h 7042150"/>
              <a:gd name="connsiteX406" fmla="*/ 3915906 w 7734588"/>
              <a:gd name="connsiteY406" fmla="*/ 5155575 h 7042150"/>
              <a:gd name="connsiteX407" fmla="*/ 3611598 w 7734588"/>
              <a:gd name="connsiteY407" fmla="*/ 5359448 h 7042150"/>
              <a:gd name="connsiteX408" fmla="*/ 3344715 w 7734588"/>
              <a:gd name="connsiteY408" fmla="*/ 5180648 h 7042150"/>
              <a:gd name="connsiteX409" fmla="*/ 3344715 w 7734588"/>
              <a:gd name="connsiteY409" fmla="*/ 5235577 h 7042150"/>
              <a:gd name="connsiteX410" fmla="*/ 3611597 w 7734588"/>
              <a:gd name="connsiteY410" fmla="*/ 5414376 h 7042150"/>
              <a:gd name="connsiteX411" fmla="*/ 3611597 w 7734588"/>
              <a:gd name="connsiteY411" fmla="*/ 5395728 h 7042150"/>
              <a:gd name="connsiteX412" fmla="*/ 3922983 w 7734588"/>
              <a:gd name="connsiteY412" fmla="*/ 5187114 h 7042150"/>
              <a:gd name="connsiteX413" fmla="*/ 4234368 w 7734588"/>
              <a:gd name="connsiteY413" fmla="*/ 5395728 h 7042150"/>
              <a:gd name="connsiteX414" fmla="*/ 4234368 w 7734588"/>
              <a:gd name="connsiteY414" fmla="*/ 5787295 h 7042150"/>
              <a:gd name="connsiteX415" fmla="*/ 3991213 w 7734588"/>
              <a:gd name="connsiteY415" fmla="*/ 5950198 h 7042150"/>
              <a:gd name="connsiteX416" fmla="*/ 4018124 w 7734588"/>
              <a:gd name="connsiteY416" fmla="*/ 5968228 h 7042150"/>
              <a:gd name="connsiteX417" fmla="*/ 4018124 w 7734588"/>
              <a:gd name="connsiteY417" fmla="*/ 5968447 h 7042150"/>
              <a:gd name="connsiteX418" fmla="*/ 4234368 w 7734588"/>
              <a:gd name="connsiteY418" fmla="*/ 5823575 h 7042150"/>
              <a:gd name="connsiteX419" fmla="*/ 4545753 w 7734588"/>
              <a:gd name="connsiteY419" fmla="*/ 6032189 h 7042150"/>
              <a:gd name="connsiteX420" fmla="*/ 4545753 w 7734588"/>
              <a:gd name="connsiteY420" fmla="*/ 6057665 h 7042150"/>
              <a:gd name="connsiteX421" fmla="*/ 4833812 w 7734588"/>
              <a:gd name="connsiteY421" fmla="*/ 5864678 h 7042150"/>
              <a:gd name="connsiteX422" fmla="*/ 4883824 w 7734588"/>
              <a:gd name="connsiteY422" fmla="*/ 5898184 h 7042150"/>
              <a:gd name="connsiteX423" fmla="*/ 4883824 w 7734588"/>
              <a:gd name="connsiteY423" fmla="*/ 5507445 h 7042150"/>
              <a:gd name="connsiteX424" fmla="*/ 5195210 w 7734588"/>
              <a:gd name="connsiteY424" fmla="*/ 5298830 h 7042150"/>
              <a:gd name="connsiteX425" fmla="*/ 5506595 w 7734588"/>
              <a:gd name="connsiteY425" fmla="*/ 5507445 h 7042150"/>
              <a:gd name="connsiteX426" fmla="*/ 5506595 w 7734588"/>
              <a:gd name="connsiteY426" fmla="*/ 5864198 h 7042150"/>
              <a:gd name="connsiteX427" fmla="*/ 5522845 w 7734588"/>
              <a:gd name="connsiteY427" fmla="*/ 5853311 h 7042150"/>
              <a:gd name="connsiteX428" fmla="*/ 5834230 w 7734588"/>
              <a:gd name="connsiteY428" fmla="*/ 6061927 h 7042150"/>
              <a:gd name="connsiteX429" fmla="*/ 5834230 w 7734588"/>
              <a:gd name="connsiteY429" fmla="*/ 6453492 h 7042150"/>
              <a:gd name="connsiteX430" fmla="*/ 5522845 w 7734588"/>
              <a:gd name="connsiteY430" fmla="*/ 6662107 h 7042150"/>
              <a:gd name="connsiteX431" fmla="*/ 5211459 w 7734588"/>
              <a:gd name="connsiteY431" fmla="*/ 6453492 h 7042150"/>
              <a:gd name="connsiteX432" fmla="*/ 5211459 w 7734588"/>
              <a:gd name="connsiteY432" fmla="*/ 6096740 h 7042150"/>
              <a:gd name="connsiteX433" fmla="*/ 5195210 w 7734588"/>
              <a:gd name="connsiteY433" fmla="*/ 6107626 h 7042150"/>
              <a:gd name="connsiteX434" fmla="*/ 5145197 w 7734588"/>
              <a:gd name="connsiteY434" fmla="*/ 6074119 h 7042150"/>
              <a:gd name="connsiteX435" fmla="*/ 5145197 w 7734588"/>
              <a:gd name="connsiteY435" fmla="*/ 6464859 h 7042150"/>
              <a:gd name="connsiteX436" fmla="*/ 4849074 w 7734588"/>
              <a:gd name="connsiteY436" fmla="*/ 6663248 h 7042150"/>
              <a:gd name="connsiteX437" fmla="*/ 4857137 w 7734588"/>
              <a:gd name="connsiteY437" fmla="*/ 6668650 h 7042150"/>
              <a:gd name="connsiteX438" fmla="*/ 4857137 w 7734588"/>
              <a:gd name="connsiteY438" fmla="*/ 7042150 h 7042150"/>
              <a:gd name="connsiteX439" fmla="*/ 4234367 w 7734588"/>
              <a:gd name="connsiteY439" fmla="*/ 7042150 h 7042150"/>
              <a:gd name="connsiteX440" fmla="*/ 4234367 w 7734588"/>
              <a:gd name="connsiteY440" fmla="*/ 6668650 h 7042150"/>
              <a:gd name="connsiteX441" fmla="*/ 4530489 w 7734588"/>
              <a:gd name="connsiteY441" fmla="*/ 6470261 h 7042150"/>
              <a:gd name="connsiteX442" fmla="*/ 4522426 w 7734588"/>
              <a:gd name="connsiteY442" fmla="*/ 6464859 h 7042150"/>
              <a:gd name="connsiteX443" fmla="*/ 4522426 w 7734588"/>
              <a:gd name="connsiteY443" fmla="*/ 6439384 h 7042150"/>
              <a:gd name="connsiteX444" fmla="*/ 4234368 w 7734588"/>
              <a:gd name="connsiteY444" fmla="*/ 6632370 h 7042150"/>
              <a:gd name="connsiteX445" fmla="*/ 3922982 w 7734588"/>
              <a:gd name="connsiteY445" fmla="*/ 6423755 h 7042150"/>
              <a:gd name="connsiteX446" fmla="*/ 3922982 w 7734588"/>
              <a:gd name="connsiteY446" fmla="*/ 6423536 h 7042150"/>
              <a:gd name="connsiteX447" fmla="*/ 3903690 w 7734588"/>
              <a:gd name="connsiteY447" fmla="*/ 6436462 h 7042150"/>
              <a:gd name="connsiteX448" fmla="*/ 4193809 w 7734588"/>
              <a:gd name="connsiteY448" fmla="*/ 6630830 h 7042150"/>
              <a:gd name="connsiteX449" fmla="*/ 4193809 w 7734588"/>
              <a:gd name="connsiteY449" fmla="*/ 7022395 h 7042150"/>
              <a:gd name="connsiteX450" fmla="*/ 4164322 w 7734588"/>
              <a:gd name="connsiteY450" fmla="*/ 7042150 h 7042150"/>
              <a:gd name="connsiteX451" fmla="*/ 0 w 7734588"/>
              <a:gd name="connsiteY451" fmla="*/ 7042150 h 7042150"/>
              <a:gd name="connsiteX452" fmla="*/ 3410422 w 7734588"/>
              <a:gd name="connsiteY452" fmla="*/ 0 h 7042150"/>
              <a:gd name="connsiteX453" fmla="*/ 4033193 w 7734588"/>
              <a:gd name="connsiteY453" fmla="*/ 0 h 7042150"/>
              <a:gd name="connsiteX454" fmla="*/ 4033193 w 7734588"/>
              <a:gd name="connsiteY454" fmla="*/ 120061 h 7042150"/>
              <a:gd name="connsiteX455" fmla="*/ 3721808 w 7734588"/>
              <a:gd name="connsiteY455" fmla="*/ 328675 h 7042150"/>
              <a:gd name="connsiteX456" fmla="*/ 3410422 w 7734588"/>
              <a:gd name="connsiteY456" fmla="*/ 120061 h 7042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</a:cxnLst>
            <a:rect l="l" t="t" r="r" b="b"/>
            <a:pathLst>
              <a:path w="7734588" h="7042150">
                <a:moveTo>
                  <a:pt x="7149134" y="6705612"/>
                </a:moveTo>
                <a:lnTo>
                  <a:pt x="7259980" y="6779874"/>
                </a:lnTo>
                <a:lnTo>
                  <a:pt x="7259980" y="6919262"/>
                </a:lnTo>
                <a:lnTo>
                  <a:pt x="7149134" y="6993524"/>
                </a:lnTo>
                <a:lnTo>
                  <a:pt x="7038288" y="6919262"/>
                </a:lnTo>
                <a:lnTo>
                  <a:pt x="7038288" y="6779874"/>
                </a:lnTo>
                <a:close/>
                <a:moveTo>
                  <a:pt x="3166308" y="6564985"/>
                </a:moveTo>
                <a:lnTo>
                  <a:pt x="3166308" y="6570282"/>
                </a:lnTo>
                <a:lnTo>
                  <a:pt x="3170262" y="6567633"/>
                </a:lnTo>
                <a:close/>
                <a:moveTo>
                  <a:pt x="7652130" y="6555767"/>
                </a:moveTo>
                <a:lnTo>
                  <a:pt x="7734588" y="6611010"/>
                </a:lnTo>
                <a:lnTo>
                  <a:pt x="7734588" y="6714702"/>
                </a:lnTo>
                <a:lnTo>
                  <a:pt x="7652130" y="6769945"/>
                </a:lnTo>
                <a:lnTo>
                  <a:pt x="7569671" y="6714702"/>
                </a:lnTo>
                <a:lnTo>
                  <a:pt x="7569671" y="6611010"/>
                </a:lnTo>
                <a:close/>
                <a:moveTo>
                  <a:pt x="3685273" y="6554028"/>
                </a:moveTo>
                <a:lnTo>
                  <a:pt x="3611207" y="6603650"/>
                </a:lnTo>
                <a:lnTo>
                  <a:pt x="3611407" y="6603784"/>
                </a:lnTo>
                <a:lnTo>
                  <a:pt x="3685474" y="6554162"/>
                </a:lnTo>
                <a:close/>
                <a:moveTo>
                  <a:pt x="5834230" y="6489772"/>
                </a:moveTo>
                <a:lnTo>
                  <a:pt x="6145615" y="6698387"/>
                </a:lnTo>
                <a:lnTo>
                  <a:pt x="6145615" y="7042150"/>
                </a:lnTo>
                <a:lnTo>
                  <a:pt x="5522844" y="7042150"/>
                </a:lnTo>
                <a:lnTo>
                  <a:pt x="5522844" y="6698387"/>
                </a:lnTo>
                <a:close/>
                <a:moveTo>
                  <a:pt x="6482788" y="6483120"/>
                </a:moveTo>
                <a:lnTo>
                  <a:pt x="6794174" y="6691734"/>
                </a:lnTo>
                <a:lnTo>
                  <a:pt x="6794174" y="7042150"/>
                </a:lnTo>
                <a:lnTo>
                  <a:pt x="6171402" y="7042150"/>
                </a:lnTo>
                <a:lnTo>
                  <a:pt x="6171402" y="6691734"/>
                </a:lnTo>
                <a:close/>
                <a:moveTo>
                  <a:pt x="5177697" y="6451951"/>
                </a:moveTo>
                <a:lnTo>
                  <a:pt x="5489082" y="6660566"/>
                </a:lnTo>
                <a:lnTo>
                  <a:pt x="5489082" y="7042150"/>
                </a:lnTo>
                <a:lnTo>
                  <a:pt x="4866311" y="7042150"/>
                </a:lnTo>
                <a:lnTo>
                  <a:pt x="4866311" y="6660566"/>
                </a:lnTo>
                <a:close/>
                <a:moveTo>
                  <a:pt x="6975352" y="6144244"/>
                </a:moveTo>
                <a:lnTo>
                  <a:pt x="7123582" y="6243551"/>
                </a:lnTo>
                <a:lnTo>
                  <a:pt x="7123582" y="6429951"/>
                </a:lnTo>
                <a:lnTo>
                  <a:pt x="6975352" y="6529259"/>
                </a:lnTo>
                <a:lnTo>
                  <a:pt x="6827121" y="6429951"/>
                </a:lnTo>
                <a:lnTo>
                  <a:pt x="6827121" y="6243551"/>
                </a:lnTo>
                <a:close/>
                <a:moveTo>
                  <a:pt x="6132999" y="5963009"/>
                </a:moveTo>
                <a:lnTo>
                  <a:pt x="6321240" y="6089124"/>
                </a:lnTo>
                <a:lnTo>
                  <a:pt x="6321240" y="6325836"/>
                </a:lnTo>
                <a:lnTo>
                  <a:pt x="6132999" y="6451949"/>
                </a:lnTo>
                <a:lnTo>
                  <a:pt x="5944759" y="6325836"/>
                </a:lnTo>
                <a:lnTo>
                  <a:pt x="5944759" y="6089124"/>
                </a:lnTo>
                <a:close/>
                <a:moveTo>
                  <a:pt x="3166308" y="5924847"/>
                </a:moveTo>
                <a:lnTo>
                  <a:pt x="3166308" y="6092917"/>
                </a:lnTo>
                <a:lnTo>
                  <a:pt x="3291742" y="6008882"/>
                </a:lnTo>
                <a:close/>
                <a:moveTo>
                  <a:pt x="7632857" y="5909301"/>
                </a:moveTo>
                <a:lnTo>
                  <a:pt x="7709442" y="5960609"/>
                </a:lnTo>
                <a:lnTo>
                  <a:pt x="7709442" y="6056917"/>
                </a:lnTo>
                <a:lnTo>
                  <a:pt x="7632857" y="6108225"/>
                </a:lnTo>
                <a:lnTo>
                  <a:pt x="7556271" y="6056917"/>
                </a:lnTo>
                <a:lnTo>
                  <a:pt x="7556271" y="5960609"/>
                </a:lnTo>
                <a:close/>
                <a:moveTo>
                  <a:pt x="7171712" y="5723429"/>
                </a:moveTo>
                <a:lnTo>
                  <a:pt x="7254170" y="5778672"/>
                </a:lnTo>
                <a:lnTo>
                  <a:pt x="7254170" y="5882364"/>
                </a:lnTo>
                <a:lnTo>
                  <a:pt x="7171712" y="5937608"/>
                </a:lnTo>
                <a:lnTo>
                  <a:pt x="7089253" y="5882364"/>
                </a:lnTo>
                <a:lnTo>
                  <a:pt x="7089253" y="5778672"/>
                </a:lnTo>
                <a:close/>
                <a:moveTo>
                  <a:pt x="6583372" y="5511540"/>
                </a:moveTo>
                <a:lnTo>
                  <a:pt x="6797637" y="5655088"/>
                </a:lnTo>
                <a:lnTo>
                  <a:pt x="6797637" y="5924522"/>
                </a:lnTo>
                <a:lnTo>
                  <a:pt x="6583372" y="6068072"/>
                </a:lnTo>
                <a:lnTo>
                  <a:pt x="6369109" y="5924522"/>
                </a:lnTo>
                <a:lnTo>
                  <a:pt x="6369109" y="5655088"/>
                </a:lnTo>
                <a:close/>
                <a:moveTo>
                  <a:pt x="7409102" y="5384161"/>
                </a:moveTo>
                <a:lnTo>
                  <a:pt x="7485686" y="5435469"/>
                </a:lnTo>
                <a:lnTo>
                  <a:pt x="7485686" y="5531777"/>
                </a:lnTo>
                <a:lnTo>
                  <a:pt x="7409102" y="5583085"/>
                </a:lnTo>
                <a:lnTo>
                  <a:pt x="7332516" y="5531777"/>
                </a:lnTo>
                <a:lnTo>
                  <a:pt x="7332516" y="5435469"/>
                </a:lnTo>
                <a:close/>
                <a:moveTo>
                  <a:pt x="5902253" y="5210197"/>
                </a:moveTo>
                <a:lnTo>
                  <a:pt x="6171404" y="5390516"/>
                </a:lnTo>
                <a:lnTo>
                  <a:pt x="6171404" y="5728974"/>
                </a:lnTo>
                <a:lnTo>
                  <a:pt x="5902253" y="5909293"/>
                </a:lnTo>
                <a:lnTo>
                  <a:pt x="5633102" y="5728974"/>
                </a:lnTo>
                <a:lnTo>
                  <a:pt x="5633102" y="5390516"/>
                </a:lnTo>
                <a:close/>
                <a:moveTo>
                  <a:pt x="7310233" y="4942043"/>
                </a:moveTo>
                <a:lnTo>
                  <a:pt x="7392691" y="4997287"/>
                </a:lnTo>
                <a:lnTo>
                  <a:pt x="7392691" y="5100979"/>
                </a:lnTo>
                <a:lnTo>
                  <a:pt x="7310233" y="5156222"/>
                </a:lnTo>
                <a:lnTo>
                  <a:pt x="7227774" y="5100979"/>
                </a:lnTo>
                <a:lnTo>
                  <a:pt x="7227774" y="4997287"/>
                </a:lnTo>
                <a:close/>
                <a:moveTo>
                  <a:pt x="6802571" y="4816564"/>
                </a:moveTo>
                <a:lnTo>
                  <a:pt x="6947403" y="4913595"/>
                </a:lnTo>
                <a:lnTo>
                  <a:pt x="6947403" y="5095720"/>
                </a:lnTo>
                <a:lnTo>
                  <a:pt x="6802571" y="5192751"/>
                </a:lnTo>
                <a:lnTo>
                  <a:pt x="6657738" y="5095720"/>
                </a:lnTo>
                <a:lnTo>
                  <a:pt x="6657738" y="4913595"/>
                </a:lnTo>
                <a:close/>
                <a:moveTo>
                  <a:pt x="6292872" y="4695209"/>
                </a:moveTo>
                <a:lnTo>
                  <a:pt x="6502666" y="4835760"/>
                </a:lnTo>
                <a:lnTo>
                  <a:pt x="6502666" y="5099575"/>
                </a:lnTo>
                <a:lnTo>
                  <a:pt x="6292872" y="5240128"/>
                </a:lnTo>
                <a:lnTo>
                  <a:pt x="6083078" y="5099575"/>
                </a:lnTo>
                <a:lnTo>
                  <a:pt x="6083078" y="4835760"/>
                </a:lnTo>
                <a:close/>
                <a:moveTo>
                  <a:pt x="4851325" y="4645973"/>
                </a:moveTo>
                <a:lnTo>
                  <a:pt x="5162710" y="4854589"/>
                </a:lnTo>
                <a:lnTo>
                  <a:pt x="5162710" y="5246154"/>
                </a:lnTo>
                <a:lnTo>
                  <a:pt x="4866312" y="5444728"/>
                </a:lnTo>
                <a:lnTo>
                  <a:pt x="4866312" y="5828398"/>
                </a:lnTo>
                <a:lnTo>
                  <a:pt x="4554927" y="6037013"/>
                </a:lnTo>
                <a:lnTo>
                  <a:pt x="4243541" y="5828398"/>
                </a:lnTo>
                <a:lnTo>
                  <a:pt x="4243541" y="5436831"/>
                </a:lnTo>
                <a:lnTo>
                  <a:pt x="4539939" y="5238259"/>
                </a:lnTo>
                <a:lnTo>
                  <a:pt x="4539939" y="4854589"/>
                </a:lnTo>
                <a:close/>
                <a:moveTo>
                  <a:pt x="5593429" y="4573737"/>
                </a:moveTo>
                <a:lnTo>
                  <a:pt x="5860019" y="4752342"/>
                </a:lnTo>
                <a:lnTo>
                  <a:pt x="5860019" y="5087576"/>
                </a:lnTo>
                <a:lnTo>
                  <a:pt x="5593429" y="5266180"/>
                </a:lnTo>
                <a:lnTo>
                  <a:pt x="5326839" y="5087576"/>
                </a:lnTo>
                <a:lnTo>
                  <a:pt x="5326839" y="4752342"/>
                </a:lnTo>
                <a:close/>
                <a:moveTo>
                  <a:pt x="7409103" y="4318594"/>
                </a:moveTo>
                <a:lnTo>
                  <a:pt x="7485687" y="4369903"/>
                </a:lnTo>
                <a:lnTo>
                  <a:pt x="7485687" y="4466210"/>
                </a:lnTo>
                <a:lnTo>
                  <a:pt x="7409103" y="4517519"/>
                </a:lnTo>
                <a:lnTo>
                  <a:pt x="7332517" y="4466210"/>
                </a:lnTo>
                <a:lnTo>
                  <a:pt x="7332517" y="4369903"/>
                </a:lnTo>
                <a:close/>
                <a:moveTo>
                  <a:pt x="6687920" y="4165454"/>
                </a:moveTo>
                <a:lnTo>
                  <a:pt x="6823012" y="4255959"/>
                </a:lnTo>
                <a:lnTo>
                  <a:pt x="6823012" y="4425837"/>
                </a:lnTo>
                <a:lnTo>
                  <a:pt x="6687920" y="4516342"/>
                </a:lnTo>
                <a:lnTo>
                  <a:pt x="6552827" y="4425837"/>
                </a:lnTo>
                <a:lnTo>
                  <a:pt x="6552827" y="4255959"/>
                </a:lnTo>
                <a:close/>
                <a:moveTo>
                  <a:pt x="6035131" y="3975096"/>
                </a:moveTo>
                <a:lnTo>
                  <a:pt x="6221418" y="4099902"/>
                </a:lnTo>
                <a:lnTo>
                  <a:pt x="6221418" y="4334157"/>
                </a:lnTo>
                <a:lnTo>
                  <a:pt x="6035131" y="4458962"/>
                </a:lnTo>
                <a:lnTo>
                  <a:pt x="5848843" y="4334157"/>
                </a:lnTo>
                <a:lnTo>
                  <a:pt x="5848843" y="4099902"/>
                </a:lnTo>
                <a:close/>
                <a:moveTo>
                  <a:pt x="7051938" y="3794198"/>
                </a:moveTo>
                <a:lnTo>
                  <a:pt x="7128523" y="3845507"/>
                </a:lnTo>
                <a:lnTo>
                  <a:pt x="7128523" y="3941814"/>
                </a:lnTo>
                <a:lnTo>
                  <a:pt x="7051938" y="3993123"/>
                </a:lnTo>
                <a:lnTo>
                  <a:pt x="6975353" y="3941814"/>
                </a:lnTo>
                <a:lnTo>
                  <a:pt x="6975353" y="3845507"/>
                </a:lnTo>
                <a:close/>
                <a:moveTo>
                  <a:pt x="4261055" y="3356662"/>
                </a:moveTo>
                <a:lnTo>
                  <a:pt x="4572440" y="3565272"/>
                </a:lnTo>
                <a:lnTo>
                  <a:pt x="4572440" y="3956836"/>
                </a:lnTo>
                <a:lnTo>
                  <a:pt x="4261055" y="4165450"/>
                </a:lnTo>
                <a:lnTo>
                  <a:pt x="3949670" y="3956836"/>
                </a:lnTo>
                <a:lnTo>
                  <a:pt x="3949670" y="3565272"/>
                </a:lnTo>
                <a:close/>
                <a:moveTo>
                  <a:pt x="5664997" y="3338646"/>
                </a:moveTo>
                <a:lnTo>
                  <a:pt x="5910033" y="3502806"/>
                </a:lnTo>
                <a:lnTo>
                  <a:pt x="5910033" y="3810934"/>
                </a:lnTo>
                <a:lnTo>
                  <a:pt x="5664997" y="3975097"/>
                </a:lnTo>
                <a:lnTo>
                  <a:pt x="5419959" y="3810934"/>
                </a:lnTo>
                <a:lnTo>
                  <a:pt x="5419959" y="3502806"/>
                </a:lnTo>
                <a:close/>
                <a:moveTo>
                  <a:pt x="6389900" y="3332870"/>
                </a:moveTo>
                <a:lnTo>
                  <a:pt x="6582754" y="3462069"/>
                </a:lnTo>
                <a:lnTo>
                  <a:pt x="6582754" y="3704583"/>
                </a:lnTo>
                <a:lnTo>
                  <a:pt x="6389900" y="3833785"/>
                </a:lnTo>
                <a:lnTo>
                  <a:pt x="6197048" y="3704583"/>
                </a:lnTo>
                <a:lnTo>
                  <a:pt x="6197048" y="3462069"/>
                </a:lnTo>
                <a:close/>
                <a:moveTo>
                  <a:pt x="7051939" y="3086777"/>
                </a:moveTo>
                <a:lnTo>
                  <a:pt x="7128524" y="3138085"/>
                </a:lnTo>
                <a:lnTo>
                  <a:pt x="7128524" y="3234393"/>
                </a:lnTo>
                <a:lnTo>
                  <a:pt x="7051939" y="3285701"/>
                </a:lnTo>
                <a:lnTo>
                  <a:pt x="6975354" y="3234393"/>
                </a:lnTo>
                <a:lnTo>
                  <a:pt x="6975354" y="3138085"/>
                </a:lnTo>
                <a:close/>
                <a:moveTo>
                  <a:pt x="6530652" y="2764231"/>
                </a:moveTo>
                <a:lnTo>
                  <a:pt x="6607237" y="2815539"/>
                </a:lnTo>
                <a:lnTo>
                  <a:pt x="6607237" y="2911846"/>
                </a:lnTo>
                <a:lnTo>
                  <a:pt x="6530652" y="2963155"/>
                </a:lnTo>
                <a:lnTo>
                  <a:pt x="6454066" y="2911846"/>
                </a:lnTo>
                <a:lnTo>
                  <a:pt x="6454066" y="2815539"/>
                </a:lnTo>
                <a:close/>
                <a:moveTo>
                  <a:pt x="5969323" y="2721306"/>
                </a:moveTo>
                <a:lnTo>
                  <a:pt x="6104414" y="2811810"/>
                </a:lnTo>
                <a:lnTo>
                  <a:pt x="6104414" y="2981688"/>
                </a:lnTo>
                <a:lnTo>
                  <a:pt x="5969323" y="3072193"/>
                </a:lnTo>
                <a:lnTo>
                  <a:pt x="5834231" y="2981688"/>
                </a:lnTo>
                <a:lnTo>
                  <a:pt x="5834231" y="2811810"/>
                </a:lnTo>
                <a:close/>
                <a:moveTo>
                  <a:pt x="3965921" y="2703805"/>
                </a:moveTo>
                <a:lnTo>
                  <a:pt x="4277306" y="2912420"/>
                </a:lnTo>
                <a:lnTo>
                  <a:pt x="4277306" y="3303986"/>
                </a:lnTo>
                <a:lnTo>
                  <a:pt x="3965921" y="3512596"/>
                </a:lnTo>
                <a:lnTo>
                  <a:pt x="3654535" y="3303986"/>
                </a:lnTo>
                <a:lnTo>
                  <a:pt x="3654535" y="2912420"/>
                </a:lnTo>
                <a:close/>
                <a:moveTo>
                  <a:pt x="5405795" y="2702185"/>
                </a:moveTo>
                <a:lnTo>
                  <a:pt x="5598647" y="2831388"/>
                </a:lnTo>
                <a:lnTo>
                  <a:pt x="5598647" y="3073900"/>
                </a:lnTo>
                <a:lnTo>
                  <a:pt x="5405795" y="3203102"/>
                </a:lnTo>
                <a:lnTo>
                  <a:pt x="5212942" y="3073900"/>
                </a:lnTo>
                <a:lnTo>
                  <a:pt x="5212942" y="2831388"/>
                </a:lnTo>
                <a:close/>
                <a:moveTo>
                  <a:pt x="4606834" y="2680759"/>
                </a:moveTo>
                <a:lnTo>
                  <a:pt x="4893364" y="2872721"/>
                </a:lnTo>
                <a:lnTo>
                  <a:pt x="4893364" y="3233033"/>
                </a:lnTo>
                <a:lnTo>
                  <a:pt x="4606834" y="3424992"/>
                </a:lnTo>
                <a:lnTo>
                  <a:pt x="4320302" y="3233033"/>
                </a:lnTo>
                <a:lnTo>
                  <a:pt x="4320302" y="2872721"/>
                </a:lnTo>
                <a:close/>
                <a:moveTo>
                  <a:pt x="6279508" y="2360218"/>
                </a:moveTo>
                <a:lnTo>
                  <a:pt x="6361966" y="2415462"/>
                </a:lnTo>
                <a:lnTo>
                  <a:pt x="6361966" y="2519154"/>
                </a:lnTo>
                <a:lnTo>
                  <a:pt x="6279508" y="2574397"/>
                </a:lnTo>
                <a:lnTo>
                  <a:pt x="6197049" y="2519154"/>
                </a:lnTo>
                <a:lnTo>
                  <a:pt x="6197049" y="2415462"/>
                </a:lnTo>
                <a:close/>
                <a:moveTo>
                  <a:pt x="4908585" y="2292612"/>
                </a:moveTo>
                <a:lnTo>
                  <a:pt x="5093203" y="2416298"/>
                </a:lnTo>
                <a:lnTo>
                  <a:pt x="5093203" y="2648453"/>
                </a:lnTo>
                <a:lnTo>
                  <a:pt x="4908585" y="2772139"/>
                </a:lnTo>
                <a:lnTo>
                  <a:pt x="4723968" y="2648453"/>
                </a:lnTo>
                <a:lnTo>
                  <a:pt x="4723968" y="2416298"/>
                </a:lnTo>
                <a:close/>
                <a:moveTo>
                  <a:pt x="5540283" y="2106082"/>
                </a:moveTo>
                <a:lnTo>
                  <a:pt x="5725236" y="2229993"/>
                </a:lnTo>
                <a:lnTo>
                  <a:pt x="5725236" y="2462571"/>
                </a:lnTo>
                <a:lnTo>
                  <a:pt x="5540283" y="2586482"/>
                </a:lnTo>
                <a:lnTo>
                  <a:pt x="5355330" y="2462571"/>
                </a:lnTo>
                <a:lnTo>
                  <a:pt x="5355330" y="2229993"/>
                </a:lnTo>
                <a:close/>
                <a:moveTo>
                  <a:pt x="4290201" y="2027901"/>
                </a:moveTo>
                <a:lnTo>
                  <a:pt x="4598230" y="2234267"/>
                </a:lnTo>
                <a:lnTo>
                  <a:pt x="4598230" y="2621612"/>
                </a:lnTo>
                <a:lnTo>
                  <a:pt x="4290201" y="2827978"/>
                </a:lnTo>
                <a:lnTo>
                  <a:pt x="3982172" y="2621612"/>
                </a:lnTo>
                <a:lnTo>
                  <a:pt x="3982172" y="2234267"/>
                </a:lnTo>
                <a:close/>
                <a:moveTo>
                  <a:pt x="6871897" y="1920811"/>
                </a:moveTo>
                <a:lnTo>
                  <a:pt x="6954355" y="1976054"/>
                </a:lnTo>
                <a:lnTo>
                  <a:pt x="6954355" y="2079746"/>
                </a:lnTo>
                <a:lnTo>
                  <a:pt x="6871897" y="2134989"/>
                </a:lnTo>
                <a:lnTo>
                  <a:pt x="6789438" y="2079746"/>
                </a:lnTo>
                <a:lnTo>
                  <a:pt x="6789438" y="1976054"/>
                </a:lnTo>
                <a:close/>
                <a:moveTo>
                  <a:pt x="6104450" y="1795837"/>
                </a:moveTo>
                <a:lnTo>
                  <a:pt x="6259022" y="1899394"/>
                </a:lnTo>
                <a:lnTo>
                  <a:pt x="6259022" y="2093769"/>
                </a:lnTo>
                <a:lnTo>
                  <a:pt x="6104450" y="2197326"/>
                </a:lnTo>
                <a:lnTo>
                  <a:pt x="5949877" y="2093769"/>
                </a:lnTo>
                <a:lnTo>
                  <a:pt x="5949877" y="1899394"/>
                </a:lnTo>
                <a:close/>
                <a:moveTo>
                  <a:pt x="6358430" y="1430228"/>
                </a:moveTo>
                <a:lnTo>
                  <a:pt x="6440888" y="1485472"/>
                </a:lnTo>
                <a:lnTo>
                  <a:pt x="6440888" y="1589164"/>
                </a:lnTo>
                <a:lnTo>
                  <a:pt x="6358430" y="1644407"/>
                </a:lnTo>
                <a:lnTo>
                  <a:pt x="6275971" y="1589164"/>
                </a:lnTo>
                <a:lnTo>
                  <a:pt x="6275971" y="1485472"/>
                </a:lnTo>
                <a:close/>
                <a:moveTo>
                  <a:pt x="4664492" y="1429263"/>
                </a:moveTo>
                <a:lnTo>
                  <a:pt x="4975877" y="1637878"/>
                </a:lnTo>
                <a:lnTo>
                  <a:pt x="4975877" y="2029444"/>
                </a:lnTo>
                <a:lnTo>
                  <a:pt x="4664492" y="2238059"/>
                </a:lnTo>
                <a:lnTo>
                  <a:pt x="4353106" y="2029443"/>
                </a:lnTo>
                <a:lnTo>
                  <a:pt x="4353106" y="1637877"/>
                </a:lnTo>
                <a:close/>
                <a:moveTo>
                  <a:pt x="5274899" y="1407873"/>
                </a:moveTo>
                <a:lnTo>
                  <a:pt x="5489082" y="1551366"/>
                </a:lnTo>
                <a:lnTo>
                  <a:pt x="5489082" y="1765297"/>
                </a:lnTo>
                <a:lnTo>
                  <a:pt x="5274899" y="1908790"/>
                </a:lnTo>
                <a:lnTo>
                  <a:pt x="5060716" y="1765297"/>
                </a:lnTo>
                <a:lnTo>
                  <a:pt x="5060716" y="1551366"/>
                </a:lnTo>
                <a:close/>
                <a:moveTo>
                  <a:pt x="3991709" y="1391440"/>
                </a:moveTo>
                <a:lnTo>
                  <a:pt x="4303094" y="1600055"/>
                </a:lnTo>
                <a:lnTo>
                  <a:pt x="4303094" y="1991621"/>
                </a:lnTo>
                <a:lnTo>
                  <a:pt x="3991709" y="2200235"/>
                </a:lnTo>
                <a:lnTo>
                  <a:pt x="3680323" y="1991621"/>
                </a:lnTo>
                <a:lnTo>
                  <a:pt x="3680323" y="1600055"/>
                </a:lnTo>
                <a:close/>
                <a:moveTo>
                  <a:pt x="5792761" y="1224960"/>
                </a:moveTo>
                <a:lnTo>
                  <a:pt x="5927852" y="1315465"/>
                </a:lnTo>
                <a:lnTo>
                  <a:pt x="5927852" y="1485343"/>
                </a:lnTo>
                <a:lnTo>
                  <a:pt x="5792761" y="1575848"/>
                </a:lnTo>
                <a:lnTo>
                  <a:pt x="5657669" y="1485343"/>
                </a:lnTo>
                <a:lnTo>
                  <a:pt x="5657669" y="1315465"/>
                </a:lnTo>
                <a:close/>
                <a:moveTo>
                  <a:pt x="6856595" y="1059786"/>
                </a:moveTo>
                <a:lnTo>
                  <a:pt x="6939053" y="1115029"/>
                </a:lnTo>
                <a:lnTo>
                  <a:pt x="6939053" y="1218721"/>
                </a:lnTo>
                <a:lnTo>
                  <a:pt x="6856595" y="1273965"/>
                </a:lnTo>
                <a:lnTo>
                  <a:pt x="6774136" y="1218721"/>
                </a:lnTo>
                <a:lnTo>
                  <a:pt x="6774136" y="1115029"/>
                </a:lnTo>
                <a:close/>
                <a:moveTo>
                  <a:pt x="4352202" y="924842"/>
                </a:moveTo>
                <a:lnTo>
                  <a:pt x="4567264" y="1068926"/>
                </a:lnTo>
                <a:lnTo>
                  <a:pt x="4567264" y="1339365"/>
                </a:lnTo>
                <a:lnTo>
                  <a:pt x="4352202" y="1483447"/>
                </a:lnTo>
                <a:lnTo>
                  <a:pt x="4137140" y="1339364"/>
                </a:lnTo>
                <a:lnTo>
                  <a:pt x="4137140" y="1068925"/>
                </a:lnTo>
                <a:close/>
                <a:moveTo>
                  <a:pt x="6194645" y="879071"/>
                </a:moveTo>
                <a:lnTo>
                  <a:pt x="6277103" y="934315"/>
                </a:lnTo>
                <a:lnTo>
                  <a:pt x="6277103" y="1038007"/>
                </a:lnTo>
                <a:lnTo>
                  <a:pt x="6194645" y="1093250"/>
                </a:lnTo>
                <a:lnTo>
                  <a:pt x="6112186" y="1038007"/>
                </a:lnTo>
                <a:lnTo>
                  <a:pt x="6112186" y="934315"/>
                </a:lnTo>
                <a:close/>
                <a:moveTo>
                  <a:pt x="4944385" y="799058"/>
                </a:moveTo>
                <a:lnTo>
                  <a:pt x="5159447" y="943140"/>
                </a:lnTo>
                <a:lnTo>
                  <a:pt x="5159447" y="1213579"/>
                </a:lnTo>
                <a:lnTo>
                  <a:pt x="4944385" y="1357662"/>
                </a:lnTo>
                <a:lnTo>
                  <a:pt x="4729323" y="1213579"/>
                </a:lnTo>
                <a:lnTo>
                  <a:pt x="4729323" y="943140"/>
                </a:lnTo>
                <a:close/>
                <a:moveTo>
                  <a:pt x="5525828" y="792594"/>
                </a:moveTo>
                <a:lnTo>
                  <a:pt x="5660919" y="883099"/>
                </a:lnTo>
                <a:lnTo>
                  <a:pt x="5660919" y="1052977"/>
                </a:lnTo>
                <a:lnTo>
                  <a:pt x="5525828" y="1143482"/>
                </a:lnTo>
                <a:lnTo>
                  <a:pt x="5390736" y="1052977"/>
                </a:lnTo>
                <a:lnTo>
                  <a:pt x="5390736" y="883099"/>
                </a:lnTo>
                <a:close/>
                <a:moveTo>
                  <a:pt x="5440388" y="413553"/>
                </a:moveTo>
                <a:lnTo>
                  <a:pt x="5522846" y="468796"/>
                </a:lnTo>
                <a:lnTo>
                  <a:pt x="5522846" y="572488"/>
                </a:lnTo>
                <a:lnTo>
                  <a:pt x="5440388" y="627732"/>
                </a:lnTo>
                <a:lnTo>
                  <a:pt x="5357929" y="572488"/>
                </a:lnTo>
                <a:lnTo>
                  <a:pt x="5357929" y="468796"/>
                </a:lnTo>
                <a:close/>
                <a:moveTo>
                  <a:pt x="6037260" y="348572"/>
                </a:moveTo>
                <a:lnTo>
                  <a:pt x="6119718" y="403815"/>
                </a:lnTo>
                <a:lnTo>
                  <a:pt x="6119718" y="507507"/>
                </a:lnTo>
                <a:lnTo>
                  <a:pt x="6037260" y="562750"/>
                </a:lnTo>
                <a:lnTo>
                  <a:pt x="5954801" y="507507"/>
                </a:lnTo>
                <a:lnTo>
                  <a:pt x="5954801" y="403815"/>
                </a:lnTo>
                <a:close/>
                <a:moveTo>
                  <a:pt x="6753987" y="348571"/>
                </a:moveTo>
                <a:lnTo>
                  <a:pt x="6836445" y="403814"/>
                </a:lnTo>
                <a:lnTo>
                  <a:pt x="6836445" y="507506"/>
                </a:lnTo>
                <a:lnTo>
                  <a:pt x="6753987" y="562749"/>
                </a:lnTo>
                <a:lnTo>
                  <a:pt x="6671527" y="507506"/>
                </a:lnTo>
                <a:lnTo>
                  <a:pt x="6671527" y="403814"/>
                </a:lnTo>
                <a:close/>
                <a:moveTo>
                  <a:pt x="4122634" y="156342"/>
                </a:moveTo>
                <a:lnTo>
                  <a:pt x="4353108" y="310750"/>
                </a:lnTo>
                <a:lnTo>
                  <a:pt x="4353108" y="600572"/>
                </a:lnTo>
                <a:lnTo>
                  <a:pt x="4122634" y="754980"/>
                </a:lnTo>
                <a:lnTo>
                  <a:pt x="3892158" y="600572"/>
                </a:lnTo>
                <a:lnTo>
                  <a:pt x="3892158" y="310750"/>
                </a:lnTo>
                <a:close/>
                <a:moveTo>
                  <a:pt x="4854772" y="125170"/>
                </a:moveTo>
                <a:lnTo>
                  <a:pt x="5069834" y="269253"/>
                </a:lnTo>
                <a:lnTo>
                  <a:pt x="5069834" y="539692"/>
                </a:lnTo>
                <a:lnTo>
                  <a:pt x="4854772" y="683775"/>
                </a:lnTo>
                <a:lnTo>
                  <a:pt x="4639710" y="539692"/>
                </a:lnTo>
                <a:lnTo>
                  <a:pt x="4639710" y="269253"/>
                </a:lnTo>
                <a:close/>
                <a:moveTo>
                  <a:pt x="0" y="65299"/>
                </a:moveTo>
                <a:lnTo>
                  <a:pt x="3166308" y="65299"/>
                </a:lnTo>
                <a:lnTo>
                  <a:pt x="3166308" y="271910"/>
                </a:lnTo>
                <a:lnTo>
                  <a:pt x="3385338" y="125170"/>
                </a:lnTo>
                <a:lnTo>
                  <a:pt x="3696723" y="333784"/>
                </a:lnTo>
                <a:lnTo>
                  <a:pt x="3696723" y="725351"/>
                </a:lnTo>
                <a:lnTo>
                  <a:pt x="3385338" y="933965"/>
                </a:lnTo>
                <a:lnTo>
                  <a:pt x="3166308" y="787225"/>
                </a:lnTo>
                <a:lnTo>
                  <a:pt x="3166308" y="851768"/>
                </a:lnTo>
                <a:lnTo>
                  <a:pt x="3343151" y="970245"/>
                </a:lnTo>
                <a:lnTo>
                  <a:pt x="3343151" y="1361812"/>
                </a:lnTo>
                <a:lnTo>
                  <a:pt x="3166308" y="1480289"/>
                </a:lnTo>
                <a:lnTo>
                  <a:pt x="3166308" y="1483777"/>
                </a:lnTo>
                <a:lnTo>
                  <a:pt x="3343151" y="1365300"/>
                </a:lnTo>
                <a:lnTo>
                  <a:pt x="3368938" y="1382577"/>
                </a:lnTo>
                <a:lnTo>
                  <a:pt x="3368938" y="996385"/>
                </a:lnTo>
                <a:lnTo>
                  <a:pt x="3680324" y="787771"/>
                </a:lnTo>
                <a:lnTo>
                  <a:pt x="3991709" y="996385"/>
                </a:lnTo>
                <a:lnTo>
                  <a:pt x="3991709" y="1387952"/>
                </a:lnTo>
                <a:lnTo>
                  <a:pt x="3680324" y="1596566"/>
                </a:lnTo>
                <a:lnTo>
                  <a:pt x="3654536" y="1579289"/>
                </a:lnTo>
                <a:lnTo>
                  <a:pt x="3654536" y="1965481"/>
                </a:lnTo>
                <a:lnTo>
                  <a:pt x="3343151" y="2174095"/>
                </a:lnTo>
                <a:lnTo>
                  <a:pt x="3166308" y="2055619"/>
                </a:lnTo>
                <a:lnTo>
                  <a:pt x="3166308" y="2120375"/>
                </a:lnTo>
                <a:lnTo>
                  <a:pt x="3293137" y="2205345"/>
                </a:lnTo>
                <a:lnTo>
                  <a:pt x="3293137" y="2596911"/>
                </a:lnTo>
                <a:lnTo>
                  <a:pt x="3166308" y="2681882"/>
                </a:lnTo>
                <a:lnTo>
                  <a:pt x="3166308" y="2778236"/>
                </a:lnTo>
                <a:lnTo>
                  <a:pt x="3294400" y="2692420"/>
                </a:lnTo>
                <a:lnTo>
                  <a:pt x="3294400" y="2308751"/>
                </a:lnTo>
                <a:lnTo>
                  <a:pt x="3605785" y="2100136"/>
                </a:lnTo>
                <a:lnTo>
                  <a:pt x="3917170" y="2308751"/>
                </a:lnTo>
                <a:lnTo>
                  <a:pt x="3917170" y="2700317"/>
                </a:lnTo>
                <a:lnTo>
                  <a:pt x="3620772" y="2898891"/>
                </a:lnTo>
                <a:lnTo>
                  <a:pt x="3620772" y="3282560"/>
                </a:lnTo>
                <a:lnTo>
                  <a:pt x="3309388" y="3491170"/>
                </a:lnTo>
                <a:lnTo>
                  <a:pt x="3166308" y="3395317"/>
                </a:lnTo>
                <a:lnTo>
                  <a:pt x="3166308" y="3396640"/>
                </a:lnTo>
                <a:lnTo>
                  <a:pt x="3300213" y="3486346"/>
                </a:lnTo>
                <a:lnTo>
                  <a:pt x="3300213" y="3877912"/>
                </a:lnTo>
                <a:lnTo>
                  <a:pt x="3166308" y="3967622"/>
                </a:lnTo>
                <a:lnTo>
                  <a:pt x="3166308" y="4025675"/>
                </a:lnTo>
                <a:lnTo>
                  <a:pt x="3317450" y="3924418"/>
                </a:lnTo>
                <a:lnTo>
                  <a:pt x="3309387" y="3919015"/>
                </a:lnTo>
                <a:lnTo>
                  <a:pt x="3309387" y="3527451"/>
                </a:lnTo>
                <a:lnTo>
                  <a:pt x="3620772" y="3318839"/>
                </a:lnTo>
                <a:lnTo>
                  <a:pt x="3932157" y="3527451"/>
                </a:lnTo>
                <a:lnTo>
                  <a:pt x="3932157" y="3919015"/>
                </a:lnTo>
                <a:lnTo>
                  <a:pt x="3636035" y="4117405"/>
                </a:lnTo>
                <a:lnTo>
                  <a:pt x="3644098" y="4122807"/>
                </a:lnTo>
                <a:lnTo>
                  <a:pt x="3644098" y="4148282"/>
                </a:lnTo>
                <a:lnTo>
                  <a:pt x="3932157" y="3955295"/>
                </a:lnTo>
                <a:lnTo>
                  <a:pt x="4243542" y="4163910"/>
                </a:lnTo>
                <a:lnTo>
                  <a:pt x="4243542" y="4555476"/>
                </a:lnTo>
                <a:lnTo>
                  <a:pt x="3932157" y="4764092"/>
                </a:lnTo>
                <a:lnTo>
                  <a:pt x="3620771" y="4555476"/>
                </a:lnTo>
                <a:lnTo>
                  <a:pt x="3620771" y="4530001"/>
                </a:lnTo>
                <a:lnTo>
                  <a:pt x="3332713" y="4722988"/>
                </a:lnTo>
                <a:lnTo>
                  <a:pt x="3166308" y="4611504"/>
                </a:lnTo>
                <a:lnTo>
                  <a:pt x="3166308" y="4746641"/>
                </a:lnTo>
                <a:lnTo>
                  <a:pt x="3300212" y="4836351"/>
                </a:lnTo>
                <a:lnTo>
                  <a:pt x="3300212" y="4759268"/>
                </a:lnTo>
                <a:lnTo>
                  <a:pt x="3611598" y="4550653"/>
                </a:lnTo>
                <a:lnTo>
                  <a:pt x="3922983" y="4759268"/>
                </a:lnTo>
                <a:lnTo>
                  <a:pt x="3922983" y="4779234"/>
                </a:lnTo>
                <a:lnTo>
                  <a:pt x="4227292" y="4575361"/>
                </a:lnTo>
                <a:lnTo>
                  <a:pt x="4244804" y="4587093"/>
                </a:lnTo>
                <a:lnTo>
                  <a:pt x="4244804" y="4201731"/>
                </a:lnTo>
                <a:lnTo>
                  <a:pt x="4556190" y="3993116"/>
                </a:lnTo>
                <a:lnTo>
                  <a:pt x="4844612" y="4186347"/>
                </a:lnTo>
                <a:lnTo>
                  <a:pt x="4844612" y="4162286"/>
                </a:lnTo>
                <a:lnTo>
                  <a:pt x="4924551" y="4108730"/>
                </a:lnTo>
                <a:lnTo>
                  <a:pt x="4614478" y="3900996"/>
                </a:lnTo>
                <a:lnTo>
                  <a:pt x="4614478" y="3509434"/>
                </a:lnTo>
                <a:lnTo>
                  <a:pt x="4925864" y="3300822"/>
                </a:lnTo>
                <a:lnTo>
                  <a:pt x="5237249" y="3509434"/>
                </a:lnTo>
                <a:lnTo>
                  <a:pt x="5237249" y="3900996"/>
                </a:lnTo>
                <a:lnTo>
                  <a:pt x="5157311" y="3954551"/>
                </a:lnTo>
                <a:lnTo>
                  <a:pt x="5467383" y="4162286"/>
                </a:lnTo>
                <a:lnTo>
                  <a:pt x="5467383" y="4553853"/>
                </a:lnTo>
                <a:lnTo>
                  <a:pt x="5155998" y="4762467"/>
                </a:lnTo>
                <a:lnTo>
                  <a:pt x="4867575" y="4569237"/>
                </a:lnTo>
                <a:lnTo>
                  <a:pt x="4867575" y="4593297"/>
                </a:lnTo>
                <a:lnTo>
                  <a:pt x="4556190" y="4801912"/>
                </a:lnTo>
                <a:lnTo>
                  <a:pt x="4538677" y="4790180"/>
                </a:lnTo>
                <a:lnTo>
                  <a:pt x="4538677" y="5175541"/>
                </a:lnTo>
                <a:lnTo>
                  <a:pt x="4227292" y="5384156"/>
                </a:lnTo>
                <a:lnTo>
                  <a:pt x="3915906" y="5175541"/>
                </a:lnTo>
                <a:lnTo>
                  <a:pt x="3915906" y="5155575"/>
                </a:lnTo>
                <a:lnTo>
                  <a:pt x="3611598" y="5359448"/>
                </a:lnTo>
                <a:lnTo>
                  <a:pt x="3344715" y="5180648"/>
                </a:lnTo>
                <a:lnTo>
                  <a:pt x="3344715" y="5235577"/>
                </a:lnTo>
                <a:lnTo>
                  <a:pt x="3611597" y="5414376"/>
                </a:lnTo>
                <a:lnTo>
                  <a:pt x="3611597" y="5395728"/>
                </a:lnTo>
                <a:lnTo>
                  <a:pt x="3922983" y="5187114"/>
                </a:lnTo>
                <a:lnTo>
                  <a:pt x="4234368" y="5395728"/>
                </a:lnTo>
                <a:lnTo>
                  <a:pt x="4234368" y="5787295"/>
                </a:lnTo>
                <a:lnTo>
                  <a:pt x="3991213" y="5950198"/>
                </a:lnTo>
                <a:lnTo>
                  <a:pt x="4018124" y="5968228"/>
                </a:lnTo>
                <a:lnTo>
                  <a:pt x="4018124" y="5968447"/>
                </a:lnTo>
                <a:lnTo>
                  <a:pt x="4234368" y="5823575"/>
                </a:lnTo>
                <a:lnTo>
                  <a:pt x="4545753" y="6032189"/>
                </a:lnTo>
                <a:lnTo>
                  <a:pt x="4545753" y="6057665"/>
                </a:lnTo>
                <a:lnTo>
                  <a:pt x="4833812" y="5864678"/>
                </a:lnTo>
                <a:lnTo>
                  <a:pt x="4883824" y="5898184"/>
                </a:lnTo>
                <a:lnTo>
                  <a:pt x="4883824" y="5507445"/>
                </a:lnTo>
                <a:lnTo>
                  <a:pt x="5195210" y="5298830"/>
                </a:lnTo>
                <a:lnTo>
                  <a:pt x="5506595" y="5507445"/>
                </a:lnTo>
                <a:lnTo>
                  <a:pt x="5506595" y="5864198"/>
                </a:lnTo>
                <a:lnTo>
                  <a:pt x="5522845" y="5853311"/>
                </a:lnTo>
                <a:lnTo>
                  <a:pt x="5834230" y="6061927"/>
                </a:lnTo>
                <a:lnTo>
                  <a:pt x="5834230" y="6453492"/>
                </a:lnTo>
                <a:lnTo>
                  <a:pt x="5522845" y="6662107"/>
                </a:lnTo>
                <a:lnTo>
                  <a:pt x="5211459" y="6453492"/>
                </a:lnTo>
                <a:lnTo>
                  <a:pt x="5211459" y="6096740"/>
                </a:lnTo>
                <a:lnTo>
                  <a:pt x="5195210" y="6107626"/>
                </a:lnTo>
                <a:lnTo>
                  <a:pt x="5145197" y="6074119"/>
                </a:lnTo>
                <a:lnTo>
                  <a:pt x="5145197" y="6464859"/>
                </a:lnTo>
                <a:lnTo>
                  <a:pt x="4849074" y="6663248"/>
                </a:lnTo>
                <a:lnTo>
                  <a:pt x="4857137" y="6668650"/>
                </a:lnTo>
                <a:lnTo>
                  <a:pt x="4857137" y="7042150"/>
                </a:lnTo>
                <a:lnTo>
                  <a:pt x="4234367" y="7042150"/>
                </a:lnTo>
                <a:lnTo>
                  <a:pt x="4234367" y="6668650"/>
                </a:lnTo>
                <a:lnTo>
                  <a:pt x="4530489" y="6470261"/>
                </a:lnTo>
                <a:lnTo>
                  <a:pt x="4522426" y="6464859"/>
                </a:lnTo>
                <a:lnTo>
                  <a:pt x="4522426" y="6439384"/>
                </a:lnTo>
                <a:lnTo>
                  <a:pt x="4234368" y="6632370"/>
                </a:lnTo>
                <a:lnTo>
                  <a:pt x="3922982" y="6423755"/>
                </a:lnTo>
                <a:lnTo>
                  <a:pt x="3922982" y="6423536"/>
                </a:lnTo>
                <a:lnTo>
                  <a:pt x="3903690" y="6436462"/>
                </a:lnTo>
                <a:lnTo>
                  <a:pt x="4193809" y="6630830"/>
                </a:lnTo>
                <a:lnTo>
                  <a:pt x="4193809" y="7022395"/>
                </a:lnTo>
                <a:lnTo>
                  <a:pt x="4164322" y="7042150"/>
                </a:lnTo>
                <a:lnTo>
                  <a:pt x="0" y="7042150"/>
                </a:lnTo>
                <a:close/>
                <a:moveTo>
                  <a:pt x="3410422" y="0"/>
                </a:moveTo>
                <a:lnTo>
                  <a:pt x="4033193" y="0"/>
                </a:lnTo>
                <a:lnTo>
                  <a:pt x="4033193" y="120061"/>
                </a:lnTo>
                <a:lnTo>
                  <a:pt x="3721808" y="328675"/>
                </a:lnTo>
                <a:lnTo>
                  <a:pt x="3410422" y="120061"/>
                </a:lnTo>
                <a:close/>
              </a:path>
            </a:pathLst>
          </a:custGeom>
          <a:solidFill>
            <a:srgbClr val="C0C0C0"/>
          </a:solidFill>
          <a:effectLst>
            <a:softEdge rad="31750"/>
          </a:effectLst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  <a:endParaRPr lang="pt-BR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EB31EC64-D563-E2A0-640F-2A5E478FE96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 flipH="1">
            <a:off x="11142902" y="4637044"/>
            <a:ext cx="414098" cy="315471"/>
            <a:chOff x="818353" y="1737798"/>
            <a:chExt cx="1119732" cy="925595"/>
          </a:xfrm>
          <a:solidFill>
            <a:schemeClr val="accent6"/>
          </a:solidFill>
        </p:grpSpPr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3DDE6228-AA8D-2050-3230-2777F2838B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8353" y="1737798"/>
              <a:ext cx="525037" cy="925595"/>
            </a:xfrm>
            <a:custGeom>
              <a:avLst/>
              <a:gdLst/>
              <a:ahLst/>
              <a:cxnLst/>
              <a:rect l="l" t="t" r="r" b="b"/>
              <a:pathLst>
                <a:path w="525037" h="925595">
                  <a:moveTo>
                    <a:pt x="512713" y="0"/>
                  </a:moveTo>
                  <a:lnTo>
                    <a:pt x="512713" y="75181"/>
                  </a:lnTo>
                  <a:cubicBezTo>
                    <a:pt x="461770" y="118729"/>
                    <a:pt x="422536" y="174191"/>
                    <a:pt x="395011" y="241567"/>
                  </a:cubicBezTo>
                  <a:cubicBezTo>
                    <a:pt x="367485" y="308942"/>
                    <a:pt x="353722" y="373031"/>
                    <a:pt x="353722" y="433834"/>
                  </a:cubicBezTo>
                  <a:lnTo>
                    <a:pt x="353722" y="443694"/>
                  </a:lnTo>
                  <a:cubicBezTo>
                    <a:pt x="408773" y="465879"/>
                    <a:pt x="451089" y="497923"/>
                    <a:pt x="480668" y="539827"/>
                  </a:cubicBezTo>
                  <a:cubicBezTo>
                    <a:pt x="510248" y="581732"/>
                    <a:pt x="525037" y="629799"/>
                    <a:pt x="525037" y="684028"/>
                  </a:cubicBezTo>
                  <a:cubicBezTo>
                    <a:pt x="525037" y="751404"/>
                    <a:pt x="501826" y="808509"/>
                    <a:pt x="455402" y="855343"/>
                  </a:cubicBezTo>
                  <a:cubicBezTo>
                    <a:pt x="408979" y="902177"/>
                    <a:pt x="352901" y="925595"/>
                    <a:pt x="287168" y="925595"/>
                  </a:cubicBezTo>
                  <a:cubicBezTo>
                    <a:pt x="200073" y="925595"/>
                    <a:pt x="130437" y="897453"/>
                    <a:pt x="78262" y="841170"/>
                  </a:cubicBezTo>
                  <a:cubicBezTo>
                    <a:pt x="26087" y="784886"/>
                    <a:pt x="0" y="703748"/>
                    <a:pt x="0" y="597754"/>
                  </a:cubicBezTo>
                  <a:cubicBezTo>
                    <a:pt x="0" y="454786"/>
                    <a:pt x="44164" y="328251"/>
                    <a:pt x="132492" y="218149"/>
                  </a:cubicBezTo>
                  <a:cubicBezTo>
                    <a:pt x="220820" y="108048"/>
                    <a:pt x="347560" y="35331"/>
                    <a:pt x="51271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ts val="2400"/>
                </a:lnSpc>
                <a:spcBef>
                  <a:spcPts val="0"/>
                </a:spcBef>
                <a:buFontTx/>
                <a:buNone/>
                <a:defRPr kumimoji="0" lang="pt-BR" sz="19900" b="0" i="0" u="none" strike="noStrike" kern="1200" cap="none" spc="200" normalizeH="0" baseline="0" smtClean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Gill Sans Nova Cond XBd" panose="020B0A06020104020203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064C4C"/>
                </a:solidFill>
              </a:endParaRP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0C05676F-9A4E-FCF6-7D0C-61D93EA93B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13048" y="1737798"/>
              <a:ext cx="525037" cy="925595"/>
            </a:xfrm>
            <a:custGeom>
              <a:avLst/>
              <a:gdLst/>
              <a:ahLst/>
              <a:cxnLst/>
              <a:rect l="l" t="t" r="r" b="b"/>
              <a:pathLst>
                <a:path w="525037" h="925595">
                  <a:moveTo>
                    <a:pt x="512713" y="0"/>
                  </a:moveTo>
                  <a:lnTo>
                    <a:pt x="512713" y="75181"/>
                  </a:lnTo>
                  <a:cubicBezTo>
                    <a:pt x="462592" y="118729"/>
                    <a:pt x="423563" y="174191"/>
                    <a:pt x="395627" y="241567"/>
                  </a:cubicBezTo>
                  <a:cubicBezTo>
                    <a:pt x="367690" y="308942"/>
                    <a:pt x="353722" y="373031"/>
                    <a:pt x="353722" y="433834"/>
                  </a:cubicBezTo>
                  <a:lnTo>
                    <a:pt x="353722" y="443694"/>
                  </a:lnTo>
                  <a:cubicBezTo>
                    <a:pt x="409595" y="465879"/>
                    <a:pt x="452115" y="497923"/>
                    <a:pt x="481284" y="539827"/>
                  </a:cubicBezTo>
                  <a:cubicBezTo>
                    <a:pt x="510453" y="581732"/>
                    <a:pt x="525037" y="629799"/>
                    <a:pt x="525037" y="684028"/>
                  </a:cubicBezTo>
                  <a:cubicBezTo>
                    <a:pt x="525037" y="751404"/>
                    <a:pt x="502031" y="808509"/>
                    <a:pt x="456018" y="855343"/>
                  </a:cubicBezTo>
                  <a:cubicBezTo>
                    <a:pt x="410006" y="902177"/>
                    <a:pt x="354133" y="925595"/>
                    <a:pt x="288401" y="925595"/>
                  </a:cubicBezTo>
                  <a:cubicBezTo>
                    <a:pt x="200484" y="925595"/>
                    <a:pt x="130437" y="897453"/>
                    <a:pt x="78262" y="841170"/>
                  </a:cubicBezTo>
                  <a:cubicBezTo>
                    <a:pt x="26087" y="784886"/>
                    <a:pt x="0" y="703748"/>
                    <a:pt x="0" y="597754"/>
                  </a:cubicBezTo>
                  <a:cubicBezTo>
                    <a:pt x="0" y="454786"/>
                    <a:pt x="44164" y="328251"/>
                    <a:pt x="132492" y="218149"/>
                  </a:cubicBezTo>
                  <a:cubicBezTo>
                    <a:pt x="220820" y="108048"/>
                    <a:pt x="347560" y="35331"/>
                    <a:pt x="51271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ts val="2400"/>
                </a:lnSpc>
                <a:spcBef>
                  <a:spcPts val="0"/>
                </a:spcBef>
                <a:buFontTx/>
                <a:buNone/>
                <a:defRPr kumimoji="0" lang="pt-BR" sz="19900" b="0" i="0" u="none" strike="noStrike" kern="1200" cap="none" spc="200" normalizeH="0" baseline="0" smtClean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Gill Sans Nova Cond XBd" panose="020B0A06020104020203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064C4C"/>
                </a:solidFill>
              </a:endParaRP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317FB82-1F55-2BFF-5C7B-CDC8AE962F5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875702" y="1400719"/>
            <a:ext cx="729090" cy="602682"/>
            <a:chOff x="818353" y="1737798"/>
            <a:chExt cx="1119732" cy="925595"/>
          </a:xfrm>
          <a:solidFill>
            <a:schemeClr val="accent6"/>
          </a:solidFill>
        </p:grpSpPr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C39DF2EC-D546-8197-FB9B-F9CA1AEBAB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8353" y="1737798"/>
              <a:ext cx="525037" cy="925595"/>
            </a:xfrm>
            <a:custGeom>
              <a:avLst/>
              <a:gdLst/>
              <a:ahLst/>
              <a:cxnLst/>
              <a:rect l="l" t="t" r="r" b="b"/>
              <a:pathLst>
                <a:path w="525037" h="925595">
                  <a:moveTo>
                    <a:pt x="512713" y="0"/>
                  </a:moveTo>
                  <a:lnTo>
                    <a:pt x="512713" y="75181"/>
                  </a:lnTo>
                  <a:cubicBezTo>
                    <a:pt x="461770" y="118729"/>
                    <a:pt x="422536" y="174191"/>
                    <a:pt x="395011" y="241567"/>
                  </a:cubicBezTo>
                  <a:cubicBezTo>
                    <a:pt x="367485" y="308942"/>
                    <a:pt x="353722" y="373031"/>
                    <a:pt x="353722" y="433834"/>
                  </a:cubicBezTo>
                  <a:lnTo>
                    <a:pt x="353722" y="443694"/>
                  </a:lnTo>
                  <a:cubicBezTo>
                    <a:pt x="408773" y="465879"/>
                    <a:pt x="451089" y="497923"/>
                    <a:pt x="480668" y="539827"/>
                  </a:cubicBezTo>
                  <a:cubicBezTo>
                    <a:pt x="510248" y="581732"/>
                    <a:pt x="525037" y="629799"/>
                    <a:pt x="525037" y="684028"/>
                  </a:cubicBezTo>
                  <a:cubicBezTo>
                    <a:pt x="525037" y="751404"/>
                    <a:pt x="501826" y="808509"/>
                    <a:pt x="455402" y="855343"/>
                  </a:cubicBezTo>
                  <a:cubicBezTo>
                    <a:pt x="408979" y="902177"/>
                    <a:pt x="352901" y="925595"/>
                    <a:pt x="287168" y="925595"/>
                  </a:cubicBezTo>
                  <a:cubicBezTo>
                    <a:pt x="200073" y="925595"/>
                    <a:pt x="130437" y="897453"/>
                    <a:pt x="78262" y="841170"/>
                  </a:cubicBezTo>
                  <a:cubicBezTo>
                    <a:pt x="26087" y="784886"/>
                    <a:pt x="0" y="703748"/>
                    <a:pt x="0" y="597754"/>
                  </a:cubicBezTo>
                  <a:cubicBezTo>
                    <a:pt x="0" y="454786"/>
                    <a:pt x="44164" y="328251"/>
                    <a:pt x="132492" y="218149"/>
                  </a:cubicBezTo>
                  <a:cubicBezTo>
                    <a:pt x="220820" y="108048"/>
                    <a:pt x="347560" y="35331"/>
                    <a:pt x="51271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ts val="2400"/>
                </a:lnSpc>
                <a:spcBef>
                  <a:spcPts val="0"/>
                </a:spcBef>
                <a:buFontTx/>
                <a:buNone/>
                <a:defRPr kumimoji="0" lang="pt-BR" sz="19900" b="0" i="0" u="none" strike="noStrike" kern="1200" cap="none" spc="200" normalizeH="0" baseline="0" smtClean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Gill Sans Nova Cond XBd" panose="020B0A06020104020203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064C4C"/>
                </a:solidFill>
              </a:endParaRP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E99CE044-CF85-2520-E9FD-1224AC560B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13048" y="1737798"/>
              <a:ext cx="525037" cy="925595"/>
            </a:xfrm>
            <a:custGeom>
              <a:avLst/>
              <a:gdLst/>
              <a:ahLst/>
              <a:cxnLst/>
              <a:rect l="l" t="t" r="r" b="b"/>
              <a:pathLst>
                <a:path w="525037" h="925595">
                  <a:moveTo>
                    <a:pt x="512713" y="0"/>
                  </a:moveTo>
                  <a:lnTo>
                    <a:pt x="512713" y="75181"/>
                  </a:lnTo>
                  <a:cubicBezTo>
                    <a:pt x="462592" y="118729"/>
                    <a:pt x="423563" y="174191"/>
                    <a:pt x="395627" y="241567"/>
                  </a:cubicBezTo>
                  <a:cubicBezTo>
                    <a:pt x="367690" y="308942"/>
                    <a:pt x="353722" y="373031"/>
                    <a:pt x="353722" y="433834"/>
                  </a:cubicBezTo>
                  <a:lnTo>
                    <a:pt x="353722" y="443694"/>
                  </a:lnTo>
                  <a:cubicBezTo>
                    <a:pt x="409595" y="465879"/>
                    <a:pt x="452115" y="497923"/>
                    <a:pt x="481284" y="539827"/>
                  </a:cubicBezTo>
                  <a:cubicBezTo>
                    <a:pt x="510453" y="581732"/>
                    <a:pt x="525037" y="629799"/>
                    <a:pt x="525037" y="684028"/>
                  </a:cubicBezTo>
                  <a:cubicBezTo>
                    <a:pt x="525037" y="751404"/>
                    <a:pt x="502031" y="808509"/>
                    <a:pt x="456018" y="855343"/>
                  </a:cubicBezTo>
                  <a:cubicBezTo>
                    <a:pt x="410006" y="902177"/>
                    <a:pt x="354133" y="925595"/>
                    <a:pt x="288401" y="925595"/>
                  </a:cubicBezTo>
                  <a:cubicBezTo>
                    <a:pt x="200484" y="925595"/>
                    <a:pt x="130437" y="897453"/>
                    <a:pt x="78262" y="841170"/>
                  </a:cubicBezTo>
                  <a:cubicBezTo>
                    <a:pt x="26087" y="784886"/>
                    <a:pt x="0" y="703748"/>
                    <a:pt x="0" y="597754"/>
                  </a:cubicBezTo>
                  <a:cubicBezTo>
                    <a:pt x="0" y="454786"/>
                    <a:pt x="44164" y="328251"/>
                    <a:pt x="132492" y="218149"/>
                  </a:cubicBezTo>
                  <a:cubicBezTo>
                    <a:pt x="220820" y="108048"/>
                    <a:pt x="347560" y="35331"/>
                    <a:pt x="512713" y="0"/>
                  </a:cubicBezTo>
                  <a:close/>
                </a:path>
              </a:pathLst>
            </a:custGeom>
            <a:grpFill/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 algn="l" defTabSz="914400" rtl="0" eaLnBrk="1" latinLnBrk="0" hangingPunct="1">
                <a:lnSpc>
                  <a:spcPts val="2400"/>
                </a:lnSpc>
                <a:spcBef>
                  <a:spcPts val="0"/>
                </a:spcBef>
                <a:buFontTx/>
                <a:buNone/>
                <a:defRPr kumimoji="0" lang="pt-BR" sz="19900" b="0" i="0" u="none" strike="noStrike" kern="1200" cap="none" spc="200" normalizeH="0" baseline="0" smtClean="0">
                  <a:ln>
                    <a:noFill/>
                  </a:ln>
                  <a:solidFill>
                    <a:srgbClr val="4D4D4D"/>
                  </a:solidFill>
                  <a:effectLst/>
                  <a:uLnTx/>
                  <a:uFillTx/>
                  <a:latin typeface="Gill Sans Nova Cond XBd" panose="020B0A06020104020203" pitchFamily="34" charset="0"/>
                  <a:ea typeface="+mn-ea"/>
                  <a:cs typeface="Arial" panose="020B0604020202020204" pitchFamily="34" charset="0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lang="pt-BR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064C4C"/>
                </a:solidFill>
              </a:endParaRPr>
            </a:p>
          </p:txBody>
        </p:sp>
      </p:grpSp>
      <p:sp>
        <p:nvSpPr>
          <p:cNvPr id="7" name="Espaço Reservado para Texto 17">
            <a:extLst>
              <a:ext uri="{FF2B5EF4-FFF2-40B4-BE49-F238E27FC236}">
                <a16:creationId xmlns:a16="http://schemas.microsoft.com/office/drawing/2014/main" id="{8661EE0B-34EC-2BAE-8730-B5DA83ADCA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66202" y="5741596"/>
            <a:ext cx="466859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200" smtClean="0">
                <a:solidFill>
                  <a:schemeClr val="tx2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/>
              <a:t>@ lorem.com</a:t>
            </a:r>
          </a:p>
        </p:txBody>
      </p:sp>
      <p:sp>
        <p:nvSpPr>
          <p:cNvPr id="6" name="Espaço Reservado para Texto 17">
            <a:extLst>
              <a:ext uri="{FF2B5EF4-FFF2-40B4-BE49-F238E27FC236}">
                <a16:creationId xmlns:a16="http://schemas.microsoft.com/office/drawing/2014/main" id="{3693D429-68CF-A623-A28E-FDC7921409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66203" y="5299139"/>
            <a:ext cx="4668597" cy="3154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pt-BR" sz="1600" b="1" smtClean="0">
                <a:solidFill>
                  <a:schemeClr val="tx2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/>
              <a:t>Instituição</a:t>
            </a:r>
            <a:r>
              <a:rPr lang="en-US"/>
              <a:t>/</a:t>
            </a:r>
            <a:r>
              <a:rPr lang="en-US" err="1"/>
              <a:t>Departamento</a:t>
            </a:r>
            <a:endParaRPr lang="en-US"/>
          </a:p>
        </p:txBody>
      </p:sp>
      <p:sp>
        <p:nvSpPr>
          <p:cNvPr id="8" name="Espaço Reservado para Texto 13">
            <a:extLst>
              <a:ext uri="{FF2B5EF4-FFF2-40B4-BE49-F238E27FC236}">
                <a16:creationId xmlns:a16="http://schemas.microsoft.com/office/drawing/2014/main" id="{176CB492-DA40-527C-1086-8C2EC8D5FD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66202" y="2278783"/>
            <a:ext cx="466859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lnSpc>
                <a:spcPts val="2400"/>
              </a:lnSpc>
              <a:spcBef>
                <a:spcPts val="0"/>
              </a:spcBef>
              <a:buFontTx/>
              <a:buNone/>
              <a:defRPr kumimoji="0" lang="pt-BR" sz="2000" b="0" i="0" u="none" strike="noStrike" cap="none" spc="200" normalizeH="0" baseline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Calibri (Corpo)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rgbClr val="064C4C"/>
                </a:solidFill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err="1">
                <a:solidFill>
                  <a:srgbClr val="064C4C"/>
                </a:solidFill>
              </a:rPr>
              <a:t>urna</a:t>
            </a:r>
            <a:r>
              <a:rPr lang="en-US">
                <a:solidFill>
                  <a:srgbClr val="064C4C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054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7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2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>
        <p:tmplLst>
          <p:tmpl>
            <p:tnLst>
              <p:par>
                <p:cTn presetID="10" presetClass="entr" presetSubtype="0" fill="hold" nodeType="withEffect">
                  <p:stCondLst>
                    <p:cond delay="2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>
        <p:tmplLst>
          <p:tmpl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erramento_opcao6_txt">
    <p:bg>
      <p:bgPr>
        <a:gradFill flip="none" rotWithShape="1">
          <a:gsLst>
            <a:gs pos="0">
              <a:srgbClr val="FFFFFF"/>
            </a:gs>
            <a:gs pos="67000">
              <a:srgbClr val="FFFFFF"/>
            </a:gs>
            <a:gs pos="78000">
              <a:schemeClr val="bg1">
                <a:alpha val="46000"/>
              </a:schemeClr>
            </a:gs>
            <a:gs pos="100000">
              <a:schemeClr val="bg2">
                <a:alpha val="77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F0FC8CA4-9AB1-E45A-5A92-7C1079805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192990" y="3492799"/>
            <a:ext cx="808450" cy="894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Isosceles Triangle 51">
            <a:extLst>
              <a:ext uri="{FF2B5EF4-FFF2-40B4-BE49-F238E27FC236}">
                <a16:creationId xmlns:a16="http://schemas.microsoft.com/office/drawing/2014/main" id="{0EA845AD-D1CF-B88D-3574-17C440723D8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094991" y="5547171"/>
            <a:ext cx="286360" cy="209989"/>
          </a:xfrm>
          <a:custGeom>
            <a:avLst/>
            <a:gdLst/>
            <a:ahLst/>
            <a:cxnLst/>
            <a:rect l="l" t="t" r="r" b="b"/>
            <a:pathLst>
              <a:path w="3240001" h="2375905">
                <a:moveTo>
                  <a:pt x="1974640" y="1379575"/>
                </a:moveTo>
                <a:lnTo>
                  <a:pt x="3240001" y="2375905"/>
                </a:lnTo>
                <a:lnTo>
                  <a:pt x="1" y="2375905"/>
                </a:lnTo>
                <a:lnTo>
                  <a:pt x="1269863" y="1399042"/>
                </a:lnTo>
                <a:lnTo>
                  <a:pt x="1610574" y="1745545"/>
                </a:lnTo>
                <a:close/>
                <a:moveTo>
                  <a:pt x="3240001" y="126952"/>
                </a:moveTo>
                <a:lnTo>
                  <a:pt x="3240001" y="2258912"/>
                </a:lnTo>
                <a:lnTo>
                  <a:pt x="2032457" y="1334195"/>
                </a:lnTo>
                <a:close/>
                <a:moveTo>
                  <a:pt x="0" y="117525"/>
                </a:moveTo>
                <a:lnTo>
                  <a:pt x="1207545" y="1324768"/>
                </a:lnTo>
                <a:lnTo>
                  <a:pt x="0" y="2249485"/>
                </a:lnTo>
                <a:close/>
                <a:moveTo>
                  <a:pt x="0" y="0"/>
                </a:moveTo>
                <a:lnTo>
                  <a:pt x="3240000" y="0"/>
                </a:lnTo>
                <a:lnTo>
                  <a:pt x="1610572" y="162051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/>
          </a:p>
        </p:txBody>
      </p:sp>
      <p:grpSp>
        <p:nvGrpSpPr>
          <p:cNvPr id="35" name="Group 2">
            <a:extLst>
              <a:ext uri="{FF2B5EF4-FFF2-40B4-BE49-F238E27FC236}">
                <a16:creationId xmlns:a16="http://schemas.microsoft.com/office/drawing/2014/main" id="{F34BCE73-DCFC-8287-CD68-F27C8C8EC62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099350" y="5878248"/>
            <a:ext cx="284694" cy="284694"/>
            <a:chOff x="8836748" y="3446114"/>
            <a:chExt cx="457200" cy="457200"/>
          </a:xfrm>
        </p:grpSpPr>
        <p:sp>
          <p:nvSpPr>
            <p:cNvPr id="36" name="Oval 175">
              <a:extLst>
                <a:ext uri="{FF2B5EF4-FFF2-40B4-BE49-F238E27FC236}">
                  <a16:creationId xmlns:a16="http://schemas.microsoft.com/office/drawing/2014/main" id="{9145BE7C-60EB-B5A3-BFC7-F502A6CC27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836748" y="3446114"/>
              <a:ext cx="457200" cy="4572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053" dirty="0"/>
            </a:p>
          </p:txBody>
        </p:sp>
        <p:grpSp>
          <p:nvGrpSpPr>
            <p:cNvPr id="37" name="Group 184">
              <a:extLst>
                <a:ext uri="{FF2B5EF4-FFF2-40B4-BE49-F238E27FC236}">
                  <a16:creationId xmlns:a16="http://schemas.microsoft.com/office/drawing/2014/main" id="{2117CC61-4805-3858-5ED1-8FB52509350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939655" y="3548286"/>
              <a:ext cx="251387" cy="252857"/>
              <a:chOff x="2270915" y="2367169"/>
              <a:chExt cx="251387" cy="252857"/>
            </a:xfrm>
          </p:grpSpPr>
          <p:sp>
            <p:nvSpPr>
              <p:cNvPr id="38" name="Freeform 108">
                <a:extLst>
                  <a:ext uri="{FF2B5EF4-FFF2-40B4-BE49-F238E27FC236}">
                    <a16:creationId xmlns:a16="http://schemas.microsoft.com/office/drawing/2014/main" id="{67776BE1-A557-B1EF-A36C-1F09EFF49C4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2270915" y="2367169"/>
                <a:ext cx="251387" cy="252857"/>
              </a:xfrm>
              <a:custGeom>
                <a:avLst/>
                <a:gdLst>
                  <a:gd name="T0" fmla="*/ 52 w 104"/>
                  <a:gd name="T1" fmla="*/ 10 h 105"/>
                  <a:gd name="T2" fmla="*/ 73 w 104"/>
                  <a:gd name="T3" fmla="*/ 10 h 105"/>
                  <a:gd name="T4" fmla="*/ 83 w 104"/>
                  <a:gd name="T5" fmla="*/ 12 h 105"/>
                  <a:gd name="T6" fmla="*/ 89 w 104"/>
                  <a:gd name="T7" fmla="*/ 16 h 105"/>
                  <a:gd name="T8" fmla="*/ 92 w 104"/>
                  <a:gd name="T9" fmla="*/ 22 h 105"/>
                  <a:gd name="T10" fmla="*/ 94 w 104"/>
                  <a:gd name="T11" fmla="*/ 31 h 105"/>
                  <a:gd name="T12" fmla="*/ 95 w 104"/>
                  <a:gd name="T13" fmla="*/ 53 h 105"/>
                  <a:gd name="T14" fmla="*/ 94 w 104"/>
                  <a:gd name="T15" fmla="*/ 74 h 105"/>
                  <a:gd name="T16" fmla="*/ 92 w 104"/>
                  <a:gd name="T17" fmla="*/ 83 h 105"/>
                  <a:gd name="T18" fmla="*/ 89 w 104"/>
                  <a:gd name="T19" fmla="*/ 89 h 105"/>
                  <a:gd name="T20" fmla="*/ 83 w 104"/>
                  <a:gd name="T21" fmla="*/ 93 h 105"/>
                  <a:gd name="T22" fmla="*/ 73 w 104"/>
                  <a:gd name="T23" fmla="*/ 95 h 105"/>
                  <a:gd name="T24" fmla="*/ 52 w 104"/>
                  <a:gd name="T25" fmla="*/ 95 h 105"/>
                  <a:gd name="T26" fmla="*/ 31 w 104"/>
                  <a:gd name="T27" fmla="*/ 95 h 105"/>
                  <a:gd name="T28" fmla="*/ 21 w 104"/>
                  <a:gd name="T29" fmla="*/ 93 h 105"/>
                  <a:gd name="T30" fmla="*/ 15 w 104"/>
                  <a:gd name="T31" fmla="*/ 89 h 105"/>
                  <a:gd name="T32" fmla="*/ 11 w 104"/>
                  <a:gd name="T33" fmla="*/ 83 h 105"/>
                  <a:gd name="T34" fmla="*/ 10 w 104"/>
                  <a:gd name="T35" fmla="*/ 74 h 105"/>
                  <a:gd name="T36" fmla="*/ 9 w 104"/>
                  <a:gd name="T37" fmla="*/ 53 h 105"/>
                  <a:gd name="T38" fmla="*/ 10 w 104"/>
                  <a:gd name="T39" fmla="*/ 31 h 105"/>
                  <a:gd name="T40" fmla="*/ 11 w 104"/>
                  <a:gd name="T41" fmla="*/ 22 h 105"/>
                  <a:gd name="T42" fmla="*/ 15 w 104"/>
                  <a:gd name="T43" fmla="*/ 16 h 105"/>
                  <a:gd name="T44" fmla="*/ 21 w 104"/>
                  <a:gd name="T45" fmla="*/ 12 h 105"/>
                  <a:gd name="T46" fmla="*/ 31 w 104"/>
                  <a:gd name="T47" fmla="*/ 10 h 105"/>
                  <a:gd name="T48" fmla="*/ 52 w 104"/>
                  <a:gd name="T49" fmla="*/ 10 h 105"/>
                  <a:gd name="T50" fmla="*/ 52 w 104"/>
                  <a:gd name="T51" fmla="*/ 0 h 105"/>
                  <a:gd name="T52" fmla="*/ 30 w 104"/>
                  <a:gd name="T53" fmla="*/ 1 h 105"/>
                  <a:gd name="T54" fmla="*/ 18 w 104"/>
                  <a:gd name="T55" fmla="*/ 3 h 105"/>
                  <a:gd name="T56" fmla="*/ 9 w 104"/>
                  <a:gd name="T57" fmla="*/ 9 h 105"/>
                  <a:gd name="T58" fmla="*/ 3 w 104"/>
                  <a:gd name="T59" fmla="*/ 18 h 105"/>
                  <a:gd name="T60" fmla="*/ 0 w 104"/>
                  <a:gd name="T61" fmla="*/ 31 h 105"/>
                  <a:gd name="T62" fmla="*/ 0 w 104"/>
                  <a:gd name="T63" fmla="*/ 53 h 105"/>
                  <a:gd name="T64" fmla="*/ 0 w 104"/>
                  <a:gd name="T65" fmla="*/ 74 h 105"/>
                  <a:gd name="T66" fmla="*/ 3 w 104"/>
                  <a:gd name="T67" fmla="*/ 87 h 105"/>
                  <a:gd name="T68" fmla="*/ 9 w 104"/>
                  <a:gd name="T69" fmla="*/ 96 h 105"/>
                  <a:gd name="T70" fmla="*/ 18 w 104"/>
                  <a:gd name="T71" fmla="*/ 102 h 105"/>
                  <a:gd name="T72" fmla="*/ 30 w 104"/>
                  <a:gd name="T73" fmla="*/ 104 h 105"/>
                  <a:gd name="T74" fmla="*/ 52 w 104"/>
                  <a:gd name="T75" fmla="*/ 105 h 105"/>
                  <a:gd name="T76" fmla="*/ 73 w 104"/>
                  <a:gd name="T77" fmla="*/ 104 h 105"/>
                  <a:gd name="T78" fmla="*/ 86 w 104"/>
                  <a:gd name="T79" fmla="*/ 102 h 105"/>
                  <a:gd name="T80" fmla="*/ 95 w 104"/>
                  <a:gd name="T81" fmla="*/ 96 h 105"/>
                  <a:gd name="T82" fmla="*/ 101 w 104"/>
                  <a:gd name="T83" fmla="*/ 87 h 105"/>
                  <a:gd name="T84" fmla="*/ 104 w 104"/>
                  <a:gd name="T85" fmla="*/ 74 h 105"/>
                  <a:gd name="T86" fmla="*/ 104 w 104"/>
                  <a:gd name="T87" fmla="*/ 53 h 105"/>
                  <a:gd name="T88" fmla="*/ 104 w 104"/>
                  <a:gd name="T89" fmla="*/ 31 h 105"/>
                  <a:gd name="T90" fmla="*/ 101 w 104"/>
                  <a:gd name="T91" fmla="*/ 18 h 105"/>
                  <a:gd name="T92" fmla="*/ 95 w 104"/>
                  <a:gd name="T93" fmla="*/ 9 h 105"/>
                  <a:gd name="T94" fmla="*/ 86 w 104"/>
                  <a:gd name="T95" fmla="*/ 3 h 105"/>
                  <a:gd name="T96" fmla="*/ 73 w 104"/>
                  <a:gd name="T97" fmla="*/ 1 h 105"/>
                  <a:gd name="T98" fmla="*/ 52 w 104"/>
                  <a:gd name="T99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4" h="105">
                    <a:moveTo>
                      <a:pt x="52" y="10"/>
                    </a:moveTo>
                    <a:cubicBezTo>
                      <a:pt x="66" y="10"/>
                      <a:pt x="67" y="10"/>
                      <a:pt x="73" y="10"/>
                    </a:cubicBezTo>
                    <a:cubicBezTo>
                      <a:pt x="78" y="10"/>
                      <a:pt x="81" y="11"/>
                      <a:pt x="83" y="12"/>
                    </a:cubicBezTo>
                    <a:cubicBezTo>
                      <a:pt x="85" y="13"/>
                      <a:pt x="87" y="14"/>
                      <a:pt x="89" y="16"/>
                    </a:cubicBezTo>
                    <a:cubicBezTo>
                      <a:pt x="90" y="18"/>
                      <a:pt x="91" y="19"/>
                      <a:pt x="92" y="22"/>
                    </a:cubicBezTo>
                    <a:cubicBezTo>
                      <a:pt x="93" y="24"/>
                      <a:pt x="94" y="26"/>
                      <a:pt x="94" y="31"/>
                    </a:cubicBezTo>
                    <a:cubicBezTo>
                      <a:pt x="94" y="37"/>
                      <a:pt x="95" y="39"/>
                      <a:pt x="95" y="53"/>
                    </a:cubicBezTo>
                    <a:cubicBezTo>
                      <a:pt x="95" y="66"/>
                      <a:pt x="94" y="68"/>
                      <a:pt x="94" y="74"/>
                    </a:cubicBezTo>
                    <a:cubicBezTo>
                      <a:pt x="94" y="79"/>
                      <a:pt x="93" y="81"/>
                      <a:pt x="92" y="83"/>
                    </a:cubicBezTo>
                    <a:cubicBezTo>
                      <a:pt x="91" y="86"/>
                      <a:pt x="90" y="87"/>
                      <a:pt x="89" y="89"/>
                    </a:cubicBezTo>
                    <a:cubicBezTo>
                      <a:pt x="87" y="91"/>
                      <a:pt x="85" y="92"/>
                      <a:pt x="83" y="93"/>
                    </a:cubicBezTo>
                    <a:cubicBezTo>
                      <a:pt x="81" y="94"/>
                      <a:pt x="78" y="95"/>
                      <a:pt x="73" y="95"/>
                    </a:cubicBezTo>
                    <a:cubicBezTo>
                      <a:pt x="67" y="95"/>
                      <a:pt x="66" y="95"/>
                      <a:pt x="52" y="95"/>
                    </a:cubicBezTo>
                    <a:cubicBezTo>
                      <a:pt x="38" y="95"/>
                      <a:pt x="36" y="95"/>
                      <a:pt x="31" y="95"/>
                    </a:cubicBezTo>
                    <a:cubicBezTo>
                      <a:pt x="26" y="95"/>
                      <a:pt x="23" y="94"/>
                      <a:pt x="21" y="93"/>
                    </a:cubicBezTo>
                    <a:cubicBezTo>
                      <a:pt x="19" y="92"/>
                      <a:pt x="17" y="91"/>
                      <a:pt x="15" y="89"/>
                    </a:cubicBezTo>
                    <a:cubicBezTo>
                      <a:pt x="13" y="87"/>
                      <a:pt x="12" y="86"/>
                      <a:pt x="11" y="83"/>
                    </a:cubicBezTo>
                    <a:cubicBezTo>
                      <a:pt x="11" y="81"/>
                      <a:pt x="10" y="79"/>
                      <a:pt x="10" y="74"/>
                    </a:cubicBezTo>
                    <a:cubicBezTo>
                      <a:pt x="9" y="68"/>
                      <a:pt x="9" y="66"/>
                      <a:pt x="9" y="53"/>
                    </a:cubicBezTo>
                    <a:cubicBezTo>
                      <a:pt x="9" y="39"/>
                      <a:pt x="9" y="37"/>
                      <a:pt x="10" y="31"/>
                    </a:cubicBezTo>
                    <a:cubicBezTo>
                      <a:pt x="10" y="26"/>
                      <a:pt x="11" y="24"/>
                      <a:pt x="11" y="22"/>
                    </a:cubicBezTo>
                    <a:cubicBezTo>
                      <a:pt x="12" y="19"/>
                      <a:pt x="13" y="18"/>
                      <a:pt x="15" y="16"/>
                    </a:cubicBezTo>
                    <a:cubicBezTo>
                      <a:pt x="17" y="14"/>
                      <a:pt x="19" y="13"/>
                      <a:pt x="21" y="12"/>
                    </a:cubicBezTo>
                    <a:cubicBezTo>
                      <a:pt x="23" y="11"/>
                      <a:pt x="26" y="10"/>
                      <a:pt x="31" y="10"/>
                    </a:cubicBezTo>
                    <a:cubicBezTo>
                      <a:pt x="36" y="10"/>
                      <a:pt x="38" y="10"/>
                      <a:pt x="52" y="10"/>
                    </a:cubicBezTo>
                    <a:moveTo>
                      <a:pt x="52" y="0"/>
                    </a:moveTo>
                    <a:cubicBezTo>
                      <a:pt x="38" y="0"/>
                      <a:pt x="36" y="1"/>
                      <a:pt x="30" y="1"/>
                    </a:cubicBezTo>
                    <a:cubicBezTo>
                      <a:pt x="25" y="1"/>
                      <a:pt x="21" y="2"/>
                      <a:pt x="18" y="3"/>
                    </a:cubicBezTo>
                    <a:cubicBezTo>
                      <a:pt x="14" y="5"/>
                      <a:pt x="11" y="6"/>
                      <a:pt x="9" y="9"/>
                    </a:cubicBezTo>
                    <a:cubicBezTo>
                      <a:pt x="6" y="12"/>
                      <a:pt x="4" y="15"/>
                      <a:pt x="3" y="18"/>
                    </a:cubicBezTo>
                    <a:cubicBezTo>
                      <a:pt x="1" y="22"/>
                      <a:pt x="0" y="26"/>
                      <a:pt x="0" y="31"/>
                    </a:cubicBezTo>
                    <a:cubicBezTo>
                      <a:pt x="0" y="37"/>
                      <a:pt x="0" y="38"/>
                      <a:pt x="0" y="53"/>
                    </a:cubicBezTo>
                    <a:cubicBezTo>
                      <a:pt x="0" y="67"/>
                      <a:pt x="0" y="68"/>
                      <a:pt x="0" y="74"/>
                    </a:cubicBezTo>
                    <a:cubicBezTo>
                      <a:pt x="0" y="79"/>
                      <a:pt x="1" y="83"/>
                      <a:pt x="3" y="87"/>
                    </a:cubicBezTo>
                    <a:cubicBezTo>
                      <a:pt x="4" y="90"/>
                      <a:pt x="6" y="93"/>
                      <a:pt x="9" y="96"/>
                    </a:cubicBezTo>
                    <a:cubicBezTo>
                      <a:pt x="11" y="99"/>
                      <a:pt x="14" y="100"/>
                      <a:pt x="18" y="102"/>
                    </a:cubicBezTo>
                    <a:cubicBezTo>
                      <a:pt x="21" y="103"/>
                      <a:pt x="25" y="104"/>
                      <a:pt x="30" y="104"/>
                    </a:cubicBezTo>
                    <a:cubicBezTo>
                      <a:pt x="36" y="104"/>
                      <a:pt x="38" y="105"/>
                      <a:pt x="52" y="105"/>
                    </a:cubicBezTo>
                    <a:cubicBezTo>
                      <a:pt x="66" y="105"/>
                      <a:pt x="68" y="104"/>
                      <a:pt x="73" y="104"/>
                    </a:cubicBezTo>
                    <a:cubicBezTo>
                      <a:pt x="79" y="104"/>
                      <a:pt x="83" y="103"/>
                      <a:pt x="86" y="102"/>
                    </a:cubicBezTo>
                    <a:cubicBezTo>
                      <a:pt x="89" y="100"/>
                      <a:pt x="92" y="99"/>
                      <a:pt x="95" y="96"/>
                    </a:cubicBezTo>
                    <a:cubicBezTo>
                      <a:pt x="98" y="93"/>
                      <a:pt x="100" y="90"/>
                      <a:pt x="101" y="87"/>
                    </a:cubicBezTo>
                    <a:cubicBezTo>
                      <a:pt x="102" y="83"/>
                      <a:pt x="103" y="79"/>
                      <a:pt x="104" y="74"/>
                    </a:cubicBezTo>
                    <a:cubicBezTo>
                      <a:pt x="104" y="68"/>
                      <a:pt x="104" y="67"/>
                      <a:pt x="104" y="53"/>
                    </a:cubicBezTo>
                    <a:cubicBezTo>
                      <a:pt x="104" y="38"/>
                      <a:pt x="104" y="37"/>
                      <a:pt x="104" y="31"/>
                    </a:cubicBezTo>
                    <a:cubicBezTo>
                      <a:pt x="103" y="26"/>
                      <a:pt x="102" y="22"/>
                      <a:pt x="101" y="18"/>
                    </a:cubicBezTo>
                    <a:cubicBezTo>
                      <a:pt x="100" y="15"/>
                      <a:pt x="98" y="12"/>
                      <a:pt x="95" y="9"/>
                    </a:cubicBezTo>
                    <a:cubicBezTo>
                      <a:pt x="92" y="6"/>
                      <a:pt x="89" y="5"/>
                      <a:pt x="86" y="3"/>
                    </a:cubicBezTo>
                    <a:cubicBezTo>
                      <a:pt x="83" y="2"/>
                      <a:pt x="79" y="1"/>
                      <a:pt x="73" y="1"/>
                    </a:cubicBezTo>
                    <a:cubicBezTo>
                      <a:pt x="68" y="1"/>
                      <a:pt x="66" y="0"/>
                      <a:pt x="52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3" dirty="0"/>
              </a:p>
            </p:txBody>
          </p:sp>
          <p:sp>
            <p:nvSpPr>
              <p:cNvPr id="39" name="Freeform 109">
                <a:extLst>
                  <a:ext uri="{FF2B5EF4-FFF2-40B4-BE49-F238E27FC236}">
                    <a16:creationId xmlns:a16="http://schemas.microsoft.com/office/drawing/2014/main" id="{238986BB-928E-EE20-FA52-BD853E17042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2331189" y="2430383"/>
                <a:ext cx="130839" cy="127898"/>
              </a:xfrm>
              <a:custGeom>
                <a:avLst/>
                <a:gdLst>
                  <a:gd name="T0" fmla="*/ 27 w 54"/>
                  <a:gd name="T1" fmla="*/ 0 h 53"/>
                  <a:gd name="T2" fmla="*/ 0 w 54"/>
                  <a:gd name="T3" fmla="*/ 27 h 53"/>
                  <a:gd name="T4" fmla="*/ 27 w 54"/>
                  <a:gd name="T5" fmla="*/ 53 h 53"/>
                  <a:gd name="T6" fmla="*/ 54 w 54"/>
                  <a:gd name="T7" fmla="*/ 27 h 53"/>
                  <a:gd name="T8" fmla="*/ 27 w 54"/>
                  <a:gd name="T9" fmla="*/ 0 h 53"/>
                  <a:gd name="T10" fmla="*/ 27 w 54"/>
                  <a:gd name="T11" fmla="*/ 44 h 53"/>
                  <a:gd name="T12" fmla="*/ 10 w 54"/>
                  <a:gd name="T13" fmla="*/ 27 h 53"/>
                  <a:gd name="T14" fmla="*/ 27 w 54"/>
                  <a:gd name="T15" fmla="*/ 9 h 53"/>
                  <a:gd name="T16" fmla="*/ 44 w 54"/>
                  <a:gd name="T17" fmla="*/ 27 h 53"/>
                  <a:gd name="T18" fmla="*/ 27 w 54"/>
                  <a:gd name="T19" fmla="*/ 44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" h="53">
                    <a:moveTo>
                      <a:pt x="27" y="0"/>
                    </a:moveTo>
                    <a:cubicBezTo>
                      <a:pt x="12" y="0"/>
                      <a:pt x="0" y="12"/>
                      <a:pt x="0" y="27"/>
                    </a:cubicBezTo>
                    <a:cubicBezTo>
                      <a:pt x="0" y="41"/>
                      <a:pt x="12" y="53"/>
                      <a:pt x="27" y="53"/>
                    </a:cubicBezTo>
                    <a:cubicBezTo>
                      <a:pt x="42" y="53"/>
                      <a:pt x="54" y="41"/>
                      <a:pt x="54" y="27"/>
                    </a:cubicBezTo>
                    <a:cubicBezTo>
                      <a:pt x="54" y="12"/>
                      <a:pt x="42" y="0"/>
                      <a:pt x="27" y="0"/>
                    </a:cubicBezTo>
                    <a:moveTo>
                      <a:pt x="27" y="44"/>
                    </a:moveTo>
                    <a:cubicBezTo>
                      <a:pt x="17" y="44"/>
                      <a:pt x="10" y="36"/>
                      <a:pt x="10" y="27"/>
                    </a:cubicBezTo>
                    <a:cubicBezTo>
                      <a:pt x="10" y="17"/>
                      <a:pt x="17" y="9"/>
                      <a:pt x="27" y="9"/>
                    </a:cubicBezTo>
                    <a:cubicBezTo>
                      <a:pt x="36" y="9"/>
                      <a:pt x="44" y="17"/>
                      <a:pt x="44" y="27"/>
                    </a:cubicBezTo>
                    <a:cubicBezTo>
                      <a:pt x="44" y="36"/>
                      <a:pt x="36" y="44"/>
                      <a:pt x="27" y="4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3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l 110">
                <a:extLst>
                  <a:ext uri="{FF2B5EF4-FFF2-40B4-BE49-F238E27FC236}">
                    <a16:creationId xmlns:a16="http://schemas.microsoft.com/office/drawing/2014/main" id="{023BA8DA-2B0D-B3FA-7389-F6F4773DAC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 bwMode="auto">
              <a:xfrm>
                <a:off x="2447327" y="2409802"/>
                <a:ext cx="30872" cy="3234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053" dirty="0"/>
              </a:p>
            </p:txBody>
          </p:sp>
        </p:grpSp>
      </p:grpSp>
      <p:sp>
        <p:nvSpPr>
          <p:cNvPr id="14" name="Espaço Reservado para Texto 14">
            <a:extLst>
              <a:ext uri="{FF2B5EF4-FFF2-40B4-BE49-F238E27FC236}">
                <a16:creationId xmlns:a16="http://schemas.microsoft.com/office/drawing/2014/main" id="{6BE2055A-DA4E-CEE5-E51D-5C6D4F3E3E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53924" y="857125"/>
            <a:ext cx="947516" cy="875903"/>
          </a:xfrm>
          <a:prstGeom prst="rect">
            <a:avLst/>
          </a:prstGeom>
          <a:ln>
            <a:solidFill>
              <a:schemeClr val="tx2">
                <a:alpha val="74118"/>
              </a:schemeClr>
            </a:solidFill>
            <a:prstDash val="dash"/>
          </a:ln>
        </p:spPr>
        <p:txBody>
          <a:bodyPr>
            <a:noAutofit/>
          </a:bodyPr>
          <a:lstStyle>
            <a:lvl1pPr algn="ctr">
              <a:lnSpc>
                <a:spcPts val="2000"/>
              </a:lnSpc>
              <a:spcBef>
                <a:spcPts val="600"/>
              </a:spcBef>
              <a:defRPr sz="16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SEU</a:t>
            </a:r>
            <a:br>
              <a:rPr lang="pt-BR"/>
            </a:br>
            <a:r>
              <a:rPr lang="pt-BR"/>
              <a:t>LOGO</a:t>
            </a:r>
            <a:br>
              <a:rPr lang="pt-BR"/>
            </a:br>
            <a:r>
              <a:rPr lang="pt-BR"/>
              <a:t>AQUI</a:t>
            </a:r>
          </a:p>
        </p:txBody>
      </p:sp>
      <p:sp>
        <p:nvSpPr>
          <p:cNvPr id="9" name="Espaço Reservado para Texto 18">
            <a:extLst>
              <a:ext uri="{FF2B5EF4-FFF2-40B4-BE49-F238E27FC236}">
                <a16:creationId xmlns:a16="http://schemas.microsoft.com/office/drawing/2014/main" id="{D1B8524E-E088-516E-FE66-2E2BE9A0CDA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5360" y="6008794"/>
            <a:ext cx="1759616" cy="35407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lang="pt-BR" sz="1600" b="1" baseline="0" dirty="0" smtClean="0">
                <a:solidFill>
                  <a:schemeClr val="tx2"/>
                </a:solidFill>
                <a:latin typeface="Century Gothic" panose="020B0502020202020204" pitchFamily="34" charset="0"/>
                <a:cs typeface="Poppins Light" panose="00000400000000000000" pitchFamily="50" charset="0"/>
              </a:defRPr>
            </a:lvl1pPr>
            <a:lvl2pPr marL="228600" indent="0">
              <a:buFontTx/>
              <a:buNone/>
              <a:defRPr lang="pt-BR" sz="1800" dirty="0" smtClean="0"/>
            </a:lvl2pPr>
            <a:lvl3pPr marL="685800" indent="0">
              <a:buFontTx/>
              <a:buNone/>
              <a:defRPr lang="pt-BR" sz="1800" dirty="0" smtClean="0"/>
            </a:lvl3pPr>
            <a:lvl4pPr marL="1143000" indent="0">
              <a:buFontTx/>
              <a:buNone/>
              <a:defRPr lang="pt-BR" dirty="0" smtClean="0"/>
            </a:lvl4pPr>
            <a:lvl5pPr marL="1600200" indent="0">
              <a:buFontTx/>
              <a:buNone/>
              <a:defRPr lang="pt-BR" dirty="0"/>
            </a:lvl5pPr>
          </a:lstStyle>
          <a:p>
            <a:pPr marL="0" lvl="0">
              <a:lnSpc>
                <a:spcPct val="130000"/>
              </a:lnSpc>
            </a:pPr>
            <a:r>
              <a:rPr lang="pt-BR"/>
              <a:t>Apresentação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567DDE35-EDA8-BE42-B949-422E068C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42800" y="4482041"/>
            <a:ext cx="1416225" cy="1437435"/>
          </a:xfrm>
          <a:prstGeom prst="rect">
            <a:avLst/>
          </a:prstGeom>
          <a:solidFill>
            <a:srgbClr val="FFFFFF"/>
          </a:solidFill>
          <a:ln>
            <a:solidFill>
              <a:schemeClr val="tx2">
                <a:alpha val="74118"/>
              </a:schemeClr>
            </a:solidFill>
            <a:prstDash val="dash"/>
          </a:ln>
        </p:spPr>
        <p:txBody>
          <a:bodyPr>
            <a:noAutofit/>
          </a:bodyPr>
          <a:lstStyle>
            <a:lvl1pPr algn="ctr">
              <a:lnSpc>
                <a:spcPts val="6400"/>
              </a:lnSpc>
              <a:spcBef>
                <a:spcPts val="0"/>
              </a:spcBef>
              <a:spcAft>
                <a:spcPts val="2400"/>
              </a:spcAft>
              <a:defRPr sz="16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QRCode</a:t>
            </a:r>
          </a:p>
        </p:txBody>
      </p:sp>
      <p:sp>
        <p:nvSpPr>
          <p:cNvPr id="7" name="Espaço Reservado para Texto 30">
            <a:extLst>
              <a:ext uri="{FF2B5EF4-FFF2-40B4-BE49-F238E27FC236}">
                <a16:creationId xmlns:a16="http://schemas.microsoft.com/office/drawing/2014/main" id="{48716854-DD73-43AD-5FC6-0132BE71CB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236" y="5901528"/>
            <a:ext cx="3271409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pt-BR" sz="1400" smtClean="0">
                <a:solidFill>
                  <a:schemeClr val="tx2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 marL="114300" indent="0">
              <a:buFontTx/>
              <a:buNone/>
              <a:defRPr lang="pt-BR" sz="1800" smtClean="0"/>
            </a:lvl2pPr>
            <a:lvl3pPr marL="571500" indent="0">
              <a:buFontTx/>
              <a:buNone/>
              <a:defRPr lang="pt-BR" sz="1800" smtClean="0"/>
            </a:lvl3pPr>
            <a:lvl4pPr marL="1028700" indent="0">
              <a:buFontTx/>
              <a:buNone/>
              <a:defRPr lang="pt-BR" smtClean="0"/>
            </a:lvl4pPr>
            <a:lvl5pPr marL="1485900" indent="0">
              <a:buFontTx/>
              <a:buNone/>
              <a:defRPr lang="pt-BR"/>
            </a:lvl5pPr>
          </a:lstStyle>
          <a:p>
            <a:r>
              <a:rPr lang="en-US"/>
              <a:t>@ lorem.com</a:t>
            </a:r>
          </a:p>
        </p:txBody>
      </p:sp>
      <p:sp>
        <p:nvSpPr>
          <p:cNvPr id="16" name="Espaço Reservado para Texto 30">
            <a:extLst>
              <a:ext uri="{FF2B5EF4-FFF2-40B4-BE49-F238E27FC236}">
                <a16:creationId xmlns:a16="http://schemas.microsoft.com/office/drawing/2014/main" id="{F67B6D5C-7C2F-2114-CAAD-9AB9D99F65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32236" y="5499319"/>
            <a:ext cx="3271409" cy="28469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pt-BR" sz="1400" baseline="0" smtClean="0">
                <a:solidFill>
                  <a:schemeClr val="tx2"/>
                </a:solidFill>
                <a:latin typeface="Century Gothic" panose="020B0502020202020204" pitchFamily="34" charset="0"/>
                <a:cs typeface="Segoe UI" panose="020B0502040204020203" pitchFamily="34" charset="0"/>
              </a:defRPr>
            </a:lvl1pPr>
            <a:lvl2pPr marL="114300" indent="0">
              <a:buFontTx/>
              <a:buNone/>
              <a:defRPr lang="pt-BR" sz="1800" smtClean="0"/>
            </a:lvl2pPr>
            <a:lvl3pPr marL="571500" indent="0">
              <a:buFontTx/>
              <a:buNone/>
              <a:defRPr lang="pt-BR" sz="1800" smtClean="0"/>
            </a:lvl3pPr>
            <a:lvl4pPr marL="1028700" indent="0">
              <a:buFontTx/>
              <a:buNone/>
              <a:defRPr lang="pt-BR" smtClean="0"/>
            </a:lvl4pPr>
            <a:lvl5pPr marL="1485900" indent="0">
              <a:buFontTx/>
              <a:buNone/>
              <a:defRPr lang="pt-BR"/>
            </a:lvl5pPr>
          </a:lstStyle>
          <a:p>
            <a:r>
              <a:rPr lang="en-US" err="1"/>
              <a:t>contato</a:t>
            </a:r>
            <a:r>
              <a:rPr lang="en-US"/>
              <a:t>@.com.br</a:t>
            </a:r>
          </a:p>
        </p:txBody>
      </p:sp>
      <p:sp>
        <p:nvSpPr>
          <p:cNvPr id="12" name="Espaço Reservado para Texto 12">
            <a:extLst>
              <a:ext uri="{FF2B5EF4-FFF2-40B4-BE49-F238E27FC236}">
                <a16:creationId xmlns:a16="http://schemas.microsoft.com/office/drawing/2014/main" id="{56D4E67A-A2A3-E0A2-993E-A0051B4E64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7944" y="2460284"/>
            <a:ext cx="6367256" cy="107721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lvl1pPr>
              <a:lnSpc>
                <a:spcPct val="100000"/>
              </a:lnSpc>
              <a:defRPr lang="pt-BR" sz="8000" b="1" spc="-150" smtClean="0">
                <a:solidFill>
                  <a:schemeClr val="tx2"/>
                </a:solidFill>
                <a:effectLst/>
                <a:latin typeface="Century Gothic" panose="020B0502020202020204" pitchFamily="34" charset="0"/>
              </a:defRPr>
            </a:lvl1pPr>
            <a:lvl2pPr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pPr marL="0" marR="0" lvl="0" indent="0" fontAlgn="auto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pt-BR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3077134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45456 -0.00533 L -2.08333E-6 -0.00208 " pathEditMode="relative" rAng="0" ptsTypes="AA">
                                      <p:cBhvr>
                                        <p:cTn id="9" dur="1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21" y="16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2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0" grpId="0" animBg="1"/>
      <p:bldP spid="9" grpId="0">
        <p:tmplLst>
          <p:tmpl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75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250"/>
                  </p:stCondLst>
                  <p:childTnLst>
                    <p:animMotion origin="layout" path="M -0.45456 -0.00533 L -2.08333E-6 -0.00208 " pathEditMode="relative" rAng="0" ptsTypes="AA">
                      <p:cBhvr>
                        <p:cTn dur="1750" fill="hold"/>
                        <p:tgtEl>
                          <p:spTgt spid="12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22721" y="162"/>
                    </p:animMotion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ao_opcao3_txt_img">
    <p:bg>
      <p:bgPr>
        <a:gradFill flip="none" rotWithShape="1">
          <a:gsLst>
            <a:gs pos="79000">
              <a:srgbClr val="FFFFFF"/>
            </a:gs>
            <a:gs pos="31300">
              <a:srgbClr val="FFFFFF"/>
            </a:gs>
            <a:gs pos="0">
              <a:schemeClr val="bg1"/>
            </a:gs>
            <a:gs pos="100000">
              <a:schemeClr val="bg1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7E8884D8-3A57-060C-EDBE-89D6F6B8F4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84155" y="-11778"/>
            <a:ext cx="5788758" cy="6869778"/>
          </a:xfrm>
          <a:prstGeom prst="rect">
            <a:avLst/>
          </a:prstGeom>
          <a:solidFill>
            <a:schemeClr val="bg2">
              <a:alpha val="4509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C404CD51-A5D0-444E-0A64-22993D3214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084153" y="334781"/>
            <a:ext cx="369435" cy="310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03F5076-38FF-116B-659F-4E2042A031BB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216963" y="1460594"/>
            <a:ext cx="1182887" cy="2202356"/>
            <a:chOff x="1949767" y="4414646"/>
            <a:chExt cx="810970" cy="1509903"/>
          </a:xfrm>
          <a:solidFill>
            <a:srgbClr val="5F706A">
              <a:alpha val="9020"/>
            </a:srgbClr>
          </a:solidFill>
        </p:grpSpPr>
        <p:sp>
          <p:nvSpPr>
            <p:cNvPr id="21" name="Forma Livre: Forma 20">
              <a:extLst>
                <a:ext uri="{FF2B5EF4-FFF2-40B4-BE49-F238E27FC236}">
                  <a16:creationId xmlns:a16="http://schemas.microsoft.com/office/drawing/2014/main" id="{43E754D9-FAE2-07C0-DC74-AD9FE0BBC5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949767" y="4414646"/>
              <a:ext cx="810970" cy="1095682"/>
            </a:xfrm>
            <a:custGeom>
              <a:avLst/>
              <a:gdLst/>
              <a:ahLst/>
              <a:cxnLst/>
              <a:rect l="l" t="t" r="r" b="b"/>
              <a:pathLst>
                <a:path w="810970" h="1095682">
                  <a:moveTo>
                    <a:pt x="403943" y="0"/>
                  </a:moveTo>
                  <a:cubicBezTo>
                    <a:pt x="489597" y="0"/>
                    <a:pt x="562917" y="15075"/>
                    <a:pt x="623902" y="45225"/>
                  </a:cubicBezTo>
                  <a:cubicBezTo>
                    <a:pt x="684887" y="75375"/>
                    <a:pt x="731312" y="119059"/>
                    <a:pt x="763175" y="176275"/>
                  </a:cubicBezTo>
                  <a:cubicBezTo>
                    <a:pt x="795038" y="233492"/>
                    <a:pt x="810970" y="302529"/>
                    <a:pt x="810970" y="383386"/>
                  </a:cubicBezTo>
                  <a:lnTo>
                    <a:pt x="810970" y="384414"/>
                  </a:lnTo>
                  <a:cubicBezTo>
                    <a:pt x="810970" y="435121"/>
                    <a:pt x="804117" y="480860"/>
                    <a:pt x="790413" y="521631"/>
                  </a:cubicBezTo>
                  <a:cubicBezTo>
                    <a:pt x="776708" y="562402"/>
                    <a:pt x="759920" y="597863"/>
                    <a:pt x="740048" y="628013"/>
                  </a:cubicBezTo>
                  <a:cubicBezTo>
                    <a:pt x="720177" y="658163"/>
                    <a:pt x="693453" y="694137"/>
                    <a:pt x="659877" y="735937"/>
                  </a:cubicBezTo>
                  <a:cubicBezTo>
                    <a:pt x="625615" y="777736"/>
                    <a:pt x="598548" y="814053"/>
                    <a:pt x="578677" y="844888"/>
                  </a:cubicBezTo>
                  <a:cubicBezTo>
                    <a:pt x="558805" y="875723"/>
                    <a:pt x="542017" y="912041"/>
                    <a:pt x="528312" y="953840"/>
                  </a:cubicBezTo>
                  <a:cubicBezTo>
                    <a:pt x="514608" y="995638"/>
                    <a:pt x="507756" y="1042919"/>
                    <a:pt x="507756" y="1095682"/>
                  </a:cubicBezTo>
                  <a:lnTo>
                    <a:pt x="262101" y="1095682"/>
                  </a:lnTo>
                  <a:cubicBezTo>
                    <a:pt x="262101" y="1029900"/>
                    <a:pt x="270152" y="971142"/>
                    <a:pt x="286255" y="919407"/>
                  </a:cubicBezTo>
                  <a:cubicBezTo>
                    <a:pt x="302358" y="867672"/>
                    <a:pt x="321887" y="823817"/>
                    <a:pt x="344842" y="787843"/>
                  </a:cubicBezTo>
                  <a:cubicBezTo>
                    <a:pt x="367797" y="751868"/>
                    <a:pt x="397776" y="710240"/>
                    <a:pt x="434779" y="662960"/>
                  </a:cubicBezTo>
                  <a:cubicBezTo>
                    <a:pt x="463558" y="626642"/>
                    <a:pt x="486000" y="596492"/>
                    <a:pt x="502102" y="572509"/>
                  </a:cubicBezTo>
                  <a:cubicBezTo>
                    <a:pt x="518205" y="548526"/>
                    <a:pt x="531567" y="521974"/>
                    <a:pt x="542188" y="492851"/>
                  </a:cubicBezTo>
                  <a:cubicBezTo>
                    <a:pt x="552809" y="463729"/>
                    <a:pt x="558120" y="432380"/>
                    <a:pt x="558120" y="398804"/>
                  </a:cubicBezTo>
                  <a:lnTo>
                    <a:pt x="558120" y="397776"/>
                  </a:lnTo>
                  <a:cubicBezTo>
                    <a:pt x="558120" y="344328"/>
                    <a:pt x="544758" y="303043"/>
                    <a:pt x="518034" y="273921"/>
                  </a:cubicBezTo>
                  <a:cubicBezTo>
                    <a:pt x="491310" y="244798"/>
                    <a:pt x="453965" y="230237"/>
                    <a:pt x="405999" y="230237"/>
                  </a:cubicBezTo>
                  <a:cubicBezTo>
                    <a:pt x="357348" y="230237"/>
                    <a:pt x="319660" y="247539"/>
                    <a:pt x="292936" y="282143"/>
                  </a:cubicBezTo>
                  <a:cubicBezTo>
                    <a:pt x="266212" y="316747"/>
                    <a:pt x="252508" y="365570"/>
                    <a:pt x="251822" y="428611"/>
                  </a:cubicBezTo>
                  <a:lnTo>
                    <a:pt x="251822" y="429639"/>
                  </a:lnTo>
                  <a:lnTo>
                    <a:pt x="0" y="429639"/>
                  </a:lnTo>
                  <a:lnTo>
                    <a:pt x="0" y="428611"/>
                  </a:lnTo>
                  <a:cubicBezTo>
                    <a:pt x="2741" y="338161"/>
                    <a:pt x="20557" y="260901"/>
                    <a:pt x="53448" y="196832"/>
                  </a:cubicBezTo>
                  <a:cubicBezTo>
                    <a:pt x="86339" y="132763"/>
                    <a:pt x="132592" y="83941"/>
                    <a:pt x="192207" y="50364"/>
                  </a:cubicBezTo>
                  <a:cubicBezTo>
                    <a:pt x="251822" y="16788"/>
                    <a:pt x="322401" y="0"/>
                    <a:pt x="4039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  <p:sp>
          <p:nvSpPr>
            <p:cNvPr id="20" name="Forma Livre: Forma 19">
              <a:extLst>
                <a:ext uri="{FF2B5EF4-FFF2-40B4-BE49-F238E27FC236}">
                  <a16:creationId xmlns:a16="http://schemas.microsoft.com/office/drawing/2014/main" id="{2EDF237F-4B25-8694-6E99-62606DF7B31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209812" y="5673755"/>
              <a:ext cx="250794" cy="250794"/>
            </a:xfrm>
            <a:custGeom>
              <a:avLst/>
              <a:gdLst/>
              <a:ahLst/>
              <a:cxnLst/>
              <a:rect l="l" t="t" r="r" b="b"/>
              <a:pathLst>
                <a:path w="250794" h="250794">
                  <a:moveTo>
                    <a:pt x="0" y="0"/>
                  </a:moveTo>
                  <a:lnTo>
                    <a:pt x="250794" y="0"/>
                  </a:lnTo>
                  <a:lnTo>
                    <a:pt x="250794" y="250794"/>
                  </a:lnTo>
                  <a:lnTo>
                    <a:pt x="0" y="250794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pt-BR"/>
            </a:p>
          </p:txBody>
        </p:sp>
      </p:grpSp>
      <p:sp>
        <p:nvSpPr>
          <p:cNvPr id="14" name="Retângulo 13">
            <a:extLst>
              <a:ext uri="{FF2B5EF4-FFF2-40B4-BE49-F238E27FC236}">
                <a16:creationId xmlns:a16="http://schemas.microsoft.com/office/drawing/2014/main" id="{5EF72925-15C2-5F9A-9AB5-8A981F0E60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290945" y="334781"/>
            <a:ext cx="639988" cy="3102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/>
          </a:p>
        </p:txBody>
      </p:sp>
      <p:sp>
        <p:nvSpPr>
          <p:cNvPr id="25" name="Espaço Reservado para Texto 14">
            <a:extLst>
              <a:ext uri="{FF2B5EF4-FFF2-40B4-BE49-F238E27FC236}">
                <a16:creationId xmlns:a16="http://schemas.microsoft.com/office/drawing/2014/main" id="{3729F044-27C5-6E1B-E492-EFF10E422F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47389" y="1103703"/>
            <a:ext cx="584394" cy="388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Font typeface="+mj-lt"/>
              <a:buNone/>
              <a:defRPr kumimoji="0" lang="pt-BR" sz="3000" b="1" i="0" u="none" strike="noStrike" cap="none" spc="20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Corpo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chemeClr val="bg1"/>
                </a:solidFill>
              </a:rPr>
              <a:t>A. </a:t>
            </a:r>
          </a:p>
        </p:txBody>
      </p:sp>
      <p:sp>
        <p:nvSpPr>
          <p:cNvPr id="26" name="Espaço Reservado para Texto 14">
            <a:extLst>
              <a:ext uri="{FF2B5EF4-FFF2-40B4-BE49-F238E27FC236}">
                <a16:creationId xmlns:a16="http://schemas.microsoft.com/office/drawing/2014/main" id="{B8FDD457-C528-F316-991A-BAD3C9FF223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72834" y="1088414"/>
            <a:ext cx="3882748" cy="35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kumimoji="0" lang="pt-BR" sz="1800" b="1" i="0" u="none" strike="noStrike" cap="none" spc="20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Corpo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>
                <a:solidFill>
                  <a:schemeClr val="bg1"/>
                </a:solidFill>
              </a:rPr>
              <a:t>Escrever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alternatina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9" name="Espaço Reservado para Texto 14">
            <a:extLst>
              <a:ext uri="{FF2B5EF4-FFF2-40B4-BE49-F238E27FC236}">
                <a16:creationId xmlns:a16="http://schemas.microsoft.com/office/drawing/2014/main" id="{BCB6DF28-F78A-72C5-909C-EE96DF94607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47389" y="2125624"/>
            <a:ext cx="584394" cy="388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Font typeface="+mj-lt"/>
              <a:buNone/>
              <a:defRPr kumimoji="0" lang="pt-BR" sz="3000" b="1" i="0" u="none" strike="noStrike" cap="none" spc="20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Corpo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chemeClr val="bg1"/>
                </a:solidFill>
              </a:rPr>
              <a:t>B. </a:t>
            </a:r>
          </a:p>
        </p:txBody>
      </p:sp>
      <p:sp>
        <p:nvSpPr>
          <p:cNvPr id="30" name="Espaço Reservado para Texto 14">
            <a:extLst>
              <a:ext uri="{FF2B5EF4-FFF2-40B4-BE49-F238E27FC236}">
                <a16:creationId xmlns:a16="http://schemas.microsoft.com/office/drawing/2014/main" id="{442C4220-D103-271D-2741-5BD0B0443A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72834" y="2110335"/>
            <a:ext cx="3882748" cy="35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kumimoji="0" lang="pt-BR" sz="1800" b="1" i="0" u="none" strike="noStrike" cap="none" spc="20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Corpo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>
                <a:solidFill>
                  <a:schemeClr val="bg1"/>
                </a:solidFill>
              </a:rPr>
              <a:t>Escrever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alternatina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Espaço Reservado para Texto 14">
            <a:extLst>
              <a:ext uri="{FF2B5EF4-FFF2-40B4-BE49-F238E27FC236}">
                <a16:creationId xmlns:a16="http://schemas.microsoft.com/office/drawing/2014/main" id="{0766EE28-790F-6E86-40E0-E8D72701FB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647389" y="3195107"/>
            <a:ext cx="584394" cy="388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Font typeface="+mj-lt"/>
              <a:buNone/>
              <a:defRPr kumimoji="0" lang="pt-BR" sz="3000" b="1" i="0" u="none" strike="noStrike" cap="none" spc="20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Corpo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chemeClr val="bg1"/>
                </a:solidFill>
              </a:rPr>
              <a:t>C. </a:t>
            </a:r>
          </a:p>
        </p:txBody>
      </p:sp>
      <p:sp>
        <p:nvSpPr>
          <p:cNvPr id="34" name="Espaço Reservado para Texto 14">
            <a:extLst>
              <a:ext uri="{FF2B5EF4-FFF2-40B4-BE49-F238E27FC236}">
                <a16:creationId xmlns:a16="http://schemas.microsoft.com/office/drawing/2014/main" id="{4E177D63-6AA3-A0CF-96DD-3EA79649CD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72834" y="3179818"/>
            <a:ext cx="3882748" cy="35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kumimoji="0" lang="pt-BR" sz="1800" b="1" i="0" u="none" strike="noStrike" cap="none" spc="20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Corpo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>
                <a:solidFill>
                  <a:schemeClr val="bg1"/>
                </a:solidFill>
              </a:rPr>
              <a:t>Escrever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alternatina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Espaço Reservado para Texto 14">
            <a:extLst>
              <a:ext uri="{FF2B5EF4-FFF2-40B4-BE49-F238E27FC236}">
                <a16:creationId xmlns:a16="http://schemas.microsoft.com/office/drawing/2014/main" id="{FDFDDBFD-65D3-8E23-1537-26D179AABE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47389" y="4216362"/>
            <a:ext cx="584394" cy="388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Font typeface="+mj-lt"/>
              <a:buNone/>
              <a:defRPr kumimoji="0" lang="pt-BR" sz="3000" b="1" i="0" u="none" strike="noStrike" cap="none" spc="20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w Cen MT Condensed" panose="020B0606020104020203" pitchFamily="34" charset="0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>
                <a:solidFill>
                  <a:schemeClr val="bg1"/>
                </a:solidFill>
              </a:rPr>
              <a:t>D. </a:t>
            </a:r>
          </a:p>
        </p:txBody>
      </p:sp>
      <p:sp>
        <p:nvSpPr>
          <p:cNvPr id="36" name="Espaço Reservado para Texto 14">
            <a:extLst>
              <a:ext uri="{FF2B5EF4-FFF2-40B4-BE49-F238E27FC236}">
                <a16:creationId xmlns:a16="http://schemas.microsoft.com/office/drawing/2014/main" id="{A29307C5-EF6E-6741-CB4A-4AF60D5E86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72834" y="4201073"/>
            <a:ext cx="3882748" cy="35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kumimoji="0" lang="pt-BR" sz="1800" b="1" i="0" u="none" strike="noStrike" cap="none" spc="200" normalizeH="0" baseline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Corpo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>
                <a:solidFill>
                  <a:schemeClr val="bg1"/>
                </a:solidFill>
              </a:rPr>
              <a:t>Escrever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alternatina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9A920B2E-6400-11D5-0268-225A26F261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658" y="1039711"/>
            <a:ext cx="4481442" cy="112236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>
                <a:latin typeface="Calibri Corpo"/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/>
              <a:t>Insira</a:t>
            </a:r>
            <a:r>
              <a:rPr lang="en-US"/>
              <a:t> </a:t>
            </a:r>
            <a:r>
              <a:rPr lang="en-US" err="1"/>
              <a:t>aqui</a:t>
            </a:r>
            <a:r>
              <a:rPr lang="en-US"/>
              <a:t> a </a:t>
            </a:r>
            <a:r>
              <a:rPr lang="en-US" err="1"/>
              <a:t>sua</a:t>
            </a:r>
            <a:r>
              <a:rPr lang="en-US"/>
              <a:t> </a:t>
            </a:r>
            <a:r>
              <a:rPr lang="pt-BR"/>
              <a:t>pergunta</a:t>
            </a:r>
          </a:p>
        </p:txBody>
      </p:sp>
      <p:sp>
        <p:nvSpPr>
          <p:cNvPr id="2" name="Espaço Reservado para Imagem 2">
            <a:extLst>
              <a:ext uri="{FF2B5EF4-FFF2-40B4-BE49-F238E27FC236}">
                <a16:creationId xmlns:a16="http://schemas.microsoft.com/office/drawing/2014/main" id="{36C1E8FE-38BB-E30B-A1B9-DC2A8A3D7BD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77338" y="2775660"/>
            <a:ext cx="4181475" cy="3533775"/>
          </a:xfrm>
          <a:prstGeom prst="rect">
            <a:avLst/>
          </a:prstGeom>
          <a:solidFill>
            <a:srgbClr val="C0C0C0"/>
          </a:solidFill>
        </p:spPr>
        <p:txBody>
          <a:bodyPr/>
          <a:lstStyle/>
          <a:p>
            <a:r>
              <a:rPr lang="en-US" dirty="0"/>
              <a:t>Click icon to add picture</a:t>
            </a:r>
            <a:endParaRPr lang="pt-BR"/>
          </a:p>
        </p:txBody>
      </p:sp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A6DC50DA-E93E-E268-2487-249CE5AD25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10792" y="5222327"/>
            <a:ext cx="1530225" cy="142912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2">
                <a:alpha val="74118"/>
              </a:schemeClr>
            </a:solidFill>
            <a:prstDash val="dash"/>
          </a:ln>
        </p:spPr>
        <p:txBody>
          <a:bodyPr>
            <a:noAutofit/>
          </a:bodyPr>
          <a:lstStyle>
            <a:lvl1pPr algn="ctr">
              <a:lnSpc>
                <a:spcPts val="6400"/>
              </a:lnSpc>
              <a:spcBef>
                <a:spcPts val="0"/>
              </a:spcBef>
              <a:spcAft>
                <a:spcPts val="2400"/>
              </a:spcAft>
              <a:defRPr sz="1600" b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QRCode</a:t>
            </a:r>
          </a:p>
        </p:txBody>
      </p:sp>
      <p:sp>
        <p:nvSpPr>
          <p:cNvPr id="5" name="Espaço Reservado para Conteúdo 7">
            <a:extLst>
              <a:ext uri="{FF2B5EF4-FFF2-40B4-BE49-F238E27FC236}">
                <a16:creationId xmlns:a16="http://schemas.microsoft.com/office/drawing/2014/main" id="{E5AC512D-6EA5-CD3F-9DE1-60459B87720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7605658" y="6184888"/>
            <a:ext cx="2279079" cy="360363"/>
          </a:xfrm>
          <a:prstGeom prst="rect">
            <a:avLst/>
          </a:prstGeom>
        </p:spPr>
        <p:txBody>
          <a:bodyPr/>
          <a:lstStyle>
            <a:lvl1pPr algn="r">
              <a:lnSpc>
                <a:spcPts val="1300"/>
              </a:lnSpc>
              <a:defRPr sz="1300" b="1">
                <a:solidFill>
                  <a:schemeClr val="accent1"/>
                </a:solidFill>
                <a:latin typeface="Century Gothic" panose="020B0502020202020204" pitchFamily="34" charset="0"/>
              </a:defRPr>
            </a:lvl1pPr>
            <a:lvl2pPr algn="r">
              <a:lnSpc>
                <a:spcPts val="1300"/>
              </a:lnSpc>
              <a:defRPr sz="1300" b="1">
                <a:solidFill>
                  <a:schemeClr val="accent1"/>
                </a:solidFill>
                <a:latin typeface="Century Gothic" panose="020B0502020202020204" pitchFamily="34" charset="0"/>
              </a:defRPr>
            </a:lvl2pPr>
            <a:lvl3pPr algn="r">
              <a:lnSpc>
                <a:spcPts val="1300"/>
              </a:lnSpc>
              <a:defRPr sz="1300" b="1">
                <a:solidFill>
                  <a:schemeClr val="accent1"/>
                </a:solidFill>
                <a:latin typeface="Century Gothic" panose="020B0502020202020204" pitchFamily="34" charset="0"/>
              </a:defRPr>
            </a:lvl3pPr>
            <a:lvl4pPr algn="r">
              <a:lnSpc>
                <a:spcPts val="1300"/>
              </a:lnSpc>
              <a:defRPr sz="1300" b="1">
                <a:solidFill>
                  <a:schemeClr val="accent1"/>
                </a:solidFill>
                <a:latin typeface="Century Gothic" panose="020B0502020202020204" pitchFamily="34" charset="0"/>
              </a:defRPr>
            </a:lvl4pPr>
            <a:lvl5pPr algn="r">
              <a:lnSpc>
                <a:spcPts val="1300"/>
              </a:lnSpc>
              <a:defRPr sz="1300" b="1">
                <a:solidFill>
                  <a:schemeClr val="accent1"/>
                </a:solidFill>
                <a:latin typeface="Century Gothic" panose="020B0502020202020204" pitchFamily="34" charset="0"/>
              </a:defRPr>
            </a:lvl5pPr>
          </a:lstStyle>
          <a:p>
            <a:pPr lvl="0"/>
            <a:r>
              <a:rPr lang="pt-BR"/>
              <a:t>Participação </a:t>
            </a:r>
            <a:br>
              <a:rPr lang="pt-BR"/>
            </a:br>
            <a:r>
              <a:rPr lang="pt-BR"/>
              <a:t>Online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C0487FE-745C-44D6-2F9F-03825ECE59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58606" y="273127"/>
            <a:ext cx="1788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>
                <a:solidFill>
                  <a:schemeClr val="accent1"/>
                </a:solidFill>
                <a:latin typeface="Century Gothic" panose="020B0502020202020204" pitchFamily="34" charset="0"/>
              </a:rPr>
              <a:t>QUESTÃO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9E856E3-F2BE-A7C8-46BB-C201573E89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619679" y="312749"/>
            <a:ext cx="3230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>
                <a:solidFill>
                  <a:schemeClr val="tx2"/>
                </a:solidFill>
                <a:latin typeface="Century Gothic" panose="020B0502020202020204" pitchFamily="34" charset="0"/>
              </a:rPr>
              <a:t>ALTERNATIVAS</a:t>
            </a:r>
          </a:p>
        </p:txBody>
      </p:sp>
    </p:spTree>
    <p:extLst>
      <p:ext uri="{BB962C8B-B14F-4D97-AF65-F5344CB8AC3E}">
        <p14:creationId xmlns:p14="http://schemas.microsoft.com/office/powerpoint/2010/main" val="980983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37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37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14" grpId="0" animBg="1"/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2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>
        <p:tmplLst>
          <p:tmpl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>
        <p:tmplLst>
          <p:tmpl>
            <p:tnLst>
              <p:par>
                <p:cTn presetID="10" presetClass="entr" presetSubtype="0" fill="hold" nodeType="withEffect">
                  <p:stCondLst>
                    <p:cond delay="2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>
        <p:tmplLst>
          <p:tmpl>
            <p:tnLst>
              <p:par>
                <p:cTn presetID="10" presetClass="entr" presetSubtype="0" fill="hold" nodeType="withEffect">
                  <p:stCondLst>
                    <p:cond delay="3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>
        <p:tmplLst>
          <p:tmpl>
            <p:tnLst>
              <p:par>
                <p:cTn presetID="10" presetClass="entr" presetSubtype="0" fill="hold" nodeType="withEffect">
                  <p:stCondLst>
                    <p:cond delay="3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>
        <p:tmplLst>
          <p:tmpl>
            <p:tnLst>
              <p:par>
                <p:cTn presetID="10" presetClass="entr" presetSubtype="0" fill="hold" nodeType="withEffect">
                  <p:stCondLst>
                    <p:cond delay="3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animBg="1"/>
      <p:bldP spid="4" grpId="0" build="p" animBg="1">
        <p:tmplLst>
          <p:tmpl>
            <p:tnLst>
              <p:par>
                <p:cTn presetID="16" presetClass="entr" presetSubtype="37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6" presetClass="entr" presetSubtype="37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10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7" grpId="0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ersos_opcao7_txt">
    <p:bg>
      <p:bgPr>
        <a:gradFill flip="none" rotWithShape="1">
          <a:gsLst>
            <a:gs pos="80000">
              <a:srgbClr val="FFFFFF"/>
            </a:gs>
            <a:gs pos="100000">
              <a:schemeClr val="bg2"/>
            </a:gs>
            <a:gs pos="49970">
              <a:srgbClr val="FFFFFF"/>
            </a:gs>
            <a:gs pos="14000">
              <a:srgbClr val="FFFFFF"/>
            </a:gs>
            <a:gs pos="0">
              <a:schemeClr val="bg2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14">
            <a:extLst>
              <a:ext uri="{FF2B5EF4-FFF2-40B4-BE49-F238E27FC236}">
                <a16:creationId xmlns:a16="http://schemas.microsoft.com/office/drawing/2014/main" id="{AB2E7640-FDB3-F2AB-E834-5FAEE7700C2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8846" y="2115300"/>
            <a:ext cx="6386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kumimoji="0" lang="pt-BR" sz="2000" b="0" i="0" u="none" strike="noStrike" cap="none" spc="0" normalizeH="0" baseline="0" smtClean="0">
                <a:ln>
                  <a:noFill/>
                </a:ln>
                <a:solidFill>
                  <a:srgbClr val="292929"/>
                </a:solidFill>
                <a:effectLst/>
                <a:uLnTx/>
                <a:uFillTx/>
                <a:latin typeface="Calibri (Corpo)"/>
              </a:defRPr>
            </a:lvl1pPr>
            <a:lvl2pPr marL="228600" indent="0">
              <a:buNone/>
              <a:defRPr lang="pt-BR" sz="1800" smtClean="0"/>
            </a:lvl2pPr>
            <a:lvl3pPr>
              <a:defRPr lang="pt-BR" sz="1800" smtClean="0"/>
            </a:lvl3pPr>
            <a:lvl4pPr>
              <a:defRPr lang="pt-BR" smtClean="0"/>
            </a:lvl4pPr>
            <a:lvl5pPr>
              <a:defRPr lang="pt-BR"/>
            </a:lvl5pPr>
          </a:lstStyle>
          <a:p>
            <a:r>
              <a:rPr lang="en-US" err="1">
                <a:solidFill>
                  <a:schemeClr val="bg1"/>
                </a:solidFill>
              </a:rPr>
              <a:t>Texto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conteúdo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Espaço Reservado para Texto 11">
            <a:extLst>
              <a:ext uri="{FF2B5EF4-FFF2-40B4-BE49-F238E27FC236}">
                <a16:creationId xmlns:a16="http://schemas.microsoft.com/office/drawing/2014/main" id="{69CAE8A8-A699-1F47-A894-C0D446FA5A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8846" y="1289853"/>
            <a:ext cx="4673599" cy="58125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lnSpc>
                <a:spcPts val="3700"/>
              </a:lnSpc>
              <a:spcBef>
                <a:spcPts val="0"/>
              </a:spcBef>
              <a:defRPr sz="4500" b="1" spc="-60" baseline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/>
              <a:t>Título</a:t>
            </a:r>
          </a:p>
        </p:txBody>
      </p:sp>
      <p:sp>
        <p:nvSpPr>
          <p:cNvPr id="3" name="Espaço Reservado para Texto 13">
            <a:extLst>
              <a:ext uri="{FF2B5EF4-FFF2-40B4-BE49-F238E27FC236}">
                <a16:creationId xmlns:a16="http://schemas.microsoft.com/office/drawing/2014/main" id="{C5D2B2FF-D8EC-DEB9-2A8C-C90F76E87D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847" y="630435"/>
            <a:ext cx="4673599" cy="41522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lnSpc>
                <a:spcPts val="2400"/>
              </a:lnSpc>
              <a:spcBef>
                <a:spcPts val="0"/>
              </a:spcBef>
              <a:defRPr sz="1500" b="0" spc="190" baseline="0">
                <a:solidFill>
                  <a:srgbClr val="292929"/>
                </a:solidFill>
                <a:latin typeface="+mj-lt"/>
              </a:defRPr>
            </a:lvl1pPr>
          </a:lstStyle>
          <a:p>
            <a:pPr lvl="0"/>
            <a:r>
              <a:rPr lang="pt-BR"/>
              <a:t>TEXTO SUBTÍTULO</a:t>
            </a:r>
          </a:p>
        </p:txBody>
      </p:sp>
    </p:spTree>
    <p:extLst>
      <p:ext uri="{BB962C8B-B14F-4D97-AF65-F5344CB8AC3E}">
        <p14:creationId xmlns:p14="http://schemas.microsoft.com/office/powerpoint/2010/main" val="1842085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25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599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27" r:id="rId2"/>
    <p:sldLayoutId id="2147484054" r:id="rId3"/>
    <p:sldLayoutId id="2147484055" r:id="rId4"/>
    <p:sldLayoutId id="2147484195" r:id="rId5"/>
    <p:sldLayoutId id="2147484059" r:id="rId6"/>
    <p:sldLayoutId id="2147484177" r:id="rId7"/>
    <p:sldLayoutId id="2147484075" r:id="rId8"/>
    <p:sldLayoutId id="2147484079" r:id="rId9"/>
    <p:sldLayoutId id="2147484180" r:id="rId10"/>
    <p:sldLayoutId id="2147484148" r:id="rId11"/>
    <p:sldLayoutId id="2147484072" r:id="rId12"/>
    <p:sldLayoutId id="2147484083" r:id="rId13"/>
    <p:sldLayoutId id="2147484090" r:id="rId14"/>
    <p:sldLayoutId id="2147484091" r:id="rId15"/>
    <p:sldLayoutId id="2147484092" r:id="rId16"/>
    <p:sldLayoutId id="2147484100" r:id="rId17"/>
    <p:sldLayoutId id="2147484101" r:id="rId18"/>
    <p:sldLayoutId id="2147484104" r:id="rId19"/>
    <p:sldLayoutId id="2147484106" r:id="rId20"/>
    <p:sldLayoutId id="2147484102" r:id="rId21"/>
    <p:sldLayoutId id="2147484150" r:id="rId22"/>
    <p:sldLayoutId id="2147484163" r:id="rId23"/>
    <p:sldLayoutId id="2147484114" r:id="rId24"/>
    <p:sldLayoutId id="2147484190" r:id="rId25"/>
    <p:sldLayoutId id="2147484118" r:id="rId26"/>
    <p:sldLayoutId id="2147484122" r:id="rId27"/>
    <p:sldLayoutId id="2147484123" r:id="rId28"/>
    <p:sldLayoutId id="2147484128" r:id="rId29"/>
    <p:sldLayoutId id="2147484127" r:id="rId30"/>
    <p:sldLayoutId id="2147484129" r:id="rId31"/>
    <p:sldLayoutId id="2147484131" r:id="rId32"/>
    <p:sldLayoutId id="2147484143" r:id="rId33"/>
    <p:sldLayoutId id="2147484135" r:id="rId34"/>
    <p:sldLayoutId id="2147484134" r:id="rId35"/>
    <p:sldLayoutId id="2147484161" r:id="rId36"/>
    <p:sldLayoutId id="2147484201" r:id="rId37"/>
    <p:sldLayoutId id="2147484140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Tx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Relationship Id="rId9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9ECCB1-41C3-BACD-5C19-0D2F8CBF31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BEED3-D872-08C9-9D29-64DBEB71A0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E1BD14-86AC-06D9-D1B2-EC4ADB643A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2DD2E3-8CD6-49EF-2F92-7EA4D2A564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576AE3-5ABE-C5B1-529B-BEE25BCBAE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06" y="1730004"/>
            <a:ext cx="10894423" cy="840230"/>
          </a:xfrm>
        </p:spPr>
        <p:txBody>
          <a:bodyPr/>
          <a:lstStyle/>
          <a:p>
            <a:r>
              <a:rPr lang="en-US" dirty="0"/>
              <a:t>Diego</a:t>
            </a:r>
            <a:endParaRPr lang="nl-N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C8AD31B-DF04-CA06-A817-385CE2F8EE2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4E6AB-C2A4-1E94-080C-969CE791C8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A0D033-A68D-E2EF-1057-6DBB16AA690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095BC41-8C8F-7FC9-EDB2-EC09CB86E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209" y="4495618"/>
            <a:ext cx="1430976" cy="143097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B80CC65-63D7-E8D6-CC20-AC52470C0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28" y="4939945"/>
            <a:ext cx="903973" cy="903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8964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47F9E9-1566-7B34-C6AC-3F8193DE9C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52800" y="2945246"/>
            <a:ext cx="6386945" cy="3308598"/>
          </a:xfrm>
        </p:spPr>
        <p:txBody>
          <a:bodyPr/>
          <a:lstStyle/>
          <a:p>
            <a:r>
              <a:rPr lang="nl-NL" dirty="0"/>
              <a:t>Ik ben 42 jaar, 20 jaar getrouwd, vader van 2 jongens (14 en 17), een hond Belinha en een kat Flip.</a:t>
            </a:r>
          </a:p>
          <a:p>
            <a:r>
              <a:rPr lang="nl-NL" dirty="0"/>
              <a:t>
Ik ben 7 jaar geleden bij Rabobank Brazilië begonnen en op 8 september zijn we naar Nederland verhuisd.</a:t>
            </a:r>
          </a:p>
          <a:p>
            <a:r>
              <a:rPr lang="nl-NL" dirty="0"/>
              <a:t>
Ik ben vegetariër sinds 2002. Ik vind het leuk om films te kijken met mijn gezin en met mijn kinderen door de buurt te fietsen.
</a:t>
            </a:r>
          </a:p>
          <a:p>
            <a:r>
              <a:rPr lang="nl-NL" dirty="0"/>
              <a:t>Ik ondersteun graag mensen bij hun activiteiten, of het nu op het werk, thuis, onder vrienden is.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FFA52-D16B-6640-F9AB-01A2AC43C2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52800" y="1554147"/>
            <a:ext cx="6386944" cy="923330"/>
          </a:xfrm>
        </p:spPr>
        <p:txBody>
          <a:bodyPr/>
          <a:lstStyle/>
          <a:p>
            <a:r>
              <a:rPr lang="nl-NL" dirty="0"/>
              <a:t>Introductie</a:t>
            </a:r>
          </a:p>
        </p:txBody>
      </p:sp>
    </p:spTree>
    <p:extLst>
      <p:ext uri="{BB962C8B-B14F-4D97-AF65-F5344CB8AC3E}">
        <p14:creationId xmlns:p14="http://schemas.microsoft.com/office/powerpoint/2010/main" val="2030224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359B5-BBF5-C167-4EBA-E47C3408EC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84374" y="6360823"/>
            <a:ext cx="9023252" cy="369588"/>
          </a:xfrm>
        </p:spPr>
        <p:txBody>
          <a:bodyPr/>
          <a:lstStyle/>
          <a:p>
            <a:pPr algn="ctr"/>
            <a:r>
              <a:rPr lang="nl-NL" dirty="0"/>
              <a:t>Het landoppervlak van Brazilië is ongeveer 8.514.876 vierkante kilometer.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B4239-5D3D-84A9-C0D0-3B67F4E54F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462" y="1237896"/>
            <a:ext cx="10152184" cy="369588"/>
          </a:xfrm>
        </p:spPr>
        <p:txBody>
          <a:bodyPr/>
          <a:lstStyle/>
          <a:p>
            <a:r>
              <a:rPr lang="nl-NL" dirty="0"/>
              <a:t>Op vier na grootste land ter wereld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99998-C22C-465B-8559-0BCA664FE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56" y="207955"/>
            <a:ext cx="11521441" cy="715581"/>
          </a:xfrm>
        </p:spPr>
        <p:txBody>
          <a:bodyPr/>
          <a:lstStyle/>
          <a:p>
            <a:r>
              <a:rPr lang="nl-NL" dirty="0"/>
              <a:t>Brazilië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4FCBE1F-E544-8149-86E9-8BA6A7E84B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8" t="11280" r="7404" b="11280"/>
          <a:stretch/>
        </p:blipFill>
        <p:spPr bwMode="auto">
          <a:xfrm>
            <a:off x="1400956" y="1607484"/>
            <a:ext cx="9390088" cy="480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9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B4239-5D3D-84A9-C0D0-3B67F4E54F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462" y="1237896"/>
            <a:ext cx="10152184" cy="369588"/>
          </a:xfrm>
        </p:spPr>
        <p:txBody>
          <a:bodyPr/>
          <a:lstStyle/>
          <a:p>
            <a:r>
              <a:rPr lang="nl-NL" dirty="0"/>
              <a:t>Meer dan 4000 km in zijn extremen en 3 tijdzones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99998-C22C-465B-8559-0BCA664FE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56" y="207955"/>
            <a:ext cx="11521441" cy="715581"/>
          </a:xfrm>
        </p:spPr>
        <p:txBody>
          <a:bodyPr/>
          <a:lstStyle/>
          <a:p>
            <a:r>
              <a:rPr lang="nl-NL" dirty="0"/>
              <a:t>Brazilië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93D4653-C894-AE7C-A416-6E117C1AF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462" y="1854753"/>
            <a:ext cx="4842413" cy="42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9F4D300A-8461-ABF5-4B80-0675D7400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862" y="1854753"/>
            <a:ext cx="4842413" cy="42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744310B-D15A-127E-05B7-1AED096877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06428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B4239-5D3D-84A9-C0D0-3B67F4E54F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462" y="1237896"/>
            <a:ext cx="10152184" cy="369588"/>
          </a:xfrm>
        </p:spPr>
        <p:txBody>
          <a:bodyPr/>
          <a:lstStyle/>
          <a:p>
            <a:r>
              <a:rPr lang="en-US" dirty="0"/>
              <a:t>Biomes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99998-C22C-465B-8559-0BCA664FE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56" y="207955"/>
            <a:ext cx="11521441" cy="715581"/>
          </a:xfrm>
        </p:spPr>
        <p:txBody>
          <a:bodyPr/>
          <a:lstStyle/>
          <a:p>
            <a:r>
              <a:rPr lang="nl-NL" dirty="0"/>
              <a:t>Brazilië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744310B-D15A-127E-05B7-1AED0968778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nl-NL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F5E8714-C874-635A-B99C-AAA7C424D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133" y="1626117"/>
            <a:ext cx="4863733" cy="4655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0044312-64BD-96E8-7812-732769E7D0B3}"/>
              </a:ext>
            </a:extLst>
          </p:cNvPr>
          <p:cNvSpPr txBox="1"/>
          <p:nvPr/>
        </p:nvSpPr>
        <p:spPr>
          <a:xfrm>
            <a:off x="487275" y="2750425"/>
            <a:ext cx="2475549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144000" lvl="0" indent="-144000" defTabSz="914400">
              <a:buSzPct val="130000"/>
              <a:buBlip>
                <a:blip r:embed="rId3"/>
              </a:buBlip>
            </a:pPr>
            <a:r>
              <a:rPr lang="pt-BR" kern="0" dirty="0">
                <a:solidFill>
                  <a:srgbClr val="363A3B"/>
                </a:solidFill>
                <a:latin typeface="Myriad for Rabobank"/>
              </a:rPr>
              <a:t>Amazone regenwoud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63A3B"/>
              </a:solidFill>
              <a:effectLst/>
              <a:uLnTx/>
              <a:uFillTx/>
              <a:latin typeface="Myriad for Rabobank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8FB0B0-7902-3487-BC1C-E51D0AFBB9CB}"/>
              </a:ext>
            </a:extLst>
          </p:cNvPr>
          <p:cNvSpPr txBox="1"/>
          <p:nvPr/>
        </p:nvSpPr>
        <p:spPr>
          <a:xfrm>
            <a:off x="2920196" y="2792185"/>
            <a:ext cx="576000" cy="246221"/>
          </a:xfrm>
          <a:prstGeom prst="rect">
            <a:avLst/>
          </a:prstGeom>
          <a:solidFill>
            <a:srgbClr val="87902B"/>
          </a:solidFill>
        </p:spPr>
        <p:txBody>
          <a:bodyPr wrap="none" lIns="0" tIns="0" rIns="0" bIns="0" rtlCol="0">
            <a:spAutoFit/>
          </a:bodyPr>
          <a:lstStyle/>
          <a:p>
            <a:pPr algn="ctr" defTabSz="914400"/>
            <a:r>
              <a:rPr lang="pt-BR" sz="1600" dirty="0">
                <a:solidFill>
                  <a:prstClr val="white"/>
                </a:solidFill>
                <a:latin typeface="Myriad for Rabobank"/>
              </a:rPr>
              <a:t>49,5%</a:t>
            </a:r>
            <a:endParaRPr lang="en-US" sz="1600" dirty="0">
              <a:solidFill>
                <a:prstClr val="white"/>
              </a:solidFill>
              <a:latin typeface="Myriad for Raboban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925865-A77B-A684-2E23-864E93151C57}"/>
              </a:ext>
            </a:extLst>
          </p:cNvPr>
          <p:cNvSpPr txBox="1"/>
          <p:nvPr/>
        </p:nvSpPr>
        <p:spPr>
          <a:xfrm>
            <a:off x="8695803" y="2843733"/>
            <a:ext cx="576000" cy="246221"/>
          </a:xfrm>
          <a:prstGeom prst="rect">
            <a:avLst/>
          </a:prstGeom>
          <a:solidFill>
            <a:srgbClr val="F8EB94"/>
          </a:solidFill>
        </p:spPr>
        <p:txBody>
          <a:bodyPr wrap="none" lIns="0" tIns="0" rIns="0" bIns="0" rtlCol="0">
            <a:spAutoFit/>
          </a:bodyPr>
          <a:lstStyle/>
          <a:p>
            <a:pPr algn="ctr" defTabSz="914400"/>
            <a:r>
              <a:rPr lang="pt-BR" sz="1600" dirty="0">
                <a:solidFill>
                  <a:srgbClr val="000060"/>
                </a:solidFill>
                <a:latin typeface="Myriad for Rabobank"/>
              </a:rPr>
              <a:t>23,3%</a:t>
            </a:r>
            <a:endParaRPr lang="en-US" sz="1600" dirty="0">
              <a:solidFill>
                <a:srgbClr val="000060"/>
              </a:solidFill>
              <a:latin typeface="Myriad for Raboban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FD0EE3-C9B4-B299-B330-C8600D85761A}"/>
              </a:ext>
            </a:extLst>
          </p:cNvPr>
          <p:cNvSpPr txBox="1"/>
          <p:nvPr/>
        </p:nvSpPr>
        <p:spPr>
          <a:xfrm>
            <a:off x="8707504" y="6041289"/>
            <a:ext cx="576000" cy="246221"/>
          </a:xfrm>
          <a:prstGeom prst="rect">
            <a:avLst/>
          </a:prstGeom>
          <a:solidFill>
            <a:srgbClr val="B6D094"/>
          </a:solidFill>
        </p:spPr>
        <p:txBody>
          <a:bodyPr wrap="square" lIns="0" tIns="0" rIns="0" bIns="0" rtlCol="0">
            <a:spAutoFit/>
          </a:bodyPr>
          <a:lstStyle/>
          <a:p>
            <a:pPr algn="ctr" defTabSz="914400"/>
            <a:r>
              <a:rPr lang="pt-BR" sz="1600" dirty="0">
                <a:solidFill>
                  <a:srgbClr val="000060"/>
                </a:solidFill>
                <a:latin typeface="Myriad for Rabobank"/>
              </a:rPr>
              <a:t>13%</a:t>
            </a:r>
            <a:endParaRPr lang="en-US" sz="1600" dirty="0">
              <a:solidFill>
                <a:srgbClr val="000060"/>
              </a:solidFill>
              <a:latin typeface="Myriad for Rabobank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76F6D7-CB21-6F22-6119-C9ED7DBFF6F9}"/>
              </a:ext>
            </a:extLst>
          </p:cNvPr>
          <p:cNvSpPr txBox="1"/>
          <p:nvPr/>
        </p:nvSpPr>
        <p:spPr>
          <a:xfrm>
            <a:off x="8708074" y="4431483"/>
            <a:ext cx="576000" cy="246221"/>
          </a:xfrm>
          <a:prstGeom prst="rect">
            <a:avLst/>
          </a:prstGeom>
          <a:solidFill>
            <a:srgbClr val="FED992"/>
          </a:solidFill>
        </p:spPr>
        <p:txBody>
          <a:bodyPr wrap="none" lIns="0" tIns="0" rIns="0" bIns="0" rtlCol="0">
            <a:spAutoFit/>
          </a:bodyPr>
          <a:lstStyle/>
          <a:p>
            <a:pPr algn="ctr" defTabSz="914400"/>
            <a:r>
              <a:rPr lang="pt-BR" sz="1600" dirty="0">
                <a:solidFill>
                  <a:srgbClr val="000060"/>
                </a:solidFill>
                <a:latin typeface="Myriad for Rabobank"/>
              </a:rPr>
              <a:t>10,1%</a:t>
            </a:r>
            <a:endParaRPr lang="en-US" sz="1600" dirty="0">
              <a:solidFill>
                <a:srgbClr val="000060"/>
              </a:solidFill>
              <a:latin typeface="Myriad for Rabobank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6944B6-CA15-C77B-4CA0-90674F6A15FD}"/>
              </a:ext>
            </a:extLst>
          </p:cNvPr>
          <p:cNvSpPr txBox="1"/>
          <p:nvPr/>
        </p:nvSpPr>
        <p:spPr>
          <a:xfrm>
            <a:off x="2883473" y="6098514"/>
            <a:ext cx="576000" cy="246221"/>
          </a:xfrm>
          <a:prstGeom prst="rect">
            <a:avLst/>
          </a:prstGeom>
          <a:solidFill>
            <a:srgbClr val="FFFAE1"/>
          </a:solidFill>
        </p:spPr>
        <p:txBody>
          <a:bodyPr wrap="square" lIns="0" tIns="0" rIns="0" bIns="0" rtlCol="0">
            <a:spAutoFit/>
          </a:bodyPr>
          <a:lstStyle/>
          <a:p>
            <a:pPr algn="ctr" defTabSz="914400"/>
            <a:r>
              <a:rPr lang="pt-BR" sz="1600" dirty="0">
                <a:solidFill>
                  <a:srgbClr val="000060"/>
                </a:solidFill>
                <a:latin typeface="Myriad for Rabobank"/>
              </a:rPr>
              <a:t>2,3%</a:t>
            </a:r>
            <a:endParaRPr lang="en-US" sz="1600" dirty="0">
              <a:solidFill>
                <a:srgbClr val="000060"/>
              </a:solidFill>
              <a:latin typeface="Myriad for Rabobank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93A7E-0E60-9E2D-FD82-9656A5F32A74}"/>
              </a:ext>
            </a:extLst>
          </p:cNvPr>
          <p:cNvSpPr txBox="1"/>
          <p:nvPr/>
        </p:nvSpPr>
        <p:spPr>
          <a:xfrm>
            <a:off x="2920196" y="4463163"/>
            <a:ext cx="576000" cy="246221"/>
          </a:xfrm>
          <a:prstGeom prst="rect">
            <a:avLst/>
          </a:prstGeom>
          <a:solidFill>
            <a:srgbClr val="CBB3C2"/>
          </a:solidFill>
        </p:spPr>
        <p:txBody>
          <a:bodyPr wrap="square" lIns="0" tIns="0" rIns="0" bIns="0" rtlCol="0">
            <a:spAutoFit/>
          </a:bodyPr>
          <a:lstStyle/>
          <a:p>
            <a:pPr algn="ctr" defTabSz="914400"/>
            <a:r>
              <a:rPr lang="pt-BR" sz="1600" dirty="0">
                <a:solidFill>
                  <a:srgbClr val="000060"/>
                </a:solidFill>
                <a:latin typeface="Myriad for Rabobank"/>
              </a:rPr>
              <a:t>1,8%</a:t>
            </a:r>
            <a:endParaRPr lang="en-US" sz="1600" dirty="0">
              <a:solidFill>
                <a:srgbClr val="000060"/>
              </a:solidFill>
              <a:latin typeface="Myriad for Rabobank"/>
            </a:endParaRPr>
          </a:p>
        </p:txBody>
      </p:sp>
      <p:pic>
        <p:nvPicPr>
          <p:cNvPr id="24" name="Picture 6" descr="Amazon rainforest">
            <a:extLst>
              <a:ext uri="{FF2B5EF4-FFF2-40B4-BE49-F238E27FC236}">
                <a16:creationId xmlns:a16="http://schemas.microsoft.com/office/drawing/2014/main" id="{F1E9F014-5D50-5D6D-35EB-87A1FDD25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196" y="1613004"/>
            <a:ext cx="19050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Cerrado">
            <a:extLst>
              <a:ext uri="{FF2B5EF4-FFF2-40B4-BE49-F238E27FC236}">
                <a16:creationId xmlns:a16="http://schemas.microsoft.com/office/drawing/2014/main" id="{DCB075F1-5C9C-4D86-4B74-1597EF003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5803" y="1627675"/>
            <a:ext cx="19050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Atlantic Forest">
            <a:extLst>
              <a:ext uri="{FF2B5EF4-FFF2-40B4-BE49-F238E27FC236}">
                <a16:creationId xmlns:a16="http://schemas.microsoft.com/office/drawing/2014/main" id="{DAD2A379-F8FB-4111-D298-0A3C4CC6FC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91"/>
          <a:stretch/>
        </p:blipFill>
        <p:spPr bwMode="auto">
          <a:xfrm>
            <a:off x="8707504" y="4848537"/>
            <a:ext cx="1499404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Caatinga">
            <a:extLst>
              <a:ext uri="{FF2B5EF4-FFF2-40B4-BE49-F238E27FC236}">
                <a16:creationId xmlns:a16="http://schemas.microsoft.com/office/drawing/2014/main" id="{0595BCC1-F55F-45BA-A1EB-5CD5DD4C7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504" y="3225857"/>
            <a:ext cx="19050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Pampas">
            <a:extLst>
              <a:ext uri="{FF2B5EF4-FFF2-40B4-BE49-F238E27FC236}">
                <a16:creationId xmlns:a16="http://schemas.microsoft.com/office/drawing/2014/main" id="{B33A4BEA-DA6B-EF27-A87D-8D220FFBB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196" y="4930489"/>
            <a:ext cx="19050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6" descr="Pantanal">
            <a:extLst>
              <a:ext uri="{FF2B5EF4-FFF2-40B4-BE49-F238E27FC236}">
                <a16:creationId xmlns:a16="http://schemas.microsoft.com/office/drawing/2014/main" id="{A51BBCA1-5661-A601-F77B-87C3654BA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196" y="3276880"/>
            <a:ext cx="19050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165B376-A066-5EA6-6765-6ABC22B73628}"/>
              </a:ext>
            </a:extLst>
          </p:cNvPr>
          <p:cNvSpPr txBox="1"/>
          <p:nvPr/>
        </p:nvSpPr>
        <p:spPr>
          <a:xfrm>
            <a:off x="9271803" y="2777036"/>
            <a:ext cx="1164293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30000"/>
              <a:buFontTx/>
              <a:buBlip>
                <a:blip r:embed="rId3"/>
              </a:buBlip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363A3B"/>
                </a:solidFill>
                <a:effectLst/>
                <a:uLnTx/>
                <a:uFillTx/>
                <a:latin typeface="Myriad for Rabobank"/>
              </a:rPr>
              <a:t>Cerrado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63A3B"/>
              </a:solidFill>
              <a:effectLst/>
              <a:uLnTx/>
              <a:uFillTx/>
              <a:latin typeface="Myriad for Raboban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D389D9-A9D4-CE22-C850-F23BD4DF25F4}"/>
              </a:ext>
            </a:extLst>
          </p:cNvPr>
          <p:cNvSpPr txBox="1"/>
          <p:nvPr/>
        </p:nvSpPr>
        <p:spPr>
          <a:xfrm>
            <a:off x="9276681" y="5979733"/>
            <a:ext cx="1991443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144000" lvl="0" indent="-144000" defTabSz="914400">
              <a:buSzPct val="130000"/>
              <a:buBlip>
                <a:blip r:embed="rId3"/>
              </a:buBlip>
            </a:pPr>
            <a:r>
              <a:rPr lang="pt-BR" kern="0" dirty="0">
                <a:solidFill>
                  <a:srgbClr val="363A3B"/>
                </a:solidFill>
                <a:latin typeface="Myriad for Rabobank"/>
              </a:rPr>
              <a:t>Atlantisch Woud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63A3B"/>
              </a:solidFill>
              <a:effectLst/>
              <a:uLnTx/>
              <a:uFillTx/>
              <a:latin typeface="Myriad for Rabobank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020D75-85D0-2AFD-B660-79304B100CD9}"/>
              </a:ext>
            </a:extLst>
          </p:cNvPr>
          <p:cNvSpPr txBox="1"/>
          <p:nvPr/>
        </p:nvSpPr>
        <p:spPr>
          <a:xfrm>
            <a:off x="9301703" y="4387987"/>
            <a:ext cx="1250855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30000"/>
              <a:buFontTx/>
              <a:buBlip>
                <a:blip r:embed="rId3"/>
              </a:buBlip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363A3B"/>
                </a:solidFill>
                <a:effectLst/>
                <a:uLnTx/>
                <a:uFillTx/>
                <a:latin typeface="Myriad for Rabobank"/>
              </a:rPr>
              <a:t>Caatinga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E568EB-C476-6CEF-C314-277EE806E45A}"/>
              </a:ext>
            </a:extLst>
          </p:cNvPr>
          <p:cNvSpPr txBox="1"/>
          <p:nvPr/>
        </p:nvSpPr>
        <p:spPr>
          <a:xfrm>
            <a:off x="1643838" y="4401607"/>
            <a:ext cx="1239635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30000"/>
              <a:buFontTx/>
              <a:buBlip>
                <a:blip r:embed="rId3"/>
              </a:buBlip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363A3B"/>
                </a:solidFill>
                <a:effectLst/>
                <a:uLnTx/>
                <a:uFillTx/>
                <a:latin typeface="Myriad for Rabobank"/>
              </a:rPr>
              <a:t>Pantanal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63A3B"/>
              </a:solidFill>
              <a:effectLst/>
              <a:uLnTx/>
              <a:uFillTx/>
              <a:latin typeface="Myriad for Rabobank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330FF4-88BD-CC97-5E91-6613C42F2472}"/>
              </a:ext>
            </a:extLst>
          </p:cNvPr>
          <p:cNvSpPr txBox="1"/>
          <p:nvPr/>
        </p:nvSpPr>
        <p:spPr>
          <a:xfrm>
            <a:off x="1755935" y="6054439"/>
            <a:ext cx="1064907" cy="369332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144000" marR="0" lvl="0" indent="-1440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30000"/>
              <a:buFontTx/>
              <a:buBlip>
                <a:blip r:embed="rId3"/>
              </a:buBlip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363A3B"/>
                </a:solidFill>
                <a:effectLst/>
                <a:uLnTx/>
                <a:uFillTx/>
                <a:latin typeface="Myriad for Rabobank"/>
              </a:rPr>
              <a:t>Pampa</a:t>
            </a:r>
          </a:p>
        </p:txBody>
      </p:sp>
    </p:spTree>
    <p:extLst>
      <p:ext uri="{BB962C8B-B14F-4D97-AF65-F5344CB8AC3E}">
        <p14:creationId xmlns:p14="http://schemas.microsoft.com/office/powerpoint/2010/main" val="245305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359B5-BBF5-C167-4EBA-E47C3408EC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84374" y="3452177"/>
            <a:ext cx="3028950" cy="163958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Tapioca (</a:t>
            </a:r>
            <a:r>
              <a:rPr lang="nl-NL" dirty="0"/>
              <a:t>geraspte cassave</a:t>
            </a:r>
            <a:r>
              <a:rPr lang="en-US" dirty="0"/>
              <a:t>)</a:t>
            </a:r>
          </a:p>
          <a:p>
            <a:pPr algn="ctr"/>
            <a:endParaRPr lang="en-GB" dirty="0"/>
          </a:p>
          <a:p>
            <a:pPr algn="ctr"/>
            <a:r>
              <a:rPr lang="nl-NL" dirty="0"/>
              <a:t>Ik koop bij een Portugees webwinkel.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B4239-5D3D-84A9-C0D0-3B67F4E54F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462" y="1237896"/>
            <a:ext cx="10152184" cy="369588"/>
          </a:xfrm>
        </p:spPr>
        <p:txBody>
          <a:bodyPr/>
          <a:lstStyle/>
          <a:p>
            <a:r>
              <a:rPr lang="nl-NL" dirty="0"/>
              <a:t>Voedingsmiddelen die ik zocht in Nederland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99998-C22C-465B-8559-0BCA664FE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56" y="207955"/>
            <a:ext cx="11521441" cy="715581"/>
          </a:xfrm>
        </p:spPr>
        <p:txBody>
          <a:bodyPr/>
          <a:lstStyle/>
          <a:p>
            <a:r>
              <a:rPr lang="nl-NL" dirty="0"/>
              <a:t>Eten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C08BD0-496F-64D3-3ED1-9125D2A62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74" y="2000250"/>
            <a:ext cx="30289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6D973D-D72A-BD9F-4637-8C829C060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6" y="2000250"/>
            <a:ext cx="4984846" cy="2802591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06003B2-21F6-A9C1-66EC-5C400D3C2854}"/>
              </a:ext>
            </a:extLst>
          </p:cNvPr>
          <p:cNvSpPr txBox="1">
            <a:spLocks/>
          </p:cNvSpPr>
          <p:nvPr/>
        </p:nvSpPr>
        <p:spPr>
          <a:xfrm>
            <a:off x="6600728" y="4802840"/>
            <a:ext cx="2901901" cy="15113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ts val="2200"/>
              </a:lnSpc>
              <a:spcBef>
                <a:spcPts val="1000"/>
              </a:spcBef>
              <a:buFontTx/>
              <a:buNone/>
              <a:defRPr sz="1500" kern="1200">
                <a:solidFill>
                  <a:srgbClr val="1F3539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rgbClr val="292929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Meikaas</a:t>
            </a:r>
            <a:r>
              <a:rPr lang="en-US" dirty="0"/>
              <a:t> (</a:t>
            </a:r>
            <a:r>
              <a:rPr lang="nl-NL" dirty="0"/>
              <a:t>witte kaas</a:t>
            </a:r>
            <a:r>
              <a:rPr lang="en-US" dirty="0"/>
              <a:t>)</a:t>
            </a:r>
          </a:p>
          <a:p>
            <a:pPr algn="ctr"/>
            <a:endParaRPr lang="en-GB" dirty="0"/>
          </a:p>
          <a:p>
            <a:pPr algn="ctr"/>
            <a:r>
              <a:rPr lang="nl-NL" dirty="0"/>
              <a:t>Ik koop op de markt.</a:t>
            </a:r>
          </a:p>
        </p:txBody>
      </p:sp>
    </p:spTree>
    <p:extLst>
      <p:ext uri="{BB962C8B-B14F-4D97-AF65-F5344CB8AC3E}">
        <p14:creationId xmlns:p14="http://schemas.microsoft.com/office/powerpoint/2010/main" val="2765814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359B5-BBF5-C167-4EBA-E47C3408EC2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84374" y="6360823"/>
            <a:ext cx="9023252" cy="369588"/>
          </a:xfrm>
        </p:spPr>
        <p:txBody>
          <a:bodyPr/>
          <a:lstStyle/>
          <a:p>
            <a:pPr algn="ctr"/>
            <a:r>
              <a:rPr lang="nl-NL" dirty="0"/>
              <a:t>Kaasbrood (</a:t>
            </a:r>
            <a:r>
              <a:rPr lang="pt-BR" i="1" dirty="0"/>
              <a:t>pão de queijo</a:t>
            </a:r>
            <a:r>
              <a:rPr lang="nl-NL" dirty="0"/>
              <a:t>). Typische Braziliaanse snack.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3B4239-5D3D-84A9-C0D0-3B67F4E54F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96462" y="1237896"/>
            <a:ext cx="10152184" cy="369588"/>
          </a:xfrm>
        </p:spPr>
        <p:txBody>
          <a:bodyPr/>
          <a:lstStyle/>
          <a:p>
            <a:r>
              <a:rPr lang="nl-NL" dirty="0"/>
              <a:t>En dit heb ik gisteren gebakken.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99998-C22C-465B-8559-0BCA664FE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556" y="207955"/>
            <a:ext cx="11521441" cy="715581"/>
          </a:xfrm>
        </p:spPr>
        <p:txBody>
          <a:bodyPr/>
          <a:lstStyle/>
          <a:p>
            <a:r>
              <a:rPr lang="nl-NL" dirty="0"/>
              <a:t>Eten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33C30-FE8E-1946-955A-A0A4B5CCC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66" b="19028"/>
          <a:stretch/>
        </p:blipFill>
        <p:spPr>
          <a:xfrm>
            <a:off x="3524250" y="1669384"/>
            <a:ext cx="5143500" cy="4629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73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82557E-8709-0FD4-98BD-38ED69D69E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5E8FA-4ED2-B32D-3789-6C7D9AF111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F54F8-89AC-2279-0E7B-28968B09A2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7880" y="1630721"/>
            <a:ext cx="4223020" cy="861774"/>
          </a:xfrm>
        </p:spPr>
        <p:txBody>
          <a:bodyPr/>
          <a:lstStyle/>
          <a:p>
            <a:r>
              <a:rPr lang="en-US" dirty="0"/>
              <a:t>Dank je</a:t>
            </a:r>
            <a:endParaRPr lang="nl-NL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C22BCF2-58CF-18B7-89E2-BFCAA30BB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041" y="1404073"/>
            <a:ext cx="4713209" cy="4713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132502"/>
      </p:ext>
    </p:extLst>
  </p:cSld>
  <p:clrMapOvr>
    <a:masterClrMapping/>
  </p:clrMapOvr>
</p:sld>
</file>

<file path=ppt/theme/theme1.xml><?xml version="1.0" encoding="utf-8"?>
<a:theme xmlns:a="http://schemas.openxmlformats.org/drawingml/2006/main" name="Albummed_Tema1">
  <a:themeElements>
    <a:clrScheme name="AlbumMed - Azul celeste">
      <a:dk1>
        <a:srgbClr val="181717"/>
      </a:dk1>
      <a:lt1>
        <a:srgbClr val="C1D9DD"/>
      </a:lt1>
      <a:dk2>
        <a:srgbClr val="4E757D"/>
      </a:dk2>
      <a:lt2>
        <a:srgbClr val="C7DFD1"/>
      </a:lt2>
      <a:accent1>
        <a:srgbClr val="1F3539"/>
      </a:accent1>
      <a:accent2>
        <a:srgbClr val="4E757D"/>
      </a:accent2>
      <a:accent3>
        <a:srgbClr val="92BBC3"/>
      </a:accent3>
      <a:accent4>
        <a:srgbClr val="D7E6E9"/>
      </a:accent4>
      <a:accent5>
        <a:srgbClr val="D7D7D7"/>
      </a:accent5>
      <a:accent6>
        <a:srgbClr val="92BBC3"/>
      </a:accent6>
      <a:hlink>
        <a:srgbClr val="329653"/>
      </a:hlink>
      <a:folHlink>
        <a:srgbClr val="181717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AlbumMed - Verde e rosé">
        <a:dk1>
          <a:srgbClr val="2F2D2D"/>
        </a:dk1>
        <a:lt1>
          <a:srgbClr val="90AFAE"/>
        </a:lt1>
        <a:dk2>
          <a:srgbClr val="054342"/>
        </a:dk2>
        <a:lt2>
          <a:srgbClr val="E2BEB0"/>
        </a:lt2>
        <a:accent1>
          <a:srgbClr val="054342"/>
        </a:accent1>
        <a:accent2>
          <a:srgbClr val="D29A84"/>
        </a:accent2>
        <a:accent3>
          <a:srgbClr val="E2BEB0"/>
        </a:accent3>
        <a:accent4>
          <a:srgbClr val="90AFAE"/>
        </a:accent4>
        <a:accent5>
          <a:srgbClr val="E4E1DF"/>
        </a:accent5>
        <a:accent6>
          <a:srgbClr val="C26C47"/>
        </a:accent6>
        <a:hlink>
          <a:srgbClr val="054342"/>
        </a:hlink>
        <a:folHlink>
          <a:srgbClr val="181717"/>
        </a:folHlink>
      </a:clrScheme>
    </a:extraClrScheme>
    <a:extraClrScheme>
      <a:clrScheme name="AlbumMed - Azul escuro">
        <a:dk1>
          <a:srgbClr val="181717"/>
        </a:dk1>
        <a:lt1>
          <a:srgbClr val="CDD6E5"/>
        </a:lt1>
        <a:dk2>
          <a:srgbClr val="0A335F"/>
        </a:dk2>
        <a:lt2>
          <a:srgbClr val="CDD6E5"/>
        </a:lt2>
        <a:accent1>
          <a:srgbClr val="0A335F"/>
        </a:accent1>
        <a:accent2>
          <a:srgbClr val="2B5689"/>
        </a:accent2>
        <a:accent3>
          <a:srgbClr val="5D9AB8"/>
        </a:accent3>
        <a:accent4>
          <a:srgbClr val="BDC9DD"/>
        </a:accent4>
        <a:accent5>
          <a:srgbClr val="E3E8F1"/>
        </a:accent5>
        <a:accent6>
          <a:srgbClr val="34CDCA"/>
        </a:accent6>
        <a:hlink>
          <a:srgbClr val="34CDCA"/>
        </a:hlink>
        <a:folHlink>
          <a:srgbClr val="181717"/>
        </a:folHlink>
      </a:clrScheme>
    </a:extraClrScheme>
    <a:extraClrScheme>
      <a:clrScheme name="AlbumMed - Verde musgo">
        <a:dk1>
          <a:srgbClr val="262626"/>
        </a:dk1>
        <a:lt1>
          <a:srgbClr val="EADDD5"/>
        </a:lt1>
        <a:dk2>
          <a:srgbClr val="5F706A"/>
        </a:dk2>
        <a:lt2>
          <a:srgbClr val="EADDD5"/>
        </a:lt2>
        <a:accent1>
          <a:srgbClr val="5F706A"/>
        </a:accent1>
        <a:accent2>
          <a:srgbClr val="E2BEB0"/>
        </a:accent2>
        <a:accent3>
          <a:srgbClr val="EADDD5"/>
        </a:accent3>
        <a:accent4>
          <a:srgbClr val="DCDAD2"/>
        </a:accent4>
        <a:accent5>
          <a:srgbClr val="C6C3B4"/>
        </a:accent5>
        <a:accent6>
          <a:srgbClr val="E2BEB0"/>
        </a:accent6>
        <a:hlink>
          <a:srgbClr val="5F706A"/>
        </a:hlink>
        <a:folHlink>
          <a:srgbClr val="262626"/>
        </a:folHlink>
      </a:clrScheme>
    </a:extraClrScheme>
    <a:extraClrScheme>
      <a:clrScheme name="AlbumMed - Verde">
        <a:dk1>
          <a:srgbClr val="181717"/>
        </a:dk1>
        <a:lt1>
          <a:srgbClr val="C7DFD1"/>
        </a:lt1>
        <a:dk2>
          <a:srgbClr val="3D7754"/>
        </a:dk2>
        <a:lt2>
          <a:srgbClr val="C7DFD1"/>
        </a:lt2>
        <a:accent1>
          <a:srgbClr val="3D7754"/>
        </a:accent1>
        <a:accent2>
          <a:srgbClr val="18B49C"/>
        </a:accent2>
        <a:accent3>
          <a:srgbClr val="8FCCBF"/>
        </a:accent3>
        <a:accent4>
          <a:srgbClr val="C7DFD1"/>
        </a:accent4>
        <a:accent5>
          <a:srgbClr val="D7D7D7"/>
        </a:accent5>
        <a:accent6>
          <a:srgbClr val="18B49C"/>
        </a:accent6>
        <a:hlink>
          <a:srgbClr val="3D7754"/>
        </a:hlink>
        <a:folHlink>
          <a:srgbClr val="181717"/>
        </a:folHlink>
      </a:clrScheme>
    </a:extraClrScheme>
    <a:extraClrScheme>
      <a:clrScheme name="AlbumMed - Rosa antigo">
        <a:dk1>
          <a:srgbClr val="181717"/>
        </a:dk1>
        <a:lt1>
          <a:srgbClr val="F0E3DA"/>
        </a:lt1>
        <a:dk2>
          <a:srgbClr val="CE8576"/>
        </a:dk2>
        <a:lt2>
          <a:srgbClr val="E2C3A1"/>
        </a:lt2>
        <a:accent1>
          <a:srgbClr val="486257"/>
        </a:accent1>
        <a:accent2>
          <a:srgbClr val="CE8576"/>
        </a:accent2>
        <a:accent3>
          <a:srgbClr val="D9B487"/>
        </a:accent3>
        <a:accent4>
          <a:srgbClr val="E2C3A1"/>
        </a:accent4>
        <a:accent5>
          <a:srgbClr val="F0E3DA"/>
        </a:accent5>
        <a:accent6>
          <a:srgbClr val="D99F93"/>
        </a:accent6>
        <a:hlink>
          <a:srgbClr val="486257"/>
        </a:hlink>
        <a:folHlink>
          <a:srgbClr val="181717"/>
        </a:folHlink>
      </a:clrScheme>
    </a:extraClrScheme>
    <a:extraClrScheme>
      <a:clrScheme name="AlbumMed - Azul celeste">
        <a:dk1>
          <a:srgbClr val="181717"/>
        </a:dk1>
        <a:lt1>
          <a:srgbClr val="C1D9DD"/>
        </a:lt1>
        <a:dk2>
          <a:srgbClr val="4E757D"/>
        </a:dk2>
        <a:lt2>
          <a:srgbClr val="C7DFD1"/>
        </a:lt2>
        <a:accent1>
          <a:srgbClr val="1F3539"/>
        </a:accent1>
        <a:accent2>
          <a:srgbClr val="4E757D"/>
        </a:accent2>
        <a:accent3>
          <a:srgbClr val="92BBC3"/>
        </a:accent3>
        <a:accent4>
          <a:srgbClr val="D7E6E9"/>
        </a:accent4>
        <a:accent5>
          <a:srgbClr val="D7D7D7"/>
        </a:accent5>
        <a:accent6>
          <a:srgbClr val="92BBC3"/>
        </a:accent6>
        <a:hlink>
          <a:srgbClr val="329653"/>
        </a:hlink>
        <a:folHlink>
          <a:srgbClr val="181717"/>
        </a:folHlink>
      </a:clrScheme>
    </a:extraClrScheme>
    <a:extraClrScheme>
      <a:clrScheme name="AlbumMed - Marrom e bege">
        <a:dk1>
          <a:srgbClr val="262626"/>
        </a:dk1>
        <a:lt1>
          <a:srgbClr val="F2E9E0"/>
        </a:lt1>
        <a:dk2>
          <a:srgbClr val="A7755C"/>
        </a:dk2>
        <a:lt2>
          <a:srgbClr val="D5C2B4"/>
        </a:lt2>
        <a:accent1>
          <a:srgbClr val="AB978E"/>
        </a:accent1>
        <a:accent2>
          <a:srgbClr val="D07246"/>
        </a:accent2>
        <a:accent3>
          <a:srgbClr val="D2AB8E"/>
        </a:accent3>
        <a:accent4>
          <a:srgbClr val="D5C4B4"/>
        </a:accent4>
        <a:accent5>
          <a:srgbClr val="DBDAD5"/>
        </a:accent5>
        <a:accent6>
          <a:srgbClr val="CF986F"/>
        </a:accent6>
        <a:hlink>
          <a:srgbClr val="F2E9E0"/>
        </a:hlink>
        <a:folHlink>
          <a:srgbClr val="262626"/>
        </a:folHlink>
      </a:clrScheme>
    </a:extraClrScheme>
    <a:extraClrScheme>
      <a:clrScheme name="AlbumMed - Azul acinzentado">
        <a:dk1>
          <a:srgbClr val="181717"/>
        </a:dk1>
        <a:lt1>
          <a:srgbClr val="DBDAE0"/>
        </a:lt1>
        <a:dk2>
          <a:srgbClr val="2E3F58"/>
        </a:dk2>
        <a:lt2>
          <a:srgbClr val="BDC3C2"/>
        </a:lt2>
        <a:accent1>
          <a:srgbClr val="636677"/>
        </a:accent1>
        <a:accent2>
          <a:srgbClr val="2E3F58"/>
        </a:accent2>
        <a:accent3>
          <a:srgbClr val="C2AD84"/>
        </a:accent3>
        <a:accent4>
          <a:srgbClr val="B9C3C7"/>
        </a:accent4>
        <a:accent5>
          <a:srgbClr val="DAD8CC"/>
        </a:accent5>
        <a:accent6>
          <a:srgbClr val="C2AD84"/>
        </a:accent6>
        <a:hlink>
          <a:srgbClr val="B8B9AF"/>
        </a:hlink>
        <a:folHlink>
          <a:srgbClr val="181717"/>
        </a:folHlink>
      </a:clrScheme>
    </a:extraClrScheme>
    <a:extraClrScheme>
      <a:clrScheme name="AlbumMed - Verde ciano">
        <a:dk1>
          <a:srgbClr val="181717"/>
        </a:dk1>
        <a:lt1>
          <a:srgbClr val="BED3CC"/>
        </a:lt1>
        <a:dk2>
          <a:srgbClr val="5E887E"/>
        </a:dk2>
        <a:lt2>
          <a:srgbClr val="BED3CC"/>
        </a:lt2>
        <a:accent1>
          <a:srgbClr val="659388"/>
        </a:accent1>
        <a:accent2>
          <a:srgbClr val="92BBC3"/>
        </a:accent2>
        <a:accent3>
          <a:srgbClr val="BCC2B4"/>
        </a:accent3>
        <a:accent4>
          <a:srgbClr val="C1CFCB"/>
        </a:accent4>
        <a:accent5>
          <a:srgbClr val="D2CBC3"/>
        </a:accent5>
        <a:accent6>
          <a:srgbClr val="52A4A2"/>
        </a:accent6>
        <a:hlink>
          <a:srgbClr val="BCC2B4"/>
        </a:hlink>
        <a:folHlink>
          <a:srgbClr val="181717"/>
        </a:folHlink>
      </a:clrScheme>
    </a:extraClrScheme>
    <a:extraClrScheme>
      <a:clrScheme name="AlbumMed - Carmim">
        <a:dk1>
          <a:srgbClr val="181717"/>
        </a:dk1>
        <a:lt1>
          <a:srgbClr val="F2D8C9"/>
        </a:lt1>
        <a:dk2>
          <a:srgbClr val="6B4D4F"/>
        </a:dk2>
        <a:lt2>
          <a:srgbClr val="F2D8C9"/>
        </a:lt2>
        <a:accent1>
          <a:srgbClr val="6B4D4F"/>
        </a:accent1>
        <a:accent2>
          <a:srgbClr val="757E8F"/>
        </a:accent2>
        <a:accent3>
          <a:srgbClr val="FF916D"/>
        </a:accent3>
        <a:accent4>
          <a:srgbClr val="FFBEA6"/>
        </a:accent4>
        <a:accent5>
          <a:srgbClr val="F2D8C9"/>
        </a:accent5>
        <a:accent6>
          <a:srgbClr val="757E8F"/>
        </a:accent6>
        <a:hlink>
          <a:srgbClr val="DBCFB9"/>
        </a:hlink>
        <a:folHlink>
          <a:srgbClr val="181717"/>
        </a:folHlink>
      </a:clrScheme>
    </a:extraClrScheme>
  </a:extraClrSchemeLst>
  <a:extLst>
    <a:ext uri="{05A4C25C-085E-4340-85A3-A5531E510DB2}">
      <thm15:themeFamily xmlns:thm15="http://schemas.microsoft.com/office/thememl/2012/main" name="Albummed_Tema1" id="{5EF6CBE1-071F-4699-84B1-085B57F75871}" vid="{51B3C69F-0B0C-4FAD-B50E-A3B160A80F0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8" Type="http://schemas.microsoft.com/office/2011/relationships/webextension" Target="webextension8.xml"/><Relationship Id="rId3" Type="http://schemas.microsoft.com/office/2011/relationships/webextension" Target="webextension3.xml"/><Relationship Id="rId7" Type="http://schemas.microsoft.com/office/2011/relationships/webextension" Target="webextension7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6" Type="http://schemas.microsoft.com/office/2011/relationships/webextension" Target="webextension6.xml"/><Relationship Id="rId5" Type="http://schemas.microsoft.com/office/2011/relationships/webextension" Target="webextension5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4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  <wetp:taskpane dockstate="right" visibility="0" width="350" row="6">
    <wetp:webextensionref xmlns:r="http://schemas.openxmlformats.org/officeDocument/2006/relationships" r:id="rId3"/>
  </wetp:taskpane>
  <wetp:taskpane dockstate="right" visibility="0" width="350" row="4">
    <wetp:webextensionref xmlns:r="http://schemas.openxmlformats.org/officeDocument/2006/relationships" r:id="rId4"/>
  </wetp:taskpane>
  <wetp:taskpane dockstate="right" visibility="0" width="350" row="5">
    <wetp:webextensionref xmlns:r="http://schemas.openxmlformats.org/officeDocument/2006/relationships" r:id="rId5"/>
  </wetp:taskpane>
  <wetp:taskpane dockstate="right" visibility="0" width="350" row="4">
    <wetp:webextensionref xmlns:r="http://schemas.openxmlformats.org/officeDocument/2006/relationships" r:id="rId6"/>
  </wetp:taskpane>
  <wetp:taskpane dockstate="right" visibility="0" width="350" row="5">
    <wetp:webextensionref xmlns:r="http://schemas.openxmlformats.org/officeDocument/2006/relationships" r:id="rId7"/>
  </wetp:taskpane>
  <wetp:taskpane dockstate="right" visibility="0" width="350" row="7">
    <wetp:webextensionref xmlns:r="http://schemas.openxmlformats.org/officeDocument/2006/relationships" r:id="rId8"/>
  </wetp:taskpane>
</wetp:taskpanes>
</file>

<file path=ppt/webextensions/webextension1.xml><?xml version="1.0" encoding="utf-8"?>
<we:webextension xmlns:we="http://schemas.microsoft.com/office/webextensions/webextension/2010/11" id="{D4CC66EA-2E41-41BD-A312-BEFD66297E26}">
  <we:reference id="wa200005159" version="1.0.0.0" store="pt-BR" storeType="OMEX"/>
  <we:alternateReferences>
    <we:reference id="wa200005159" version="1.0.0.0" store="WA200005159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6B9DEC2-BB86-40AD-BA14-DC395A69F4ED}">
  <we:reference id="wa104191381" version="1.0.0.0" store="pt-BR" storeType="OMEX"/>
  <we:alternateReferences>
    <we:reference id="wa104191381" version="1.0.0.0" store="wa104191381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4696F052-BFA8-4873-AA0B-EF572C48900B}">
  <we:reference id="wa200004795" version="1.0.0.0" store="pt-BR" storeType="OMEX"/>
  <we:alternateReferences>
    <we:reference id="WA200004795" version="1.0.0.0" store="WA200004795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D9DD7990-F352-4774-8027-3D558DD7A4B9}">
  <we:reference id="wa104198733" version="1.0.0.7" store="pt-BR" storeType="OMEX"/>
  <we:alternateReferences>
    <we:reference id="wa104198733" version="1.0.0.7" store="wa104198733" storeType="OMEX"/>
  </we:alternateReferences>
  <we:properties/>
  <we:bindings/>
  <we:snapshot xmlns:r="http://schemas.openxmlformats.org/officeDocument/2006/relationships"/>
</we:webextension>
</file>

<file path=ppt/webextensions/webextension5.xml><?xml version="1.0" encoding="utf-8"?>
<we:webextension xmlns:we="http://schemas.microsoft.com/office/webextensions/webextension/2010/11" id="{11EC0BE4-C037-49E5-A014-4EDFE8BA6E9A}">
  <we:reference id="wa104380375" version="1.0.4.0" store="pt-BR" storeType="OMEX"/>
  <we:alternateReferences>
    <we:reference id="WA104380375" version="1.0.4.0" store="WA104380375" storeType="OMEX"/>
  </we:alternateReferences>
  <we:properties/>
  <we:bindings/>
  <we:snapshot xmlns:r="http://schemas.openxmlformats.org/officeDocument/2006/relationships"/>
</we:webextension>
</file>

<file path=ppt/webextensions/webextension6.xml><?xml version="1.0" encoding="utf-8"?>
<we:webextension xmlns:we="http://schemas.microsoft.com/office/webextensions/webextension/2010/11" id="{12B117D5-1470-4344-86AF-38596E2A87A3}">
  <we:reference id="wa200003891" version="1.0.0.1" store="pt-BR" storeType="OMEX"/>
  <we:alternateReferences>
    <we:reference id="wa200003891" version="1.0.0.1" store="WA200003891" storeType="OMEX"/>
  </we:alternateReferences>
  <we:properties/>
  <we:bindings/>
  <we:snapshot xmlns:r="http://schemas.openxmlformats.org/officeDocument/2006/relationships"/>
</we:webextension>
</file>

<file path=ppt/webextensions/webextension7.xml><?xml version="1.0" encoding="utf-8"?>
<we:webextension xmlns:we="http://schemas.microsoft.com/office/webextensions/webextension/2010/11" id="{DBB5A428-6544-45BE-A538-8F3C8425F8F6}">
  <we:reference id="wa200000729" version="3.19.222.0" store="pt-BR" storeType="OMEX"/>
  <we:alternateReferences>
    <we:reference id="WA200000729" version="3.19.222.0" store="" storeType="OMEX"/>
  </we:alternateReferences>
  <we:properties/>
  <we:bindings/>
  <we:snapshot xmlns:r="http://schemas.openxmlformats.org/officeDocument/2006/relationships"/>
</we:webextension>
</file>

<file path=ppt/webextensions/webextension8.xml><?xml version="1.0" encoding="utf-8"?>
<we:webextension xmlns:we="http://schemas.microsoft.com/office/webextensions/webextension/2010/11" id="{0372B8EB-D9D7-49DF-B6D8-73ECD221CBA3}">
  <we:reference id="wa200003052" version="2.0.0.0" store="pt-BR" storeType="OMEX"/>
  <we:alternateReferences>
    <we:reference id="WA200003052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A1375696</Template>
  <TotalTime>295</TotalTime>
  <Words>199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</vt:lpstr>
      <vt:lpstr>Calibri (Corpo)</vt:lpstr>
      <vt:lpstr>Calibri Corpo</vt:lpstr>
      <vt:lpstr>Century Gothic</vt:lpstr>
      <vt:lpstr>Myriad for Rabobank</vt:lpstr>
      <vt:lpstr>Tw Cen MT Condensed</vt:lpstr>
      <vt:lpstr>Albummed_Tema1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Ribeiro, D (Diego)</dc:creator>
  <cp:lastModifiedBy>Ribeiro, D (Diego)</cp:lastModifiedBy>
  <cp:revision>1</cp:revision>
  <dcterms:created xsi:type="dcterms:W3CDTF">2024-04-05T13:41:47Z</dcterms:created>
  <dcterms:modified xsi:type="dcterms:W3CDTF">2025-04-24T15:32:19Z</dcterms:modified>
</cp:coreProperties>
</file>